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 id="2147483660" r:id="rId5"/>
    <p:sldMasterId id="2147483676" r:id="rId6"/>
  </p:sldMasterIdLst>
  <p:notesMasterIdLst>
    <p:notesMasterId r:id="rId56"/>
  </p:notesMasterIdLst>
  <p:sldIdLst>
    <p:sldId id="256" r:id="rId7"/>
    <p:sldId id="259" r:id="rId8"/>
    <p:sldId id="277" r:id="rId9"/>
    <p:sldId id="266" r:id="rId10"/>
    <p:sldId id="264" r:id="rId11"/>
    <p:sldId id="278" r:id="rId12"/>
    <p:sldId id="265" r:id="rId13"/>
    <p:sldId id="289" r:id="rId14"/>
    <p:sldId id="279" r:id="rId15"/>
    <p:sldId id="284" r:id="rId16"/>
    <p:sldId id="288" r:id="rId17"/>
    <p:sldId id="272" r:id="rId18"/>
    <p:sldId id="281" r:id="rId19"/>
    <p:sldId id="324" r:id="rId20"/>
    <p:sldId id="333" r:id="rId21"/>
    <p:sldId id="334" r:id="rId22"/>
    <p:sldId id="302" r:id="rId23"/>
    <p:sldId id="310" r:id="rId24"/>
    <p:sldId id="300" r:id="rId25"/>
    <p:sldId id="306" r:id="rId26"/>
    <p:sldId id="327" r:id="rId27"/>
    <p:sldId id="282" r:id="rId28"/>
    <p:sldId id="293" r:id="rId29"/>
    <p:sldId id="552" r:id="rId30"/>
    <p:sldId id="285" r:id="rId31"/>
    <p:sldId id="358" r:id="rId32"/>
    <p:sldId id="399" r:id="rId33"/>
    <p:sldId id="401" r:id="rId34"/>
    <p:sldId id="404" r:id="rId35"/>
    <p:sldId id="471" r:id="rId36"/>
    <p:sldId id="308" r:id="rId37"/>
    <p:sldId id="553" r:id="rId38"/>
    <p:sldId id="328" r:id="rId39"/>
    <p:sldId id="329" r:id="rId40"/>
    <p:sldId id="305" r:id="rId41"/>
    <p:sldId id="296" r:id="rId42"/>
    <p:sldId id="462" r:id="rId43"/>
    <p:sldId id="512" r:id="rId44"/>
    <p:sldId id="522" r:id="rId45"/>
    <p:sldId id="517" r:id="rId46"/>
    <p:sldId id="292" r:id="rId47"/>
    <p:sldId id="297" r:id="rId48"/>
    <p:sldId id="290" r:id="rId49"/>
    <p:sldId id="298" r:id="rId50"/>
    <p:sldId id="291" r:id="rId51"/>
    <p:sldId id="303" r:id="rId52"/>
    <p:sldId id="304" r:id="rId53"/>
    <p:sldId id="273" r:id="rId54"/>
    <p:sldId id="332" r:id="rId55"/>
  </p:sldIdLst>
  <p:sldSz cx="8636000" cy="4864100"/>
  <p:notesSz cx="7315200" cy="96012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AE9B"/>
    <a:srgbClr val="5E8872"/>
    <a:srgbClr val="EDEADF"/>
    <a:srgbClr val="7B9784"/>
    <a:srgbClr val="85AE99"/>
    <a:srgbClr val="AFAA96"/>
    <a:srgbClr val="D7D3C5"/>
    <a:srgbClr val="FFFFFF"/>
    <a:srgbClr val="000000"/>
    <a:srgbClr val="D9D5C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BE51C-0BCC-47B7-B894-133E974BA268}" v="33" dt="2026-05-26T07:43:23.621"/>
    <p1510:client id="{616DD5B3-0A67-D2A1-802E-03FAD81BCC5A}" v="5" dt="2026-05-26T07:43:52.350"/>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Ingen typografi, tabelgit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457" autoAdjust="0"/>
  </p:normalViewPr>
  <p:slideViewPr>
    <p:cSldViewPr snapToGrid="0">
      <p:cViewPr varScale="1">
        <p:scale>
          <a:sx n="124" d="100"/>
          <a:sy n="124" d="100"/>
        </p:scale>
        <p:origin x="470" y="96"/>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viewProps" Target="viewProps.xml"/><Relationship Id="rId5" Type="http://schemas.openxmlformats.org/officeDocument/2006/relationships/slideMaster" Target="slideMasters/slideMaster2.xml"/><Relationship Id="rId61" Type="http://schemas.microsoft.com/office/2016/11/relationships/changesInfo" Target="changesInfos/changesInfo1.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notesMaster" Target="notesMasters/notesMaster1.xml"/><Relationship Id="rId8" Type="http://schemas.openxmlformats.org/officeDocument/2006/relationships/slide" Target="slides/slide2.xml"/><Relationship Id="rId51" Type="http://schemas.openxmlformats.org/officeDocument/2006/relationships/slide" Target="slides/slide45.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presProps" Target="presProps.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itte Inselmann Frandsen" userId="01c5b68c-f0a1-4337-abd7-3840d5e9aa45" providerId="ADAL" clId="{C80CF29E-EB9D-4F75-B8AB-33D0C6A10907}"/>
    <pc:docChg chg="modSld">
      <pc:chgData name="Gitte Inselmann Frandsen" userId="01c5b68c-f0a1-4337-abd7-3840d5e9aa45" providerId="ADAL" clId="{C80CF29E-EB9D-4F75-B8AB-33D0C6A10907}" dt="2026-05-26T08:49:12.395" v="1" actId="20577"/>
      <pc:docMkLst>
        <pc:docMk/>
      </pc:docMkLst>
      <pc:sldChg chg="modSp mod">
        <pc:chgData name="Gitte Inselmann Frandsen" userId="01c5b68c-f0a1-4337-abd7-3840d5e9aa45" providerId="ADAL" clId="{C80CF29E-EB9D-4F75-B8AB-33D0C6A10907}" dt="2026-05-26T08:49:12.395" v="1" actId="20577"/>
        <pc:sldMkLst>
          <pc:docMk/>
          <pc:sldMk cId="0" sldId="256"/>
        </pc:sldMkLst>
        <pc:spChg chg="mod">
          <ac:chgData name="Gitte Inselmann Frandsen" userId="01c5b68c-f0a1-4337-abd7-3840d5e9aa45" providerId="ADAL" clId="{C80CF29E-EB9D-4F75-B8AB-33D0C6A10907}" dt="2026-05-26T08:49:12.395" v="1" actId="20577"/>
          <ac:spMkLst>
            <pc:docMk/>
            <pc:sldMk cId="0" sldId="256"/>
            <ac:spMk id="3" creationId="{4354EDB8-D95C-FBA4-2138-6066CC60CBDD}"/>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3D197F-5D48-4B35-A151-1035720108A2}" type="doc">
      <dgm:prSet loTypeId="urn:microsoft.com/office/officeart/2005/8/layout/radial6" loCatId="cycle" qsTypeId="urn:microsoft.com/office/officeart/2005/8/quickstyle/simple1" qsCatId="simple" csTypeId="urn:microsoft.com/office/officeart/2005/8/colors/accent0_2" csCatId="mainScheme" phldr="1"/>
      <dgm:spPr/>
      <dgm:t>
        <a:bodyPr/>
        <a:lstStyle/>
        <a:p>
          <a:endParaRPr lang="da-DK"/>
        </a:p>
      </dgm:t>
    </dgm:pt>
    <dgm:pt modelId="{2BD336CA-EA38-4E0F-BA08-CF9A321CD71C}">
      <dgm:prSet phldrT="[Tekst]" custT="1"/>
      <dgm:spPr>
        <a:solidFill>
          <a:srgbClr val="D7D3C5"/>
        </a:solidFill>
      </dgm:spPr>
      <dgm:t>
        <a:bodyPr lIns="0" tIns="0" rIns="0" bIns="0"/>
        <a:lstStyle/>
        <a:p>
          <a:r>
            <a:rPr lang="en-GB" sz="1200" b="1" noProof="0" dirty="0">
              <a:latin typeface="Garamond" panose="02020404030301010803" pitchFamily="18" charset="0"/>
            </a:rPr>
            <a:t>STEM ACADEMY</a:t>
          </a:r>
        </a:p>
      </dgm:t>
    </dgm:pt>
    <dgm:pt modelId="{21487424-F5CE-4436-AC78-3916874C78D2}" type="parTrans" cxnId="{562128C7-2C79-4DA9-BE4F-40A21427F09D}">
      <dgm:prSet/>
      <dgm:spPr/>
      <dgm:t>
        <a:bodyPr/>
        <a:lstStyle/>
        <a:p>
          <a:endParaRPr lang="da-DK"/>
        </a:p>
      </dgm:t>
    </dgm:pt>
    <dgm:pt modelId="{D1ECC7E2-D441-43DA-829A-505E5854AD8D}" type="sibTrans" cxnId="{562128C7-2C79-4DA9-BE4F-40A21427F09D}">
      <dgm:prSet/>
      <dgm:spPr/>
      <dgm:t>
        <a:bodyPr/>
        <a:lstStyle/>
        <a:p>
          <a:endParaRPr lang="da-DK"/>
        </a:p>
      </dgm:t>
    </dgm:pt>
    <dgm:pt modelId="{EB112D91-9D57-48F8-84D0-96E222B139CE}">
      <dgm:prSet phldrT="[Tekst]" phldr="1"/>
      <dgm:spPr>
        <a:solidFill>
          <a:srgbClr val="D7D3C5"/>
        </a:solidFill>
      </dgm:spPr>
      <dgm:t>
        <a:bodyPr/>
        <a:lstStyle/>
        <a:p>
          <a:endParaRPr lang="en-GB" noProof="0" dirty="0"/>
        </a:p>
      </dgm:t>
    </dgm:pt>
    <dgm:pt modelId="{52492EB2-B7E5-4453-88E2-68B98E0FC4A5}" type="parTrans" cxnId="{B80B3BC1-C47E-4A8D-ABC9-66D91AEBEA58}">
      <dgm:prSet/>
      <dgm:spPr/>
      <dgm:t>
        <a:bodyPr/>
        <a:lstStyle/>
        <a:p>
          <a:endParaRPr lang="da-DK"/>
        </a:p>
      </dgm:t>
    </dgm:pt>
    <dgm:pt modelId="{FF4B98F5-FC3F-41DB-96AB-7E0A8A46358C}" type="sibTrans" cxnId="{B80B3BC1-C47E-4A8D-ABC9-66D91AEBEA58}">
      <dgm:prSet/>
      <dgm:spPr/>
      <dgm:t>
        <a:bodyPr/>
        <a:lstStyle/>
        <a:p>
          <a:endParaRPr lang="da-DK"/>
        </a:p>
      </dgm:t>
    </dgm:pt>
    <dgm:pt modelId="{F881CFE7-E931-4A49-BEE5-0EA4D5B7200B}">
      <dgm:prSet phldrT="[Tekst]" phldr="1"/>
      <dgm:spPr>
        <a:solidFill>
          <a:srgbClr val="D7D3C5"/>
        </a:solidFill>
      </dgm:spPr>
      <dgm:t>
        <a:bodyPr/>
        <a:lstStyle/>
        <a:p>
          <a:endParaRPr lang="en-GB" noProof="0" dirty="0"/>
        </a:p>
      </dgm:t>
    </dgm:pt>
    <dgm:pt modelId="{5C22231B-B48E-418F-A225-64DEDF2A4B3A}" type="parTrans" cxnId="{2BFB328D-0B61-4B25-8989-D70615F711EB}">
      <dgm:prSet/>
      <dgm:spPr/>
      <dgm:t>
        <a:bodyPr/>
        <a:lstStyle/>
        <a:p>
          <a:endParaRPr lang="da-DK"/>
        </a:p>
      </dgm:t>
    </dgm:pt>
    <dgm:pt modelId="{7953E622-1FF7-4FBA-8A20-C7EDBBFCF503}" type="sibTrans" cxnId="{2BFB328D-0B61-4B25-8989-D70615F711EB}">
      <dgm:prSet/>
      <dgm:spPr/>
      <dgm:t>
        <a:bodyPr/>
        <a:lstStyle/>
        <a:p>
          <a:endParaRPr lang="da-DK"/>
        </a:p>
      </dgm:t>
    </dgm:pt>
    <dgm:pt modelId="{28429DCF-5A9B-41D6-8885-1018018EEB4F}">
      <dgm:prSet phldrT="[Tekst]" phldr="1"/>
      <dgm:spPr>
        <a:solidFill>
          <a:srgbClr val="D7D3C5"/>
        </a:solidFill>
      </dgm:spPr>
      <dgm:t>
        <a:bodyPr/>
        <a:lstStyle/>
        <a:p>
          <a:endParaRPr lang="en-GB" noProof="0" dirty="0"/>
        </a:p>
      </dgm:t>
    </dgm:pt>
    <dgm:pt modelId="{524DF847-27DC-402A-86E7-0280FB573D7C}" type="parTrans" cxnId="{2CCAF2AE-4F36-4DE4-85F3-CDEAACC570CF}">
      <dgm:prSet/>
      <dgm:spPr/>
      <dgm:t>
        <a:bodyPr/>
        <a:lstStyle/>
        <a:p>
          <a:endParaRPr lang="da-DK"/>
        </a:p>
      </dgm:t>
    </dgm:pt>
    <dgm:pt modelId="{5FBB97FE-87DB-49A2-9D70-E53953B15D3C}" type="sibTrans" cxnId="{2CCAF2AE-4F36-4DE4-85F3-CDEAACC570CF}">
      <dgm:prSet/>
      <dgm:spPr/>
      <dgm:t>
        <a:bodyPr/>
        <a:lstStyle/>
        <a:p>
          <a:endParaRPr lang="da-DK"/>
        </a:p>
      </dgm:t>
    </dgm:pt>
    <dgm:pt modelId="{09F20276-2071-4CD4-A1E3-6A5574D1A045}">
      <dgm:prSet phldrT="[Tekst]" phldr="1"/>
      <dgm:spPr>
        <a:solidFill>
          <a:srgbClr val="D7D3C5"/>
        </a:solidFill>
      </dgm:spPr>
      <dgm:t>
        <a:bodyPr/>
        <a:lstStyle/>
        <a:p>
          <a:endParaRPr lang="en-GB" noProof="0" dirty="0"/>
        </a:p>
      </dgm:t>
    </dgm:pt>
    <dgm:pt modelId="{58BDCB77-2EF9-402B-93DD-21611B4A9733}" type="parTrans" cxnId="{BA3B4B13-A8B3-4AFA-B5E1-3F8D5395598E}">
      <dgm:prSet/>
      <dgm:spPr/>
      <dgm:t>
        <a:bodyPr/>
        <a:lstStyle/>
        <a:p>
          <a:endParaRPr lang="da-DK"/>
        </a:p>
      </dgm:t>
    </dgm:pt>
    <dgm:pt modelId="{36C9D2D5-C522-45C8-8DB7-C329331D0722}" type="sibTrans" cxnId="{BA3B4B13-A8B3-4AFA-B5E1-3F8D5395598E}">
      <dgm:prSet/>
      <dgm:spPr/>
      <dgm:t>
        <a:bodyPr/>
        <a:lstStyle/>
        <a:p>
          <a:endParaRPr lang="da-DK"/>
        </a:p>
      </dgm:t>
    </dgm:pt>
    <dgm:pt modelId="{BF966921-2AC9-46A3-95B9-35F742A6E6A7}">
      <dgm:prSet/>
      <dgm:spPr>
        <a:solidFill>
          <a:srgbClr val="D7D3C5"/>
        </a:solidFill>
      </dgm:spPr>
      <dgm:t>
        <a:bodyPr/>
        <a:lstStyle/>
        <a:p>
          <a:endParaRPr lang="en-GB" noProof="0" dirty="0"/>
        </a:p>
      </dgm:t>
    </dgm:pt>
    <dgm:pt modelId="{65345198-8377-40F9-8F59-53A46103A098}" type="parTrans" cxnId="{5F65E284-2547-4D76-B91D-E35C8A5DE283}">
      <dgm:prSet/>
      <dgm:spPr/>
      <dgm:t>
        <a:bodyPr/>
        <a:lstStyle/>
        <a:p>
          <a:endParaRPr lang="da-DK"/>
        </a:p>
      </dgm:t>
    </dgm:pt>
    <dgm:pt modelId="{6ECDA059-CD01-499A-8E83-91DC84CD79E8}" type="sibTrans" cxnId="{5F65E284-2547-4D76-B91D-E35C8A5DE283}">
      <dgm:prSet/>
      <dgm:spPr/>
      <dgm:t>
        <a:bodyPr/>
        <a:lstStyle/>
        <a:p>
          <a:endParaRPr lang="da-DK"/>
        </a:p>
      </dgm:t>
    </dgm:pt>
    <dgm:pt modelId="{308D8A40-DEEC-478F-8091-BAE4C920D08D}">
      <dgm:prSet/>
      <dgm:spPr>
        <a:solidFill>
          <a:srgbClr val="D7D3C5"/>
        </a:solidFill>
      </dgm:spPr>
      <dgm:t>
        <a:bodyPr/>
        <a:lstStyle/>
        <a:p>
          <a:endParaRPr lang="en-GB" noProof="0" dirty="0"/>
        </a:p>
      </dgm:t>
    </dgm:pt>
    <dgm:pt modelId="{0E7294AD-5BB4-48A1-98F2-5D6DDAD5B61C}" type="parTrans" cxnId="{7747B1C4-5F04-4A38-9744-9FF425F8F6E2}">
      <dgm:prSet/>
      <dgm:spPr/>
      <dgm:t>
        <a:bodyPr/>
        <a:lstStyle/>
        <a:p>
          <a:endParaRPr lang="da-DK"/>
        </a:p>
      </dgm:t>
    </dgm:pt>
    <dgm:pt modelId="{DB6E5ED4-301B-4EDA-A228-FEC7E2391A11}" type="sibTrans" cxnId="{7747B1C4-5F04-4A38-9744-9FF425F8F6E2}">
      <dgm:prSet/>
      <dgm:spPr/>
      <dgm:t>
        <a:bodyPr/>
        <a:lstStyle/>
        <a:p>
          <a:endParaRPr lang="da-DK"/>
        </a:p>
      </dgm:t>
    </dgm:pt>
    <dgm:pt modelId="{DDB9DB8C-73D0-4D55-A791-8008028697C3}" type="pres">
      <dgm:prSet presAssocID="{633D197F-5D48-4B35-A151-1035720108A2}" presName="Name0" presStyleCnt="0">
        <dgm:presLayoutVars>
          <dgm:chMax val="1"/>
          <dgm:dir/>
          <dgm:animLvl val="ctr"/>
          <dgm:resizeHandles val="exact"/>
        </dgm:presLayoutVars>
      </dgm:prSet>
      <dgm:spPr/>
    </dgm:pt>
    <dgm:pt modelId="{86C8AE5F-AE0C-4E7B-8161-4D23A9BA3811}" type="pres">
      <dgm:prSet presAssocID="{2BD336CA-EA38-4E0F-BA08-CF9A321CD71C}" presName="centerShape" presStyleLbl="node0" presStyleIdx="0" presStyleCnt="1"/>
      <dgm:spPr/>
    </dgm:pt>
    <dgm:pt modelId="{75E5DCDD-C6E6-4043-ABDF-11C12AD011B2}" type="pres">
      <dgm:prSet presAssocID="{EB112D91-9D57-48F8-84D0-96E222B139CE}" presName="node" presStyleLbl="node1" presStyleIdx="0" presStyleCnt="6">
        <dgm:presLayoutVars>
          <dgm:bulletEnabled val="1"/>
        </dgm:presLayoutVars>
      </dgm:prSet>
      <dgm:spPr/>
    </dgm:pt>
    <dgm:pt modelId="{061CA76F-E0E6-4C21-84CF-47DF63149EB4}" type="pres">
      <dgm:prSet presAssocID="{EB112D91-9D57-48F8-84D0-96E222B139CE}" presName="dummy" presStyleCnt="0"/>
      <dgm:spPr/>
    </dgm:pt>
    <dgm:pt modelId="{F90A93EF-E065-4AEE-AFEF-6CAE13694AB9}" type="pres">
      <dgm:prSet presAssocID="{FF4B98F5-FC3F-41DB-96AB-7E0A8A46358C}" presName="sibTrans" presStyleLbl="sibTrans2D1" presStyleIdx="0" presStyleCnt="6"/>
      <dgm:spPr/>
    </dgm:pt>
    <dgm:pt modelId="{FC9A8416-BC4D-457E-A773-5017FED6957A}" type="pres">
      <dgm:prSet presAssocID="{308D8A40-DEEC-478F-8091-BAE4C920D08D}" presName="node" presStyleLbl="node1" presStyleIdx="1" presStyleCnt="6">
        <dgm:presLayoutVars>
          <dgm:bulletEnabled val="1"/>
        </dgm:presLayoutVars>
      </dgm:prSet>
      <dgm:spPr/>
    </dgm:pt>
    <dgm:pt modelId="{888709C3-CA3C-4675-8E5E-9C86A2F694BA}" type="pres">
      <dgm:prSet presAssocID="{308D8A40-DEEC-478F-8091-BAE4C920D08D}" presName="dummy" presStyleCnt="0"/>
      <dgm:spPr/>
    </dgm:pt>
    <dgm:pt modelId="{85D3E8A1-92E7-4320-9A6F-9B0FC85E95DC}" type="pres">
      <dgm:prSet presAssocID="{DB6E5ED4-301B-4EDA-A228-FEC7E2391A11}" presName="sibTrans" presStyleLbl="sibTrans2D1" presStyleIdx="1" presStyleCnt="6"/>
      <dgm:spPr/>
    </dgm:pt>
    <dgm:pt modelId="{12E5B1B6-D567-4663-8AA4-D53706188D98}" type="pres">
      <dgm:prSet presAssocID="{BF966921-2AC9-46A3-95B9-35F742A6E6A7}" presName="node" presStyleLbl="node1" presStyleIdx="2" presStyleCnt="6">
        <dgm:presLayoutVars>
          <dgm:bulletEnabled val="1"/>
        </dgm:presLayoutVars>
      </dgm:prSet>
      <dgm:spPr/>
    </dgm:pt>
    <dgm:pt modelId="{3445A991-C76E-42CC-81AE-F2970913F1F8}" type="pres">
      <dgm:prSet presAssocID="{BF966921-2AC9-46A3-95B9-35F742A6E6A7}" presName="dummy" presStyleCnt="0"/>
      <dgm:spPr/>
    </dgm:pt>
    <dgm:pt modelId="{EB46E81C-0B21-4E42-8F64-7888D13F3C53}" type="pres">
      <dgm:prSet presAssocID="{6ECDA059-CD01-499A-8E83-91DC84CD79E8}" presName="sibTrans" presStyleLbl="sibTrans2D1" presStyleIdx="2" presStyleCnt="6"/>
      <dgm:spPr/>
    </dgm:pt>
    <dgm:pt modelId="{7901FAB2-45EE-412C-AA5F-A40012A92AE9}" type="pres">
      <dgm:prSet presAssocID="{F881CFE7-E931-4A49-BEE5-0EA4D5B7200B}" presName="node" presStyleLbl="node1" presStyleIdx="3" presStyleCnt="6">
        <dgm:presLayoutVars>
          <dgm:bulletEnabled val="1"/>
        </dgm:presLayoutVars>
      </dgm:prSet>
      <dgm:spPr/>
    </dgm:pt>
    <dgm:pt modelId="{8F684346-EDBB-424C-8064-085F2986A7FB}" type="pres">
      <dgm:prSet presAssocID="{F881CFE7-E931-4A49-BEE5-0EA4D5B7200B}" presName="dummy" presStyleCnt="0"/>
      <dgm:spPr/>
    </dgm:pt>
    <dgm:pt modelId="{B0B2ABDD-57E4-4B46-BEC7-0C75F2F41599}" type="pres">
      <dgm:prSet presAssocID="{7953E622-1FF7-4FBA-8A20-C7EDBBFCF503}" presName="sibTrans" presStyleLbl="sibTrans2D1" presStyleIdx="3" presStyleCnt="6"/>
      <dgm:spPr/>
    </dgm:pt>
    <dgm:pt modelId="{77CF36FE-EA3B-4758-8DF5-77DFA6E3D2D1}" type="pres">
      <dgm:prSet presAssocID="{28429DCF-5A9B-41D6-8885-1018018EEB4F}" presName="node" presStyleLbl="node1" presStyleIdx="4" presStyleCnt="6" custRadScaleRad="100318" custRadScaleInc="524">
        <dgm:presLayoutVars>
          <dgm:bulletEnabled val="1"/>
        </dgm:presLayoutVars>
      </dgm:prSet>
      <dgm:spPr/>
    </dgm:pt>
    <dgm:pt modelId="{A0CBB26E-ED4C-4A89-A28F-0A46B0308F6E}" type="pres">
      <dgm:prSet presAssocID="{28429DCF-5A9B-41D6-8885-1018018EEB4F}" presName="dummy" presStyleCnt="0"/>
      <dgm:spPr/>
    </dgm:pt>
    <dgm:pt modelId="{A330453E-245C-43C9-8804-EB30B126E434}" type="pres">
      <dgm:prSet presAssocID="{5FBB97FE-87DB-49A2-9D70-E53953B15D3C}" presName="sibTrans" presStyleLbl="sibTrans2D1" presStyleIdx="4" presStyleCnt="6"/>
      <dgm:spPr/>
    </dgm:pt>
    <dgm:pt modelId="{1B32C686-EC38-4D53-9220-F9E491DC3FAE}" type="pres">
      <dgm:prSet presAssocID="{09F20276-2071-4CD4-A1E3-6A5574D1A045}" presName="node" presStyleLbl="node1" presStyleIdx="5" presStyleCnt="6">
        <dgm:presLayoutVars>
          <dgm:bulletEnabled val="1"/>
        </dgm:presLayoutVars>
      </dgm:prSet>
      <dgm:spPr/>
    </dgm:pt>
    <dgm:pt modelId="{327C3A44-DBA0-47A2-B867-175DF4348635}" type="pres">
      <dgm:prSet presAssocID="{09F20276-2071-4CD4-A1E3-6A5574D1A045}" presName="dummy" presStyleCnt="0"/>
      <dgm:spPr/>
    </dgm:pt>
    <dgm:pt modelId="{2F33336F-767C-4851-A0D8-60C8B56F1533}" type="pres">
      <dgm:prSet presAssocID="{36C9D2D5-C522-45C8-8DB7-C329331D0722}" presName="sibTrans" presStyleLbl="sibTrans2D1" presStyleIdx="5" presStyleCnt="6"/>
      <dgm:spPr/>
    </dgm:pt>
  </dgm:ptLst>
  <dgm:cxnLst>
    <dgm:cxn modelId="{04616504-72A6-4ABD-8410-E5D9BBC33C9A}" type="presOf" srcId="{FF4B98F5-FC3F-41DB-96AB-7E0A8A46358C}" destId="{F90A93EF-E065-4AEE-AFEF-6CAE13694AB9}" srcOrd="0" destOrd="0" presId="urn:microsoft.com/office/officeart/2005/8/layout/radial6"/>
    <dgm:cxn modelId="{BA3B4B13-A8B3-4AFA-B5E1-3F8D5395598E}" srcId="{2BD336CA-EA38-4E0F-BA08-CF9A321CD71C}" destId="{09F20276-2071-4CD4-A1E3-6A5574D1A045}" srcOrd="5" destOrd="0" parTransId="{58BDCB77-2EF9-402B-93DD-21611B4A9733}" sibTransId="{36C9D2D5-C522-45C8-8DB7-C329331D0722}"/>
    <dgm:cxn modelId="{33C52725-E384-4E70-BAF2-3C19F543DE9E}" type="presOf" srcId="{36C9D2D5-C522-45C8-8DB7-C329331D0722}" destId="{2F33336F-767C-4851-A0D8-60C8B56F1533}" srcOrd="0" destOrd="0" presId="urn:microsoft.com/office/officeart/2005/8/layout/radial6"/>
    <dgm:cxn modelId="{94A6CA35-DB01-46A3-AE83-764C57EACA84}" type="presOf" srcId="{5FBB97FE-87DB-49A2-9D70-E53953B15D3C}" destId="{A330453E-245C-43C9-8804-EB30B126E434}" srcOrd="0" destOrd="0" presId="urn:microsoft.com/office/officeart/2005/8/layout/radial6"/>
    <dgm:cxn modelId="{3DBE5467-6220-40CC-B526-B5E21F93561E}" type="presOf" srcId="{F881CFE7-E931-4A49-BEE5-0EA4D5B7200B}" destId="{7901FAB2-45EE-412C-AA5F-A40012A92AE9}" srcOrd="0" destOrd="0" presId="urn:microsoft.com/office/officeart/2005/8/layout/radial6"/>
    <dgm:cxn modelId="{711E5E50-7DBA-4B53-9F7F-78B46B04E01F}" type="presOf" srcId="{6ECDA059-CD01-499A-8E83-91DC84CD79E8}" destId="{EB46E81C-0B21-4E42-8F64-7888D13F3C53}" srcOrd="0" destOrd="0" presId="urn:microsoft.com/office/officeart/2005/8/layout/radial6"/>
    <dgm:cxn modelId="{880A0B55-5E49-494D-9EB9-52C1B956258D}" type="presOf" srcId="{2BD336CA-EA38-4E0F-BA08-CF9A321CD71C}" destId="{86C8AE5F-AE0C-4E7B-8161-4D23A9BA3811}" srcOrd="0" destOrd="0" presId="urn:microsoft.com/office/officeart/2005/8/layout/radial6"/>
    <dgm:cxn modelId="{89893C56-2A26-479A-ACEE-7E59ACE2B085}" type="presOf" srcId="{EB112D91-9D57-48F8-84D0-96E222B139CE}" destId="{75E5DCDD-C6E6-4043-ABDF-11C12AD011B2}" srcOrd="0" destOrd="0" presId="urn:microsoft.com/office/officeart/2005/8/layout/radial6"/>
    <dgm:cxn modelId="{4C32A657-0E68-4A1C-A138-6FBE9DCF2D1A}" type="presOf" srcId="{BF966921-2AC9-46A3-95B9-35F742A6E6A7}" destId="{12E5B1B6-D567-4663-8AA4-D53706188D98}" srcOrd="0" destOrd="0" presId="urn:microsoft.com/office/officeart/2005/8/layout/radial6"/>
    <dgm:cxn modelId="{5F65E284-2547-4D76-B91D-E35C8A5DE283}" srcId="{2BD336CA-EA38-4E0F-BA08-CF9A321CD71C}" destId="{BF966921-2AC9-46A3-95B9-35F742A6E6A7}" srcOrd="2" destOrd="0" parTransId="{65345198-8377-40F9-8F59-53A46103A098}" sibTransId="{6ECDA059-CD01-499A-8E83-91DC84CD79E8}"/>
    <dgm:cxn modelId="{2BFB328D-0B61-4B25-8989-D70615F711EB}" srcId="{2BD336CA-EA38-4E0F-BA08-CF9A321CD71C}" destId="{F881CFE7-E931-4A49-BEE5-0EA4D5B7200B}" srcOrd="3" destOrd="0" parTransId="{5C22231B-B48E-418F-A225-64DEDF2A4B3A}" sibTransId="{7953E622-1FF7-4FBA-8A20-C7EDBBFCF503}"/>
    <dgm:cxn modelId="{954355AE-9FF3-41A1-A015-819B57889E19}" type="presOf" srcId="{DB6E5ED4-301B-4EDA-A228-FEC7E2391A11}" destId="{85D3E8A1-92E7-4320-9A6F-9B0FC85E95DC}" srcOrd="0" destOrd="0" presId="urn:microsoft.com/office/officeart/2005/8/layout/radial6"/>
    <dgm:cxn modelId="{2CCAF2AE-4F36-4DE4-85F3-CDEAACC570CF}" srcId="{2BD336CA-EA38-4E0F-BA08-CF9A321CD71C}" destId="{28429DCF-5A9B-41D6-8885-1018018EEB4F}" srcOrd="4" destOrd="0" parTransId="{524DF847-27DC-402A-86E7-0280FB573D7C}" sibTransId="{5FBB97FE-87DB-49A2-9D70-E53953B15D3C}"/>
    <dgm:cxn modelId="{12F187BC-35E8-406A-BBF7-5E87AE91E0AE}" type="presOf" srcId="{633D197F-5D48-4B35-A151-1035720108A2}" destId="{DDB9DB8C-73D0-4D55-A791-8008028697C3}" srcOrd="0" destOrd="0" presId="urn:microsoft.com/office/officeart/2005/8/layout/radial6"/>
    <dgm:cxn modelId="{B80B3BC1-C47E-4A8D-ABC9-66D91AEBEA58}" srcId="{2BD336CA-EA38-4E0F-BA08-CF9A321CD71C}" destId="{EB112D91-9D57-48F8-84D0-96E222B139CE}" srcOrd="0" destOrd="0" parTransId="{52492EB2-B7E5-4453-88E2-68B98E0FC4A5}" sibTransId="{FF4B98F5-FC3F-41DB-96AB-7E0A8A46358C}"/>
    <dgm:cxn modelId="{7747B1C4-5F04-4A38-9744-9FF425F8F6E2}" srcId="{2BD336CA-EA38-4E0F-BA08-CF9A321CD71C}" destId="{308D8A40-DEEC-478F-8091-BAE4C920D08D}" srcOrd="1" destOrd="0" parTransId="{0E7294AD-5BB4-48A1-98F2-5D6DDAD5B61C}" sibTransId="{DB6E5ED4-301B-4EDA-A228-FEC7E2391A11}"/>
    <dgm:cxn modelId="{562128C7-2C79-4DA9-BE4F-40A21427F09D}" srcId="{633D197F-5D48-4B35-A151-1035720108A2}" destId="{2BD336CA-EA38-4E0F-BA08-CF9A321CD71C}" srcOrd="0" destOrd="0" parTransId="{21487424-F5CE-4436-AC78-3916874C78D2}" sibTransId="{D1ECC7E2-D441-43DA-829A-505E5854AD8D}"/>
    <dgm:cxn modelId="{A162F9D0-4692-44C0-B02B-649EC22760B8}" type="presOf" srcId="{28429DCF-5A9B-41D6-8885-1018018EEB4F}" destId="{77CF36FE-EA3B-4758-8DF5-77DFA6E3D2D1}" srcOrd="0" destOrd="0" presId="urn:microsoft.com/office/officeart/2005/8/layout/radial6"/>
    <dgm:cxn modelId="{60BA64DB-7F43-4D86-9A48-4C9D32DEB4A9}" type="presOf" srcId="{308D8A40-DEEC-478F-8091-BAE4C920D08D}" destId="{FC9A8416-BC4D-457E-A773-5017FED6957A}" srcOrd="0" destOrd="0" presId="urn:microsoft.com/office/officeart/2005/8/layout/radial6"/>
    <dgm:cxn modelId="{C52D7BDC-CAD8-4896-9985-CFEEEF2A1D53}" type="presOf" srcId="{09F20276-2071-4CD4-A1E3-6A5574D1A045}" destId="{1B32C686-EC38-4D53-9220-F9E491DC3FAE}" srcOrd="0" destOrd="0" presId="urn:microsoft.com/office/officeart/2005/8/layout/radial6"/>
    <dgm:cxn modelId="{FB86FAFF-DA1B-4FA6-B0AD-26C78319A7E7}" type="presOf" srcId="{7953E622-1FF7-4FBA-8A20-C7EDBBFCF503}" destId="{B0B2ABDD-57E4-4B46-BEC7-0C75F2F41599}" srcOrd="0" destOrd="0" presId="urn:microsoft.com/office/officeart/2005/8/layout/radial6"/>
    <dgm:cxn modelId="{E416313C-685B-4A34-BCE5-DF0EEF5F6560}" type="presParOf" srcId="{DDB9DB8C-73D0-4D55-A791-8008028697C3}" destId="{86C8AE5F-AE0C-4E7B-8161-4D23A9BA3811}" srcOrd="0" destOrd="0" presId="urn:microsoft.com/office/officeart/2005/8/layout/radial6"/>
    <dgm:cxn modelId="{34A40D3A-B35A-49FB-8341-753DC4632A63}" type="presParOf" srcId="{DDB9DB8C-73D0-4D55-A791-8008028697C3}" destId="{75E5DCDD-C6E6-4043-ABDF-11C12AD011B2}" srcOrd="1" destOrd="0" presId="urn:microsoft.com/office/officeart/2005/8/layout/radial6"/>
    <dgm:cxn modelId="{F44D1B89-F196-41A6-AD20-00FB80619603}" type="presParOf" srcId="{DDB9DB8C-73D0-4D55-A791-8008028697C3}" destId="{061CA76F-E0E6-4C21-84CF-47DF63149EB4}" srcOrd="2" destOrd="0" presId="urn:microsoft.com/office/officeart/2005/8/layout/radial6"/>
    <dgm:cxn modelId="{4534AD6D-936A-4694-A216-D27AF0700B9C}" type="presParOf" srcId="{DDB9DB8C-73D0-4D55-A791-8008028697C3}" destId="{F90A93EF-E065-4AEE-AFEF-6CAE13694AB9}" srcOrd="3" destOrd="0" presId="urn:microsoft.com/office/officeart/2005/8/layout/radial6"/>
    <dgm:cxn modelId="{70B92337-683C-44D1-A6AA-4C52D3EB3C57}" type="presParOf" srcId="{DDB9DB8C-73D0-4D55-A791-8008028697C3}" destId="{FC9A8416-BC4D-457E-A773-5017FED6957A}" srcOrd="4" destOrd="0" presId="urn:microsoft.com/office/officeart/2005/8/layout/radial6"/>
    <dgm:cxn modelId="{4E9CC413-F442-4262-B280-EADA7BEC746D}" type="presParOf" srcId="{DDB9DB8C-73D0-4D55-A791-8008028697C3}" destId="{888709C3-CA3C-4675-8E5E-9C86A2F694BA}" srcOrd="5" destOrd="0" presId="urn:microsoft.com/office/officeart/2005/8/layout/radial6"/>
    <dgm:cxn modelId="{D2506683-832D-49ED-A636-CD4DA3E835A7}" type="presParOf" srcId="{DDB9DB8C-73D0-4D55-A791-8008028697C3}" destId="{85D3E8A1-92E7-4320-9A6F-9B0FC85E95DC}" srcOrd="6" destOrd="0" presId="urn:microsoft.com/office/officeart/2005/8/layout/radial6"/>
    <dgm:cxn modelId="{360A80B5-4D4A-44F4-9962-A89C96BBA8ED}" type="presParOf" srcId="{DDB9DB8C-73D0-4D55-A791-8008028697C3}" destId="{12E5B1B6-D567-4663-8AA4-D53706188D98}" srcOrd="7" destOrd="0" presId="urn:microsoft.com/office/officeart/2005/8/layout/radial6"/>
    <dgm:cxn modelId="{D628ADA7-6F51-42E4-8B3C-2D4E3D0DA002}" type="presParOf" srcId="{DDB9DB8C-73D0-4D55-A791-8008028697C3}" destId="{3445A991-C76E-42CC-81AE-F2970913F1F8}" srcOrd="8" destOrd="0" presId="urn:microsoft.com/office/officeart/2005/8/layout/radial6"/>
    <dgm:cxn modelId="{50C3AFBC-011B-4EFD-AD2B-3C5A76B0B837}" type="presParOf" srcId="{DDB9DB8C-73D0-4D55-A791-8008028697C3}" destId="{EB46E81C-0B21-4E42-8F64-7888D13F3C53}" srcOrd="9" destOrd="0" presId="urn:microsoft.com/office/officeart/2005/8/layout/radial6"/>
    <dgm:cxn modelId="{A8318AF5-D2D2-4729-B177-B6C2FD167781}" type="presParOf" srcId="{DDB9DB8C-73D0-4D55-A791-8008028697C3}" destId="{7901FAB2-45EE-412C-AA5F-A40012A92AE9}" srcOrd="10" destOrd="0" presId="urn:microsoft.com/office/officeart/2005/8/layout/radial6"/>
    <dgm:cxn modelId="{7B56A156-32B1-45F6-87C7-F65409B46BDA}" type="presParOf" srcId="{DDB9DB8C-73D0-4D55-A791-8008028697C3}" destId="{8F684346-EDBB-424C-8064-085F2986A7FB}" srcOrd="11" destOrd="0" presId="urn:microsoft.com/office/officeart/2005/8/layout/radial6"/>
    <dgm:cxn modelId="{9B1F2692-BF70-4DDC-83C0-C264E5B33BD0}" type="presParOf" srcId="{DDB9DB8C-73D0-4D55-A791-8008028697C3}" destId="{B0B2ABDD-57E4-4B46-BEC7-0C75F2F41599}" srcOrd="12" destOrd="0" presId="urn:microsoft.com/office/officeart/2005/8/layout/radial6"/>
    <dgm:cxn modelId="{0287C3A3-8D18-49C3-9535-FE2458913D0A}" type="presParOf" srcId="{DDB9DB8C-73D0-4D55-A791-8008028697C3}" destId="{77CF36FE-EA3B-4758-8DF5-77DFA6E3D2D1}" srcOrd="13" destOrd="0" presId="urn:microsoft.com/office/officeart/2005/8/layout/radial6"/>
    <dgm:cxn modelId="{13549FBC-CCCC-4517-AFED-194CEA834588}" type="presParOf" srcId="{DDB9DB8C-73D0-4D55-A791-8008028697C3}" destId="{A0CBB26E-ED4C-4A89-A28F-0A46B0308F6E}" srcOrd="14" destOrd="0" presId="urn:microsoft.com/office/officeart/2005/8/layout/radial6"/>
    <dgm:cxn modelId="{3BFAC492-D1B6-477F-BC35-55DC544815CC}" type="presParOf" srcId="{DDB9DB8C-73D0-4D55-A791-8008028697C3}" destId="{A330453E-245C-43C9-8804-EB30B126E434}" srcOrd="15" destOrd="0" presId="urn:microsoft.com/office/officeart/2005/8/layout/radial6"/>
    <dgm:cxn modelId="{373E4680-FE56-45AA-8D98-FE4B5AD48540}" type="presParOf" srcId="{DDB9DB8C-73D0-4D55-A791-8008028697C3}" destId="{1B32C686-EC38-4D53-9220-F9E491DC3FAE}" srcOrd="16" destOrd="0" presId="urn:microsoft.com/office/officeart/2005/8/layout/radial6"/>
    <dgm:cxn modelId="{A441BF32-E91A-4775-BBA8-A5381FD4D164}" type="presParOf" srcId="{DDB9DB8C-73D0-4D55-A791-8008028697C3}" destId="{327C3A44-DBA0-47A2-B867-175DF4348635}" srcOrd="17" destOrd="0" presId="urn:microsoft.com/office/officeart/2005/8/layout/radial6"/>
    <dgm:cxn modelId="{D17AF4F5-1AC5-4782-A739-186573C5DB27}" type="presParOf" srcId="{DDB9DB8C-73D0-4D55-A791-8008028697C3}" destId="{2F33336F-767C-4851-A0D8-60C8B56F1533}" srcOrd="18" destOrd="0" presId="urn:microsoft.com/office/officeart/2005/8/layout/radial6"/>
  </dgm:cxnLst>
  <dgm:bg/>
  <dgm:whole/>
  <dgm:extLst>
    <a:ext uri="http://schemas.microsoft.com/office/drawing/2008/diagram">
      <dsp:dataModelExt xmlns:dsp="http://schemas.microsoft.com/office/drawing/2008/diagram" relId="rId8"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AA56DC7B-7160-044E-B276-6F05D5F3A56F}" type="doc">
      <dgm:prSet loTypeId="urn:microsoft.com/office/officeart/2005/8/layout/process1" loCatId="" qsTypeId="urn:microsoft.com/office/officeart/2005/8/quickstyle/simple1" qsCatId="simple" csTypeId="urn:microsoft.com/office/officeart/2005/8/colors/colorful1" csCatId="colorful" phldr="1"/>
      <dgm:spPr/>
    </dgm:pt>
    <dgm:pt modelId="{CA8DA2E7-ACB7-EB41-BFBC-0F78FA77B09B}">
      <dgm:prSet phldrT="[Text]"/>
      <dgm:spPr/>
      <dgm:t>
        <a:bodyPr/>
        <a:lstStyle/>
        <a:p>
          <a:r>
            <a:rPr lang="en-US" b="0" i="0" dirty="0"/>
            <a:t>We tell students what they need to know</a:t>
          </a:r>
          <a:endParaRPr lang="en-GB" dirty="0"/>
        </a:p>
      </dgm:t>
    </dgm:pt>
    <dgm:pt modelId="{44CD7DC4-B656-954B-BD6E-D1F0BA5FF104}" type="parTrans" cxnId="{586BCAD5-0B5C-3747-93E3-2C38D7CD8A7E}">
      <dgm:prSet/>
      <dgm:spPr/>
      <dgm:t>
        <a:bodyPr/>
        <a:lstStyle/>
        <a:p>
          <a:endParaRPr lang="en-GB"/>
        </a:p>
      </dgm:t>
    </dgm:pt>
    <dgm:pt modelId="{05E53EAE-EDCA-4147-800C-3BCF20EA6D39}" type="sibTrans" cxnId="{586BCAD5-0B5C-3747-93E3-2C38D7CD8A7E}">
      <dgm:prSet/>
      <dgm:spPr/>
      <dgm:t>
        <a:bodyPr/>
        <a:lstStyle/>
        <a:p>
          <a:endParaRPr lang="en-GB"/>
        </a:p>
      </dgm:t>
    </dgm:pt>
    <dgm:pt modelId="{40C7384A-752F-F24D-804D-880D2D3E65B9}">
      <dgm:prSet phldrT="[Text]"/>
      <dgm:spPr/>
      <dgm:t>
        <a:bodyPr/>
        <a:lstStyle/>
        <a:p>
          <a:r>
            <a:rPr lang="en-US" b="0" i="0" dirty="0"/>
            <a:t>The students remember or save it</a:t>
          </a:r>
          <a:endParaRPr lang="en-GB" dirty="0"/>
        </a:p>
      </dgm:t>
    </dgm:pt>
    <dgm:pt modelId="{6EA10CC4-F597-AD42-9081-4CD1CE7FD3AF}" type="parTrans" cxnId="{BF624595-D898-FB44-8CDC-FA05208A9A36}">
      <dgm:prSet/>
      <dgm:spPr/>
      <dgm:t>
        <a:bodyPr/>
        <a:lstStyle/>
        <a:p>
          <a:endParaRPr lang="en-GB"/>
        </a:p>
      </dgm:t>
    </dgm:pt>
    <dgm:pt modelId="{4FEAC406-DB72-0E4D-ACA3-4552229AC644}" type="sibTrans" cxnId="{BF624595-D898-FB44-8CDC-FA05208A9A36}">
      <dgm:prSet/>
      <dgm:spPr/>
      <dgm:t>
        <a:bodyPr/>
        <a:lstStyle/>
        <a:p>
          <a:endParaRPr lang="en-GB"/>
        </a:p>
      </dgm:t>
    </dgm:pt>
    <dgm:pt modelId="{60204F18-7386-3A4E-8350-2DA4CD60169E}">
      <dgm:prSet phldrT="[Text]"/>
      <dgm:spPr/>
      <dgm:t>
        <a:bodyPr/>
        <a:lstStyle/>
        <a:p>
          <a:r>
            <a:rPr lang="en-US" b="0" i="0" dirty="0"/>
            <a:t>A task is given for them to demonstrate their knowledge</a:t>
          </a:r>
          <a:endParaRPr lang="en-GB" dirty="0"/>
        </a:p>
      </dgm:t>
    </dgm:pt>
    <dgm:pt modelId="{AD8C64CB-C49B-0043-9E0A-91869377D685}" type="parTrans" cxnId="{4C0859DC-0605-A540-89FA-E3444CC09527}">
      <dgm:prSet/>
      <dgm:spPr/>
      <dgm:t>
        <a:bodyPr/>
        <a:lstStyle/>
        <a:p>
          <a:endParaRPr lang="en-GB"/>
        </a:p>
      </dgm:t>
    </dgm:pt>
    <dgm:pt modelId="{6D3551B5-755A-6F4C-AEA8-48BE32F40B79}" type="sibTrans" cxnId="{4C0859DC-0605-A540-89FA-E3444CC09527}">
      <dgm:prSet/>
      <dgm:spPr/>
      <dgm:t>
        <a:bodyPr/>
        <a:lstStyle/>
        <a:p>
          <a:endParaRPr lang="en-GB"/>
        </a:p>
      </dgm:t>
    </dgm:pt>
    <dgm:pt modelId="{5300873C-D591-7B4F-B1DD-2C70B34D918D}" type="pres">
      <dgm:prSet presAssocID="{AA56DC7B-7160-044E-B276-6F05D5F3A56F}" presName="Name0" presStyleCnt="0">
        <dgm:presLayoutVars>
          <dgm:dir/>
          <dgm:resizeHandles val="exact"/>
        </dgm:presLayoutVars>
      </dgm:prSet>
      <dgm:spPr/>
    </dgm:pt>
    <dgm:pt modelId="{29627B44-3958-224E-BB16-627BFFFA0D78}" type="pres">
      <dgm:prSet presAssocID="{CA8DA2E7-ACB7-EB41-BFBC-0F78FA77B09B}" presName="node" presStyleLbl="node1" presStyleIdx="0" presStyleCnt="3">
        <dgm:presLayoutVars>
          <dgm:bulletEnabled val="1"/>
        </dgm:presLayoutVars>
      </dgm:prSet>
      <dgm:spPr/>
    </dgm:pt>
    <dgm:pt modelId="{ACA2B596-0AD0-754C-8953-223CD0951197}" type="pres">
      <dgm:prSet presAssocID="{05E53EAE-EDCA-4147-800C-3BCF20EA6D39}" presName="sibTrans" presStyleLbl="sibTrans2D1" presStyleIdx="0" presStyleCnt="2"/>
      <dgm:spPr/>
    </dgm:pt>
    <dgm:pt modelId="{F1349373-25EB-524C-BCCD-D379C7041645}" type="pres">
      <dgm:prSet presAssocID="{05E53EAE-EDCA-4147-800C-3BCF20EA6D39}" presName="connectorText" presStyleLbl="sibTrans2D1" presStyleIdx="0" presStyleCnt="2"/>
      <dgm:spPr/>
    </dgm:pt>
    <dgm:pt modelId="{BAA7EE46-416E-404A-BAF9-5FF560545B45}" type="pres">
      <dgm:prSet presAssocID="{40C7384A-752F-F24D-804D-880D2D3E65B9}" presName="node" presStyleLbl="node1" presStyleIdx="1" presStyleCnt="3">
        <dgm:presLayoutVars>
          <dgm:bulletEnabled val="1"/>
        </dgm:presLayoutVars>
      </dgm:prSet>
      <dgm:spPr/>
    </dgm:pt>
    <dgm:pt modelId="{1C42C9D5-BF05-2F4E-A571-670B5AF5E567}" type="pres">
      <dgm:prSet presAssocID="{4FEAC406-DB72-0E4D-ACA3-4552229AC644}" presName="sibTrans" presStyleLbl="sibTrans2D1" presStyleIdx="1" presStyleCnt="2"/>
      <dgm:spPr/>
    </dgm:pt>
    <dgm:pt modelId="{1F8ABDE0-67CF-7F4A-8909-D807251E8D19}" type="pres">
      <dgm:prSet presAssocID="{4FEAC406-DB72-0E4D-ACA3-4552229AC644}" presName="connectorText" presStyleLbl="sibTrans2D1" presStyleIdx="1" presStyleCnt="2"/>
      <dgm:spPr/>
    </dgm:pt>
    <dgm:pt modelId="{C2E4D42C-CAAB-4549-9ACE-C2B18BEFE5F5}" type="pres">
      <dgm:prSet presAssocID="{60204F18-7386-3A4E-8350-2DA4CD60169E}" presName="node" presStyleLbl="node1" presStyleIdx="2" presStyleCnt="3">
        <dgm:presLayoutVars>
          <dgm:bulletEnabled val="1"/>
        </dgm:presLayoutVars>
      </dgm:prSet>
      <dgm:spPr/>
    </dgm:pt>
  </dgm:ptLst>
  <dgm:cxnLst>
    <dgm:cxn modelId="{1BE01A06-6945-7B43-BB04-3B5C1A37EA8D}" type="presOf" srcId="{60204F18-7386-3A4E-8350-2DA4CD60169E}" destId="{C2E4D42C-CAAB-4549-9ACE-C2B18BEFE5F5}" srcOrd="0" destOrd="0" presId="urn:microsoft.com/office/officeart/2005/8/layout/process1"/>
    <dgm:cxn modelId="{63C0FE24-5C07-EF4D-BFB5-68221251889E}" type="presOf" srcId="{CA8DA2E7-ACB7-EB41-BFBC-0F78FA77B09B}" destId="{29627B44-3958-224E-BB16-627BFFFA0D78}" srcOrd="0" destOrd="0" presId="urn:microsoft.com/office/officeart/2005/8/layout/process1"/>
    <dgm:cxn modelId="{47C4812C-4273-894D-B42E-0F8BDD7AC966}" type="presOf" srcId="{4FEAC406-DB72-0E4D-ACA3-4552229AC644}" destId="{1F8ABDE0-67CF-7F4A-8909-D807251E8D19}" srcOrd="1" destOrd="0" presId="urn:microsoft.com/office/officeart/2005/8/layout/process1"/>
    <dgm:cxn modelId="{438DBB60-4AC4-8649-B62B-278E2F216731}" type="presOf" srcId="{4FEAC406-DB72-0E4D-ACA3-4552229AC644}" destId="{1C42C9D5-BF05-2F4E-A571-670B5AF5E567}" srcOrd="0" destOrd="0" presId="urn:microsoft.com/office/officeart/2005/8/layout/process1"/>
    <dgm:cxn modelId="{FF1F6853-BDC6-8647-8AB3-E13E58D7344C}" type="presOf" srcId="{05E53EAE-EDCA-4147-800C-3BCF20EA6D39}" destId="{ACA2B596-0AD0-754C-8953-223CD0951197}" srcOrd="0" destOrd="0" presId="urn:microsoft.com/office/officeart/2005/8/layout/process1"/>
    <dgm:cxn modelId="{386ADF75-8AD4-7A48-BDBB-7E29C8D02458}" type="presOf" srcId="{05E53EAE-EDCA-4147-800C-3BCF20EA6D39}" destId="{F1349373-25EB-524C-BCCD-D379C7041645}" srcOrd="1" destOrd="0" presId="urn:microsoft.com/office/officeart/2005/8/layout/process1"/>
    <dgm:cxn modelId="{BF624595-D898-FB44-8CDC-FA05208A9A36}" srcId="{AA56DC7B-7160-044E-B276-6F05D5F3A56F}" destId="{40C7384A-752F-F24D-804D-880D2D3E65B9}" srcOrd="1" destOrd="0" parTransId="{6EA10CC4-F597-AD42-9081-4CD1CE7FD3AF}" sibTransId="{4FEAC406-DB72-0E4D-ACA3-4552229AC644}"/>
    <dgm:cxn modelId="{BDDC64CB-4F71-C640-A112-E6DCF5D0E34D}" type="presOf" srcId="{40C7384A-752F-F24D-804D-880D2D3E65B9}" destId="{BAA7EE46-416E-404A-BAF9-5FF560545B45}" srcOrd="0" destOrd="0" presId="urn:microsoft.com/office/officeart/2005/8/layout/process1"/>
    <dgm:cxn modelId="{586BCAD5-0B5C-3747-93E3-2C38D7CD8A7E}" srcId="{AA56DC7B-7160-044E-B276-6F05D5F3A56F}" destId="{CA8DA2E7-ACB7-EB41-BFBC-0F78FA77B09B}" srcOrd="0" destOrd="0" parTransId="{44CD7DC4-B656-954B-BD6E-D1F0BA5FF104}" sibTransId="{05E53EAE-EDCA-4147-800C-3BCF20EA6D39}"/>
    <dgm:cxn modelId="{4C0859DC-0605-A540-89FA-E3444CC09527}" srcId="{AA56DC7B-7160-044E-B276-6F05D5F3A56F}" destId="{60204F18-7386-3A4E-8350-2DA4CD60169E}" srcOrd="2" destOrd="0" parTransId="{AD8C64CB-C49B-0043-9E0A-91869377D685}" sibTransId="{6D3551B5-755A-6F4C-AEA8-48BE32F40B79}"/>
    <dgm:cxn modelId="{E7BB29DF-BA9B-1540-BFF7-6E1EA310933C}" type="presOf" srcId="{AA56DC7B-7160-044E-B276-6F05D5F3A56F}" destId="{5300873C-D591-7B4F-B1DD-2C70B34D918D}" srcOrd="0" destOrd="0" presId="urn:microsoft.com/office/officeart/2005/8/layout/process1"/>
    <dgm:cxn modelId="{1E13EB36-E02B-0C47-986F-D306CF0158F2}" type="presParOf" srcId="{5300873C-D591-7B4F-B1DD-2C70B34D918D}" destId="{29627B44-3958-224E-BB16-627BFFFA0D78}" srcOrd="0" destOrd="0" presId="urn:microsoft.com/office/officeart/2005/8/layout/process1"/>
    <dgm:cxn modelId="{71C0A121-20AF-AA49-964A-8AAC6ACA1EA1}" type="presParOf" srcId="{5300873C-D591-7B4F-B1DD-2C70B34D918D}" destId="{ACA2B596-0AD0-754C-8953-223CD0951197}" srcOrd="1" destOrd="0" presId="urn:microsoft.com/office/officeart/2005/8/layout/process1"/>
    <dgm:cxn modelId="{DF689C50-D95E-104A-85E1-1777587772B9}" type="presParOf" srcId="{ACA2B596-0AD0-754C-8953-223CD0951197}" destId="{F1349373-25EB-524C-BCCD-D379C7041645}" srcOrd="0" destOrd="0" presId="urn:microsoft.com/office/officeart/2005/8/layout/process1"/>
    <dgm:cxn modelId="{F5D5511E-EE4E-9B46-BC33-02ECA18B3445}" type="presParOf" srcId="{5300873C-D591-7B4F-B1DD-2C70B34D918D}" destId="{BAA7EE46-416E-404A-BAF9-5FF560545B45}" srcOrd="2" destOrd="0" presId="urn:microsoft.com/office/officeart/2005/8/layout/process1"/>
    <dgm:cxn modelId="{534309AD-2762-6649-B59D-25EE9EA1DF92}" type="presParOf" srcId="{5300873C-D591-7B4F-B1DD-2C70B34D918D}" destId="{1C42C9D5-BF05-2F4E-A571-670B5AF5E567}" srcOrd="3" destOrd="0" presId="urn:microsoft.com/office/officeart/2005/8/layout/process1"/>
    <dgm:cxn modelId="{A82D63D7-597F-284A-91FF-AAEBD25EC8CD}" type="presParOf" srcId="{1C42C9D5-BF05-2F4E-A571-670B5AF5E567}" destId="{1F8ABDE0-67CF-7F4A-8909-D807251E8D19}" srcOrd="0" destOrd="0" presId="urn:microsoft.com/office/officeart/2005/8/layout/process1"/>
    <dgm:cxn modelId="{9A445664-B359-5F42-A1A0-5B1275C07C5F}" type="presParOf" srcId="{5300873C-D591-7B4F-B1DD-2C70B34D918D}" destId="{C2E4D42C-CAAB-4549-9ACE-C2B18BEFE5F5}"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A56DC7B-7160-044E-B276-6F05D5F3A56F}" type="doc">
      <dgm:prSet loTypeId="urn:microsoft.com/office/officeart/2005/8/layout/process1" loCatId="" qsTypeId="urn:microsoft.com/office/officeart/2005/8/quickstyle/simple1" qsCatId="simple" csTypeId="urn:microsoft.com/office/officeart/2005/8/colors/colorful1" csCatId="colorful" phldr="1"/>
      <dgm:spPr/>
    </dgm:pt>
    <dgm:pt modelId="{CA8DA2E7-ACB7-EB41-BFBC-0F78FA77B09B}">
      <dgm:prSet phldrT="[Text]"/>
      <dgm:spPr/>
      <dgm:t>
        <a:bodyPr/>
        <a:lstStyle/>
        <a:p>
          <a:r>
            <a:rPr lang="da-DK" b="0" i="0" dirty="0"/>
            <a:t>A problem is </a:t>
          </a:r>
          <a:r>
            <a:rPr lang="da-DK" b="0" i="0" dirty="0" err="1"/>
            <a:t>posed</a:t>
          </a:r>
          <a:endParaRPr lang="en-GB" dirty="0"/>
        </a:p>
      </dgm:t>
    </dgm:pt>
    <dgm:pt modelId="{44CD7DC4-B656-954B-BD6E-D1F0BA5FF104}" type="parTrans" cxnId="{586BCAD5-0B5C-3747-93E3-2C38D7CD8A7E}">
      <dgm:prSet/>
      <dgm:spPr/>
      <dgm:t>
        <a:bodyPr/>
        <a:lstStyle/>
        <a:p>
          <a:endParaRPr lang="en-GB"/>
        </a:p>
      </dgm:t>
    </dgm:pt>
    <dgm:pt modelId="{05E53EAE-EDCA-4147-800C-3BCF20EA6D39}" type="sibTrans" cxnId="{586BCAD5-0B5C-3747-93E3-2C38D7CD8A7E}">
      <dgm:prSet/>
      <dgm:spPr/>
      <dgm:t>
        <a:bodyPr/>
        <a:lstStyle/>
        <a:p>
          <a:endParaRPr lang="en-GB"/>
        </a:p>
      </dgm:t>
    </dgm:pt>
    <dgm:pt modelId="{40C7384A-752F-F24D-804D-880D2D3E65B9}">
      <dgm:prSet phldrT="[Text]"/>
      <dgm:spPr/>
      <dgm:t>
        <a:bodyPr/>
        <a:lstStyle/>
        <a:p>
          <a:r>
            <a:rPr lang="en-US" b="0" i="0" dirty="0"/>
            <a:t>The students must identify relevant knowledge</a:t>
          </a:r>
          <a:endParaRPr lang="en-GB" dirty="0"/>
        </a:p>
      </dgm:t>
    </dgm:pt>
    <dgm:pt modelId="{6EA10CC4-F597-AD42-9081-4CD1CE7FD3AF}" type="parTrans" cxnId="{BF624595-D898-FB44-8CDC-FA05208A9A36}">
      <dgm:prSet/>
      <dgm:spPr/>
      <dgm:t>
        <a:bodyPr/>
        <a:lstStyle/>
        <a:p>
          <a:endParaRPr lang="en-GB"/>
        </a:p>
      </dgm:t>
    </dgm:pt>
    <dgm:pt modelId="{4FEAC406-DB72-0E4D-ACA3-4552229AC644}" type="sibTrans" cxnId="{BF624595-D898-FB44-8CDC-FA05208A9A36}">
      <dgm:prSet/>
      <dgm:spPr/>
      <dgm:t>
        <a:bodyPr/>
        <a:lstStyle/>
        <a:p>
          <a:endParaRPr lang="en-GB"/>
        </a:p>
      </dgm:t>
    </dgm:pt>
    <dgm:pt modelId="{60204F18-7386-3A4E-8350-2DA4CD60169E}">
      <dgm:prSet phldrT="[Text]"/>
      <dgm:spPr/>
      <dgm:t>
        <a:bodyPr/>
        <a:lstStyle/>
        <a:p>
          <a:r>
            <a:rPr lang="en-US" b="0" i="0" dirty="0"/>
            <a:t>They learn to apply knowledge to the problem</a:t>
          </a:r>
          <a:endParaRPr lang="en-GB" dirty="0"/>
        </a:p>
      </dgm:t>
    </dgm:pt>
    <dgm:pt modelId="{AD8C64CB-C49B-0043-9E0A-91869377D685}" type="parTrans" cxnId="{4C0859DC-0605-A540-89FA-E3444CC09527}">
      <dgm:prSet/>
      <dgm:spPr/>
      <dgm:t>
        <a:bodyPr/>
        <a:lstStyle/>
        <a:p>
          <a:endParaRPr lang="en-GB"/>
        </a:p>
      </dgm:t>
    </dgm:pt>
    <dgm:pt modelId="{6D3551B5-755A-6F4C-AEA8-48BE32F40B79}" type="sibTrans" cxnId="{4C0859DC-0605-A540-89FA-E3444CC09527}">
      <dgm:prSet/>
      <dgm:spPr/>
      <dgm:t>
        <a:bodyPr/>
        <a:lstStyle/>
        <a:p>
          <a:endParaRPr lang="en-GB"/>
        </a:p>
      </dgm:t>
    </dgm:pt>
    <dgm:pt modelId="{5300873C-D591-7B4F-B1DD-2C70B34D918D}" type="pres">
      <dgm:prSet presAssocID="{AA56DC7B-7160-044E-B276-6F05D5F3A56F}" presName="Name0" presStyleCnt="0">
        <dgm:presLayoutVars>
          <dgm:dir/>
          <dgm:resizeHandles val="exact"/>
        </dgm:presLayoutVars>
      </dgm:prSet>
      <dgm:spPr/>
    </dgm:pt>
    <dgm:pt modelId="{29627B44-3958-224E-BB16-627BFFFA0D78}" type="pres">
      <dgm:prSet presAssocID="{CA8DA2E7-ACB7-EB41-BFBC-0F78FA77B09B}" presName="node" presStyleLbl="node1" presStyleIdx="0" presStyleCnt="3">
        <dgm:presLayoutVars>
          <dgm:bulletEnabled val="1"/>
        </dgm:presLayoutVars>
      </dgm:prSet>
      <dgm:spPr/>
    </dgm:pt>
    <dgm:pt modelId="{ACA2B596-0AD0-754C-8953-223CD0951197}" type="pres">
      <dgm:prSet presAssocID="{05E53EAE-EDCA-4147-800C-3BCF20EA6D39}" presName="sibTrans" presStyleLbl="sibTrans2D1" presStyleIdx="0" presStyleCnt="2"/>
      <dgm:spPr/>
    </dgm:pt>
    <dgm:pt modelId="{F1349373-25EB-524C-BCCD-D379C7041645}" type="pres">
      <dgm:prSet presAssocID="{05E53EAE-EDCA-4147-800C-3BCF20EA6D39}" presName="connectorText" presStyleLbl="sibTrans2D1" presStyleIdx="0" presStyleCnt="2"/>
      <dgm:spPr/>
    </dgm:pt>
    <dgm:pt modelId="{BAA7EE46-416E-404A-BAF9-5FF560545B45}" type="pres">
      <dgm:prSet presAssocID="{40C7384A-752F-F24D-804D-880D2D3E65B9}" presName="node" presStyleLbl="node1" presStyleIdx="1" presStyleCnt="3">
        <dgm:presLayoutVars>
          <dgm:bulletEnabled val="1"/>
        </dgm:presLayoutVars>
      </dgm:prSet>
      <dgm:spPr/>
    </dgm:pt>
    <dgm:pt modelId="{1C42C9D5-BF05-2F4E-A571-670B5AF5E567}" type="pres">
      <dgm:prSet presAssocID="{4FEAC406-DB72-0E4D-ACA3-4552229AC644}" presName="sibTrans" presStyleLbl="sibTrans2D1" presStyleIdx="1" presStyleCnt="2"/>
      <dgm:spPr/>
    </dgm:pt>
    <dgm:pt modelId="{1F8ABDE0-67CF-7F4A-8909-D807251E8D19}" type="pres">
      <dgm:prSet presAssocID="{4FEAC406-DB72-0E4D-ACA3-4552229AC644}" presName="connectorText" presStyleLbl="sibTrans2D1" presStyleIdx="1" presStyleCnt="2"/>
      <dgm:spPr/>
    </dgm:pt>
    <dgm:pt modelId="{C2E4D42C-CAAB-4549-9ACE-C2B18BEFE5F5}" type="pres">
      <dgm:prSet presAssocID="{60204F18-7386-3A4E-8350-2DA4CD60169E}" presName="node" presStyleLbl="node1" presStyleIdx="2" presStyleCnt="3">
        <dgm:presLayoutVars>
          <dgm:bulletEnabled val="1"/>
        </dgm:presLayoutVars>
      </dgm:prSet>
      <dgm:spPr/>
    </dgm:pt>
  </dgm:ptLst>
  <dgm:cxnLst>
    <dgm:cxn modelId="{1BE01A06-6945-7B43-BB04-3B5C1A37EA8D}" type="presOf" srcId="{60204F18-7386-3A4E-8350-2DA4CD60169E}" destId="{C2E4D42C-CAAB-4549-9ACE-C2B18BEFE5F5}" srcOrd="0" destOrd="0" presId="urn:microsoft.com/office/officeart/2005/8/layout/process1"/>
    <dgm:cxn modelId="{63C0FE24-5C07-EF4D-BFB5-68221251889E}" type="presOf" srcId="{CA8DA2E7-ACB7-EB41-BFBC-0F78FA77B09B}" destId="{29627B44-3958-224E-BB16-627BFFFA0D78}" srcOrd="0" destOrd="0" presId="urn:microsoft.com/office/officeart/2005/8/layout/process1"/>
    <dgm:cxn modelId="{47C4812C-4273-894D-B42E-0F8BDD7AC966}" type="presOf" srcId="{4FEAC406-DB72-0E4D-ACA3-4552229AC644}" destId="{1F8ABDE0-67CF-7F4A-8909-D807251E8D19}" srcOrd="1" destOrd="0" presId="urn:microsoft.com/office/officeart/2005/8/layout/process1"/>
    <dgm:cxn modelId="{438DBB60-4AC4-8649-B62B-278E2F216731}" type="presOf" srcId="{4FEAC406-DB72-0E4D-ACA3-4552229AC644}" destId="{1C42C9D5-BF05-2F4E-A571-670B5AF5E567}" srcOrd="0" destOrd="0" presId="urn:microsoft.com/office/officeart/2005/8/layout/process1"/>
    <dgm:cxn modelId="{FF1F6853-BDC6-8647-8AB3-E13E58D7344C}" type="presOf" srcId="{05E53EAE-EDCA-4147-800C-3BCF20EA6D39}" destId="{ACA2B596-0AD0-754C-8953-223CD0951197}" srcOrd="0" destOrd="0" presId="urn:microsoft.com/office/officeart/2005/8/layout/process1"/>
    <dgm:cxn modelId="{386ADF75-8AD4-7A48-BDBB-7E29C8D02458}" type="presOf" srcId="{05E53EAE-EDCA-4147-800C-3BCF20EA6D39}" destId="{F1349373-25EB-524C-BCCD-D379C7041645}" srcOrd="1" destOrd="0" presId="urn:microsoft.com/office/officeart/2005/8/layout/process1"/>
    <dgm:cxn modelId="{BF624595-D898-FB44-8CDC-FA05208A9A36}" srcId="{AA56DC7B-7160-044E-B276-6F05D5F3A56F}" destId="{40C7384A-752F-F24D-804D-880D2D3E65B9}" srcOrd="1" destOrd="0" parTransId="{6EA10CC4-F597-AD42-9081-4CD1CE7FD3AF}" sibTransId="{4FEAC406-DB72-0E4D-ACA3-4552229AC644}"/>
    <dgm:cxn modelId="{BDDC64CB-4F71-C640-A112-E6DCF5D0E34D}" type="presOf" srcId="{40C7384A-752F-F24D-804D-880D2D3E65B9}" destId="{BAA7EE46-416E-404A-BAF9-5FF560545B45}" srcOrd="0" destOrd="0" presId="urn:microsoft.com/office/officeart/2005/8/layout/process1"/>
    <dgm:cxn modelId="{586BCAD5-0B5C-3747-93E3-2C38D7CD8A7E}" srcId="{AA56DC7B-7160-044E-B276-6F05D5F3A56F}" destId="{CA8DA2E7-ACB7-EB41-BFBC-0F78FA77B09B}" srcOrd="0" destOrd="0" parTransId="{44CD7DC4-B656-954B-BD6E-D1F0BA5FF104}" sibTransId="{05E53EAE-EDCA-4147-800C-3BCF20EA6D39}"/>
    <dgm:cxn modelId="{4C0859DC-0605-A540-89FA-E3444CC09527}" srcId="{AA56DC7B-7160-044E-B276-6F05D5F3A56F}" destId="{60204F18-7386-3A4E-8350-2DA4CD60169E}" srcOrd="2" destOrd="0" parTransId="{AD8C64CB-C49B-0043-9E0A-91869377D685}" sibTransId="{6D3551B5-755A-6F4C-AEA8-48BE32F40B79}"/>
    <dgm:cxn modelId="{E7BB29DF-BA9B-1540-BFF7-6E1EA310933C}" type="presOf" srcId="{AA56DC7B-7160-044E-B276-6F05D5F3A56F}" destId="{5300873C-D591-7B4F-B1DD-2C70B34D918D}" srcOrd="0" destOrd="0" presId="urn:microsoft.com/office/officeart/2005/8/layout/process1"/>
    <dgm:cxn modelId="{1E13EB36-E02B-0C47-986F-D306CF0158F2}" type="presParOf" srcId="{5300873C-D591-7B4F-B1DD-2C70B34D918D}" destId="{29627B44-3958-224E-BB16-627BFFFA0D78}" srcOrd="0" destOrd="0" presId="urn:microsoft.com/office/officeart/2005/8/layout/process1"/>
    <dgm:cxn modelId="{71C0A121-20AF-AA49-964A-8AAC6ACA1EA1}" type="presParOf" srcId="{5300873C-D591-7B4F-B1DD-2C70B34D918D}" destId="{ACA2B596-0AD0-754C-8953-223CD0951197}" srcOrd="1" destOrd="0" presId="urn:microsoft.com/office/officeart/2005/8/layout/process1"/>
    <dgm:cxn modelId="{DF689C50-D95E-104A-85E1-1777587772B9}" type="presParOf" srcId="{ACA2B596-0AD0-754C-8953-223CD0951197}" destId="{F1349373-25EB-524C-BCCD-D379C7041645}" srcOrd="0" destOrd="0" presId="urn:microsoft.com/office/officeart/2005/8/layout/process1"/>
    <dgm:cxn modelId="{F5D5511E-EE4E-9B46-BC33-02ECA18B3445}" type="presParOf" srcId="{5300873C-D591-7B4F-B1DD-2C70B34D918D}" destId="{BAA7EE46-416E-404A-BAF9-5FF560545B45}" srcOrd="2" destOrd="0" presId="urn:microsoft.com/office/officeart/2005/8/layout/process1"/>
    <dgm:cxn modelId="{534309AD-2762-6649-B59D-25EE9EA1DF92}" type="presParOf" srcId="{5300873C-D591-7B4F-B1DD-2C70B34D918D}" destId="{1C42C9D5-BF05-2F4E-A571-670B5AF5E567}" srcOrd="3" destOrd="0" presId="urn:microsoft.com/office/officeart/2005/8/layout/process1"/>
    <dgm:cxn modelId="{A82D63D7-597F-284A-91FF-AAEBD25EC8CD}" type="presParOf" srcId="{1C42C9D5-BF05-2F4E-A571-670B5AF5E567}" destId="{1F8ABDE0-67CF-7F4A-8909-D807251E8D19}" srcOrd="0" destOrd="0" presId="urn:microsoft.com/office/officeart/2005/8/layout/process1"/>
    <dgm:cxn modelId="{9A445664-B359-5F42-A1A0-5B1275C07C5F}" type="presParOf" srcId="{5300873C-D591-7B4F-B1DD-2C70B34D918D}" destId="{C2E4D42C-CAAB-4549-9ACE-C2B18BEFE5F5}" srcOrd="4"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33336F-767C-4851-A0D8-60C8B56F1533}">
      <dsp:nvSpPr>
        <dsp:cNvPr id="0" name=""/>
        <dsp:cNvSpPr/>
      </dsp:nvSpPr>
      <dsp:spPr>
        <a:xfrm>
          <a:off x="1268796" y="394148"/>
          <a:ext cx="2710294" cy="2710294"/>
        </a:xfrm>
        <a:prstGeom prst="blockArc">
          <a:avLst>
            <a:gd name="adj1" fmla="val 12600000"/>
            <a:gd name="adj2" fmla="val 16200000"/>
            <a:gd name="adj3" fmla="val 4508"/>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330453E-245C-43C9-8804-EB30B126E434}">
      <dsp:nvSpPr>
        <dsp:cNvPr id="0" name=""/>
        <dsp:cNvSpPr/>
      </dsp:nvSpPr>
      <dsp:spPr>
        <a:xfrm>
          <a:off x="1266355" y="398358"/>
          <a:ext cx="2710294" cy="2710294"/>
        </a:xfrm>
        <a:prstGeom prst="blockArc">
          <a:avLst>
            <a:gd name="adj1" fmla="val 9012603"/>
            <a:gd name="adj2" fmla="val 12612630"/>
            <a:gd name="adj3" fmla="val 4508"/>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0B2ABDD-57E4-4B46-BEC7-0C75F2F41599}">
      <dsp:nvSpPr>
        <dsp:cNvPr id="0" name=""/>
        <dsp:cNvSpPr/>
      </dsp:nvSpPr>
      <dsp:spPr>
        <a:xfrm>
          <a:off x="1263940" y="394157"/>
          <a:ext cx="2710294" cy="2710294"/>
        </a:xfrm>
        <a:prstGeom prst="blockArc">
          <a:avLst>
            <a:gd name="adj1" fmla="val 5387397"/>
            <a:gd name="adj2" fmla="val 9000026"/>
            <a:gd name="adj3" fmla="val 4508"/>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B46E81C-0B21-4E42-8F64-7888D13F3C53}">
      <dsp:nvSpPr>
        <dsp:cNvPr id="0" name=""/>
        <dsp:cNvSpPr/>
      </dsp:nvSpPr>
      <dsp:spPr>
        <a:xfrm>
          <a:off x="1268796" y="394148"/>
          <a:ext cx="2710294" cy="2710294"/>
        </a:xfrm>
        <a:prstGeom prst="blockArc">
          <a:avLst>
            <a:gd name="adj1" fmla="val 1800000"/>
            <a:gd name="adj2" fmla="val 5400000"/>
            <a:gd name="adj3" fmla="val 4508"/>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5D3E8A1-92E7-4320-9A6F-9B0FC85E95DC}">
      <dsp:nvSpPr>
        <dsp:cNvPr id="0" name=""/>
        <dsp:cNvSpPr/>
      </dsp:nvSpPr>
      <dsp:spPr>
        <a:xfrm>
          <a:off x="1268796" y="394148"/>
          <a:ext cx="2710294" cy="2710294"/>
        </a:xfrm>
        <a:prstGeom prst="blockArc">
          <a:avLst>
            <a:gd name="adj1" fmla="val 19800000"/>
            <a:gd name="adj2" fmla="val 1800000"/>
            <a:gd name="adj3" fmla="val 4508"/>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90A93EF-E065-4AEE-AFEF-6CAE13694AB9}">
      <dsp:nvSpPr>
        <dsp:cNvPr id="0" name=""/>
        <dsp:cNvSpPr/>
      </dsp:nvSpPr>
      <dsp:spPr>
        <a:xfrm>
          <a:off x="1268796" y="394148"/>
          <a:ext cx="2710294" cy="2710294"/>
        </a:xfrm>
        <a:prstGeom prst="blockArc">
          <a:avLst>
            <a:gd name="adj1" fmla="val 16200000"/>
            <a:gd name="adj2" fmla="val 19800000"/>
            <a:gd name="adj3" fmla="val 4508"/>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6C8AE5F-AE0C-4E7B-8161-4D23A9BA3811}">
      <dsp:nvSpPr>
        <dsp:cNvPr id="0" name=""/>
        <dsp:cNvSpPr/>
      </dsp:nvSpPr>
      <dsp:spPr>
        <a:xfrm>
          <a:off x="2017925" y="1143277"/>
          <a:ext cx="1212036" cy="1212036"/>
        </a:xfrm>
        <a:prstGeom prst="ellipse">
          <a:avLst/>
        </a:prstGeom>
        <a:solidFill>
          <a:srgbClr val="D7D3C5"/>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r>
            <a:rPr lang="en-GB" sz="1200" b="1" kern="1200" noProof="0" dirty="0">
              <a:latin typeface="Garamond" panose="02020404030301010803" pitchFamily="18" charset="0"/>
            </a:rPr>
            <a:t>STEM ACADEMY</a:t>
          </a:r>
        </a:p>
      </dsp:txBody>
      <dsp:txXfrm>
        <a:off x="2195424" y="1320776"/>
        <a:ext cx="857038" cy="857038"/>
      </dsp:txXfrm>
    </dsp:sp>
    <dsp:sp modelId="{75E5DCDD-C6E6-4043-ABDF-11C12AD011B2}">
      <dsp:nvSpPr>
        <dsp:cNvPr id="0" name=""/>
        <dsp:cNvSpPr/>
      </dsp:nvSpPr>
      <dsp:spPr>
        <a:xfrm>
          <a:off x="2199731" y="479"/>
          <a:ext cx="848425" cy="848425"/>
        </a:xfrm>
        <a:prstGeom prst="ellipse">
          <a:avLst/>
        </a:prstGeom>
        <a:solidFill>
          <a:srgbClr val="D7D3C5"/>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GB" sz="1600" kern="1200" noProof="0" dirty="0"/>
        </a:p>
      </dsp:txBody>
      <dsp:txXfrm>
        <a:off x="2323980" y="124728"/>
        <a:ext cx="599927" cy="599927"/>
      </dsp:txXfrm>
    </dsp:sp>
    <dsp:sp modelId="{FC9A8416-BC4D-457E-A773-5017FED6957A}">
      <dsp:nvSpPr>
        <dsp:cNvPr id="0" name=""/>
        <dsp:cNvSpPr/>
      </dsp:nvSpPr>
      <dsp:spPr>
        <a:xfrm>
          <a:off x="3346871" y="662781"/>
          <a:ext cx="848425" cy="848425"/>
        </a:xfrm>
        <a:prstGeom prst="ellipse">
          <a:avLst/>
        </a:prstGeom>
        <a:solidFill>
          <a:srgbClr val="D7D3C5"/>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GB" sz="3600" kern="1200" noProof="0" dirty="0"/>
        </a:p>
      </dsp:txBody>
      <dsp:txXfrm>
        <a:off x="3471120" y="787030"/>
        <a:ext cx="599927" cy="599927"/>
      </dsp:txXfrm>
    </dsp:sp>
    <dsp:sp modelId="{12E5B1B6-D567-4663-8AA4-D53706188D98}">
      <dsp:nvSpPr>
        <dsp:cNvPr id="0" name=""/>
        <dsp:cNvSpPr/>
      </dsp:nvSpPr>
      <dsp:spPr>
        <a:xfrm>
          <a:off x="3346871" y="1987385"/>
          <a:ext cx="848425" cy="848425"/>
        </a:xfrm>
        <a:prstGeom prst="ellipse">
          <a:avLst/>
        </a:prstGeom>
        <a:solidFill>
          <a:srgbClr val="D7D3C5"/>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GB" sz="3600" kern="1200" noProof="0" dirty="0"/>
        </a:p>
      </dsp:txBody>
      <dsp:txXfrm>
        <a:off x="3471120" y="2111634"/>
        <a:ext cx="599927" cy="599927"/>
      </dsp:txXfrm>
    </dsp:sp>
    <dsp:sp modelId="{7901FAB2-45EE-412C-AA5F-A40012A92AE9}">
      <dsp:nvSpPr>
        <dsp:cNvPr id="0" name=""/>
        <dsp:cNvSpPr/>
      </dsp:nvSpPr>
      <dsp:spPr>
        <a:xfrm>
          <a:off x="2199731" y="2649687"/>
          <a:ext cx="848425" cy="848425"/>
        </a:xfrm>
        <a:prstGeom prst="ellipse">
          <a:avLst/>
        </a:prstGeom>
        <a:solidFill>
          <a:srgbClr val="D7D3C5"/>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GB" sz="1600" kern="1200" noProof="0" dirty="0"/>
        </a:p>
      </dsp:txBody>
      <dsp:txXfrm>
        <a:off x="2323980" y="2773936"/>
        <a:ext cx="599927" cy="599927"/>
      </dsp:txXfrm>
    </dsp:sp>
    <dsp:sp modelId="{77CF36FE-EA3B-4758-8DF5-77DFA6E3D2D1}">
      <dsp:nvSpPr>
        <dsp:cNvPr id="0" name=""/>
        <dsp:cNvSpPr/>
      </dsp:nvSpPr>
      <dsp:spPr>
        <a:xfrm>
          <a:off x="1047729" y="1987385"/>
          <a:ext cx="848425" cy="848425"/>
        </a:xfrm>
        <a:prstGeom prst="ellipse">
          <a:avLst/>
        </a:prstGeom>
        <a:solidFill>
          <a:srgbClr val="D7D3C5"/>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GB" sz="1600" kern="1200" noProof="0" dirty="0"/>
        </a:p>
      </dsp:txBody>
      <dsp:txXfrm>
        <a:off x="1171978" y="2111634"/>
        <a:ext cx="599927" cy="599927"/>
      </dsp:txXfrm>
    </dsp:sp>
    <dsp:sp modelId="{1B32C686-EC38-4D53-9220-F9E491DC3FAE}">
      <dsp:nvSpPr>
        <dsp:cNvPr id="0" name=""/>
        <dsp:cNvSpPr/>
      </dsp:nvSpPr>
      <dsp:spPr>
        <a:xfrm>
          <a:off x="1052590" y="662781"/>
          <a:ext cx="848425" cy="848425"/>
        </a:xfrm>
        <a:prstGeom prst="ellipse">
          <a:avLst/>
        </a:prstGeom>
        <a:solidFill>
          <a:srgbClr val="D7D3C5"/>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GB" sz="1600" kern="1200" noProof="0" dirty="0"/>
        </a:p>
      </dsp:txBody>
      <dsp:txXfrm>
        <a:off x="1176839" y="787030"/>
        <a:ext cx="599927" cy="5999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627B44-3958-224E-BB16-627BFFFA0D78}">
      <dsp:nvSpPr>
        <dsp:cNvPr id="0" name=""/>
        <dsp:cNvSpPr/>
      </dsp:nvSpPr>
      <dsp:spPr>
        <a:xfrm>
          <a:off x="5060" y="129032"/>
          <a:ext cx="1512424" cy="1335482"/>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i="0" kern="1200" dirty="0"/>
            <a:t>We tell students what they need to know</a:t>
          </a:r>
          <a:endParaRPr lang="en-GB" sz="1700" kern="1200" dirty="0"/>
        </a:p>
      </dsp:txBody>
      <dsp:txXfrm>
        <a:off x="44175" y="168147"/>
        <a:ext cx="1434194" cy="1257252"/>
      </dsp:txXfrm>
    </dsp:sp>
    <dsp:sp modelId="{ACA2B596-0AD0-754C-8953-223CD0951197}">
      <dsp:nvSpPr>
        <dsp:cNvPr id="0" name=""/>
        <dsp:cNvSpPr/>
      </dsp:nvSpPr>
      <dsp:spPr>
        <a:xfrm>
          <a:off x="1668726" y="609232"/>
          <a:ext cx="320633" cy="375081"/>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1668726" y="684248"/>
        <a:ext cx="224443" cy="225049"/>
      </dsp:txXfrm>
    </dsp:sp>
    <dsp:sp modelId="{BAA7EE46-416E-404A-BAF9-5FF560545B45}">
      <dsp:nvSpPr>
        <dsp:cNvPr id="0" name=""/>
        <dsp:cNvSpPr/>
      </dsp:nvSpPr>
      <dsp:spPr>
        <a:xfrm>
          <a:off x="2122454" y="129032"/>
          <a:ext cx="1512424" cy="1335482"/>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i="0" kern="1200" dirty="0"/>
            <a:t>The students remember or save it</a:t>
          </a:r>
          <a:endParaRPr lang="en-GB" sz="1700" kern="1200" dirty="0"/>
        </a:p>
      </dsp:txBody>
      <dsp:txXfrm>
        <a:off x="2161569" y="168147"/>
        <a:ext cx="1434194" cy="1257252"/>
      </dsp:txXfrm>
    </dsp:sp>
    <dsp:sp modelId="{1C42C9D5-BF05-2F4E-A571-670B5AF5E567}">
      <dsp:nvSpPr>
        <dsp:cNvPr id="0" name=""/>
        <dsp:cNvSpPr/>
      </dsp:nvSpPr>
      <dsp:spPr>
        <a:xfrm>
          <a:off x="3786121" y="609232"/>
          <a:ext cx="320633" cy="375081"/>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3786121" y="684248"/>
        <a:ext cx="224443" cy="225049"/>
      </dsp:txXfrm>
    </dsp:sp>
    <dsp:sp modelId="{C2E4D42C-CAAB-4549-9ACE-C2B18BEFE5F5}">
      <dsp:nvSpPr>
        <dsp:cNvPr id="0" name=""/>
        <dsp:cNvSpPr/>
      </dsp:nvSpPr>
      <dsp:spPr>
        <a:xfrm>
          <a:off x="4239848" y="129032"/>
          <a:ext cx="1512424" cy="1335482"/>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i="0" kern="1200" dirty="0"/>
            <a:t>A task is given for them to demonstrate their knowledge</a:t>
          </a:r>
          <a:endParaRPr lang="en-GB" sz="1700" kern="1200" dirty="0"/>
        </a:p>
      </dsp:txBody>
      <dsp:txXfrm>
        <a:off x="4278963" y="168147"/>
        <a:ext cx="1434194" cy="125725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627B44-3958-224E-BB16-627BFFFA0D78}">
      <dsp:nvSpPr>
        <dsp:cNvPr id="0" name=""/>
        <dsp:cNvSpPr/>
      </dsp:nvSpPr>
      <dsp:spPr>
        <a:xfrm>
          <a:off x="5060" y="215435"/>
          <a:ext cx="1512424" cy="116267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da-DK" sz="1800" b="0" i="0" kern="1200" dirty="0"/>
            <a:t>A problem is </a:t>
          </a:r>
          <a:r>
            <a:rPr lang="da-DK" sz="1800" b="0" i="0" kern="1200" dirty="0" err="1"/>
            <a:t>posed</a:t>
          </a:r>
          <a:endParaRPr lang="en-GB" sz="1800" kern="1200" dirty="0"/>
        </a:p>
      </dsp:txBody>
      <dsp:txXfrm>
        <a:off x="39114" y="249489"/>
        <a:ext cx="1444316" cy="1094568"/>
      </dsp:txXfrm>
    </dsp:sp>
    <dsp:sp modelId="{ACA2B596-0AD0-754C-8953-223CD0951197}">
      <dsp:nvSpPr>
        <dsp:cNvPr id="0" name=""/>
        <dsp:cNvSpPr/>
      </dsp:nvSpPr>
      <dsp:spPr>
        <a:xfrm>
          <a:off x="1668726" y="609232"/>
          <a:ext cx="320633" cy="375081"/>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1668726" y="684248"/>
        <a:ext cx="224443" cy="225049"/>
      </dsp:txXfrm>
    </dsp:sp>
    <dsp:sp modelId="{BAA7EE46-416E-404A-BAF9-5FF560545B45}">
      <dsp:nvSpPr>
        <dsp:cNvPr id="0" name=""/>
        <dsp:cNvSpPr/>
      </dsp:nvSpPr>
      <dsp:spPr>
        <a:xfrm>
          <a:off x="2122454" y="215435"/>
          <a:ext cx="1512424" cy="116267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The students must identify relevant knowledge</a:t>
          </a:r>
          <a:endParaRPr lang="en-GB" sz="1800" kern="1200" dirty="0"/>
        </a:p>
      </dsp:txBody>
      <dsp:txXfrm>
        <a:off x="2156508" y="249489"/>
        <a:ext cx="1444316" cy="1094568"/>
      </dsp:txXfrm>
    </dsp:sp>
    <dsp:sp modelId="{1C42C9D5-BF05-2F4E-A571-670B5AF5E567}">
      <dsp:nvSpPr>
        <dsp:cNvPr id="0" name=""/>
        <dsp:cNvSpPr/>
      </dsp:nvSpPr>
      <dsp:spPr>
        <a:xfrm>
          <a:off x="3786121" y="609232"/>
          <a:ext cx="320633" cy="375081"/>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GB" sz="1400" kern="1200"/>
        </a:p>
      </dsp:txBody>
      <dsp:txXfrm>
        <a:off x="3786121" y="684248"/>
        <a:ext cx="224443" cy="225049"/>
      </dsp:txXfrm>
    </dsp:sp>
    <dsp:sp modelId="{C2E4D42C-CAAB-4549-9ACE-C2B18BEFE5F5}">
      <dsp:nvSpPr>
        <dsp:cNvPr id="0" name=""/>
        <dsp:cNvSpPr/>
      </dsp:nvSpPr>
      <dsp:spPr>
        <a:xfrm>
          <a:off x="4239848" y="215435"/>
          <a:ext cx="1512424" cy="116267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They learn to apply knowledge to the problem</a:t>
          </a:r>
          <a:endParaRPr lang="en-GB" sz="1800" kern="1200" dirty="0"/>
        </a:p>
      </dsp:txBody>
      <dsp:txXfrm>
        <a:off x="4273902" y="249489"/>
        <a:ext cx="1444316" cy="1094568"/>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4"/>
            <a:ext cx="3169473" cy="482567"/>
          </a:xfrm>
          <a:prstGeom prst="rect">
            <a:avLst/>
          </a:prstGeom>
        </p:spPr>
        <p:txBody>
          <a:bodyPr vert="horz" lIns="113285" tIns="56643" rIns="113285" bIns="56643" rtlCol="0"/>
          <a:lstStyle>
            <a:lvl1pPr algn="l">
              <a:defRPr sz="1500"/>
            </a:lvl1pPr>
          </a:lstStyle>
          <a:p>
            <a:endParaRPr lang="en-GB"/>
          </a:p>
        </p:txBody>
      </p:sp>
      <p:sp>
        <p:nvSpPr>
          <p:cNvPr id="3" name="Pladsholder til dato 2"/>
          <p:cNvSpPr>
            <a:spLocks noGrp="1"/>
          </p:cNvSpPr>
          <p:nvPr>
            <p:ph type="dt" idx="1"/>
          </p:nvPr>
        </p:nvSpPr>
        <p:spPr>
          <a:xfrm>
            <a:off x="4143040" y="4"/>
            <a:ext cx="3170816" cy="482567"/>
          </a:xfrm>
          <a:prstGeom prst="rect">
            <a:avLst/>
          </a:prstGeom>
        </p:spPr>
        <p:txBody>
          <a:bodyPr vert="horz" lIns="113285" tIns="56643" rIns="113285" bIns="56643" rtlCol="0"/>
          <a:lstStyle>
            <a:lvl1pPr algn="r">
              <a:defRPr sz="1500"/>
            </a:lvl1pPr>
          </a:lstStyle>
          <a:p>
            <a:fld id="{13E86DF5-5108-4A22-B49A-D5CA3CD3F36F}" type="datetimeFigureOut">
              <a:rPr lang="en-GB" smtClean="0"/>
              <a:t>26/05/2026</a:t>
            </a:fld>
            <a:endParaRPr lang="en-GB"/>
          </a:p>
        </p:txBody>
      </p:sp>
      <p:sp>
        <p:nvSpPr>
          <p:cNvPr id="4" name="Pladsholder til slidebillede 3"/>
          <p:cNvSpPr>
            <a:spLocks noGrp="1" noRot="1" noChangeAspect="1"/>
          </p:cNvSpPr>
          <p:nvPr>
            <p:ph type="sldImg" idx="2"/>
          </p:nvPr>
        </p:nvSpPr>
        <p:spPr>
          <a:xfrm>
            <a:off x="781050" y="1200150"/>
            <a:ext cx="5753100" cy="3240088"/>
          </a:xfrm>
          <a:prstGeom prst="rect">
            <a:avLst/>
          </a:prstGeom>
          <a:noFill/>
          <a:ln w="12700">
            <a:solidFill>
              <a:prstClr val="black"/>
            </a:solidFill>
          </a:ln>
        </p:spPr>
        <p:txBody>
          <a:bodyPr vert="horz" lIns="113285" tIns="56643" rIns="113285" bIns="56643" rtlCol="0" anchor="ctr"/>
          <a:lstStyle/>
          <a:p>
            <a:endParaRPr lang="en-GB"/>
          </a:p>
        </p:txBody>
      </p:sp>
      <p:sp>
        <p:nvSpPr>
          <p:cNvPr id="5" name="Pladsholder til noter 4"/>
          <p:cNvSpPr>
            <a:spLocks noGrp="1"/>
          </p:cNvSpPr>
          <p:nvPr>
            <p:ph type="body" sz="quarter" idx="3"/>
          </p:nvPr>
        </p:nvSpPr>
        <p:spPr>
          <a:xfrm>
            <a:off x="731520" y="4621991"/>
            <a:ext cx="5852160" cy="3779061"/>
          </a:xfrm>
          <a:prstGeom prst="rect">
            <a:avLst/>
          </a:prstGeom>
        </p:spPr>
        <p:txBody>
          <a:bodyPr vert="horz" lIns="113285" tIns="56643" rIns="113285" bIns="56643"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GB"/>
          </a:p>
        </p:txBody>
      </p:sp>
      <p:sp>
        <p:nvSpPr>
          <p:cNvPr id="6" name="Pladsholder til sidefod 5"/>
          <p:cNvSpPr>
            <a:spLocks noGrp="1"/>
          </p:cNvSpPr>
          <p:nvPr>
            <p:ph type="ftr" sz="quarter" idx="4"/>
          </p:nvPr>
        </p:nvSpPr>
        <p:spPr>
          <a:xfrm>
            <a:off x="0" y="9118637"/>
            <a:ext cx="3169473" cy="482567"/>
          </a:xfrm>
          <a:prstGeom prst="rect">
            <a:avLst/>
          </a:prstGeom>
        </p:spPr>
        <p:txBody>
          <a:bodyPr vert="horz" lIns="113285" tIns="56643" rIns="113285" bIns="56643" rtlCol="0" anchor="b"/>
          <a:lstStyle>
            <a:lvl1pPr algn="l">
              <a:defRPr sz="1500"/>
            </a:lvl1pPr>
          </a:lstStyle>
          <a:p>
            <a:endParaRPr lang="en-GB"/>
          </a:p>
        </p:txBody>
      </p:sp>
      <p:sp>
        <p:nvSpPr>
          <p:cNvPr id="7" name="Pladsholder til slidenummer 6"/>
          <p:cNvSpPr>
            <a:spLocks noGrp="1"/>
          </p:cNvSpPr>
          <p:nvPr>
            <p:ph type="sldNum" sz="quarter" idx="5"/>
          </p:nvPr>
        </p:nvSpPr>
        <p:spPr>
          <a:xfrm>
            <a:off x="4143040" y="9118637"/>
            <a:ext cx="3170816" cy="482567"/>
          </a:xfrm>
          <a:prstGeom prst="rect">
            <a:avLst/>
          </a:prstGeom>
        </p:spPr>
        <p:txBody>
          <a:bodyPr vert="horz" lIns="113285" tIns="56643" rIns="113285" bIns="56643" rtlCol="0" anchor="b"/>
          <a:lstStyle>
            <a:lvl1pPr algn="r">
              <a:defRPr sz="1500"/>
            </a:lvl1pPr>
          </a:lstStyle>
          <a:p>
            <a:fld id="{AFCA558A-FFD8-4322-A205-796F623F6AC9}" type="slidenum">
              <a:rPr lang="en-GB" smtClean="0"/>
              <a:t>‹nr.›</a:t>
            </a:fld>
            <a:endParaRPr lang="en-GB"/>
          </a:p>
        </p:txBody>
      </p:sp>
    </p:spTree>
    <p:extLst>
      <p:ext uri="{BB962C8B-B14F-4D97-AF65-F5344CB8AC3E}">
        <p14:creationId xmlns:p14="http://schemas.microsoft.com/office/powerpoint/2010/main" val="2909234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3" Type="http://schemas.openxmlformats.org/officeDocument/2006/relationships/hyperlink" Target="https://en.wikipedia.org/wiki/Ethnomethodology"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en.wikipedia.org/wiki/Actor%E2%80%93network_theory"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en-GB" dirty="0">
              <a:cs typeface="+mn-lt"/>
            </a:endParaRPr>
          </a:p>
        </p:txBody>
      </p:sp>
      <p:sp>
        <p:nvSpPr>
          <p:cNvPr id="4" name="Pladsholder til slidenummer 3"/>
          <p:cNvSpPr>
            <a:spLocks noGrp="1"/>
          </p:cNvSpPr>
          <p:nvPr>
            <p:ph type="sldNum" sz="quarter" idx="5"/>
          </p:nvPr>
        </p:nvSpPr>
        <p:spPr/>
        <p:txBody>
          <a:bodyPr/>
          <a:lstStyle/>
          <a:p>
            <a:fld id="{AFCA558A-FFD8-4322-A205-796F623F6AC9}" type="slidenum">
              <a:rPr lang="en-GB" smtClean="0"/>
              <a:t>1</a:t>
            </a:fld>
            <a:endParaRPr lang="en-GB"/>
          </a:p>
        </p:txBody>
      </p:sp>
    </p:spTree>
    <p:extLst>
      <p:ext uri="{BB962C8B-B14F-4D97-AF65-F5344CB8AC3E}">
        <p14:creationId xmlns:p14="http://schemas.microsoft.com/office/powerpoint/2010/main" val="39091550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AFCA558A-FFD8-4322-A205-796F623F6AC9}" type="slidenum">
              <a:rPr lang="en-GB" smtClean="0"/>
              <a:t>2</a:t>
            </a:fld>
            <a:endParaRPr lang="en-GB"/>
          </a:p>
        </p:txBody>
      </p:sp>
    </p:spTree>
    <p:extLst>
      <p:ext uri="{BB962C8B-B14F-4D97-AF65-F5344CB8AC3E}">
        <p14:creationId xmlns:p14="http://schemas.microsoft.com/office/powerpoint/2010/main" val="33181733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CF2CE-34E1-097F-2532-9BDD28826030}"/>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715BA3C8-D0DA-E874-07B1-555CB55D185F}"/>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6B730D5D-3F55-2EF6-29ED-A8E764DFF9A2}"/>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AC9F0101-39CB-0572-1E58-CC64BA52CE8D}"/>
              </a:ext>
            </a:extLst>
          </p:cNvPr>
          <p:cNvSpPr>
            <a:spLocks noGrp="1"/>
          </p:cNvSpPr>
          <p:nvPr>
            <p:ph type="sldNum" sz="quarter" idx="5"/>
          </p:nvPr>
        </p:nvSpPr>
        <p:spPr/>
        <p:txBody>
          <a:bodyPr/>
          <a:lstStyle/>
          <a:p>
            <a:fld id="{AFCA558A-FFD8-4322-A205-796F623F6AC9}" type="slidenum">
              <a:rPr lang="en-GB" smtClean="0"/>
              <a:t>3</a:t>
            </a:fld>
            <a:endParaRPr lang="en-GB"/>
          </a:p>
        </p:txBody>
      </p:sp>
    </p:spTree>
    <p:extLst>
      <p:ext uri="{BB962C8B-B14F-4D97-AF65-F5344CB8AC3E}">
        <p14:creationId xmlns:p14="http://schemas.microsoft.com/office/powerpoint/2010/main" val="17884169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AFCA558A-FFD8-4322-A205-796F623F6AC9}" type="slidenum">
              <a:rPr lang="en-GB" smtClean="0"/>
              <a:t>4</a:t>
            </a:fld>
            <a:endParaRPr lang="en-GB"/>
          </a:p>
        </p:txBody>
      </p:sp>
    </p:spTree>
    <p:extLst>
      <p:ext uri="{BB962C8B-B14F-4D97-AF65-F5344CB8AC3E}">
        <p14:creationId xmlns:p14="http://schemas.microsoft.com/office/powerpoint/2010/main" val="2134379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AFCA558A-FFD8-4322-A205-796F623F6AC9}" type="slidenum">
              <a:rPr lang="en-GB" smtClean="0"/>
              <a:t>5</a:t>
            </a:fld>
            <a:endParaRPr lang="en-GB"/>
          </a:p>
        </p:txBody>
      </p:sp>
    </p:spTree>
    <p:extLst>
      <p:ext uri="{BB962C8B-B14F-4D97-AF65-F5344CB8AC3E}">
        <p14:creationId xmlns:p14="http://schemas.microsoft.com/office/powerpoint/2010/main" val="4155291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91243-7E76-BCC9-4EEC-3765C2F0F43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73CFBCF0-A4E4-BD56-23F7-DB2FDF60209F}"/>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1CEFCCA0-EDC5-B949-7ABB-1D8F790BADCD}"/>
              </a:ext>
            </a:extLst>
          </p:cNvPr>
          <p:cNvSpPr>
            <a:spLocks noGrp="1"/>
          </p:cNvSpPr>
          <p:nvPr>
            <p:ph type="body" idx="1"/>
          </p:nvPr>
        </p:nvSpPr>
        <p:spPr/>
        <p:txBody>
          <a:bodyPr/>
          <a:lstStyle/>
          <a:p>
            <a:endParaRPr lang="en-GB" dirty="0"/>
          </a:p>
        </p:txBody>
      </p:sp>
      <p:sp>
        <p:nvSpPr>
          <p:cNvPr id="4" name="Pladsholder til slidenummer 3">
            <a:extLst>
              <a:ext uri="{FF2B5EF4-FFF2-40B4-BE49-F238E27FC236}">
                <a16:creationId xmlns:a16="http://schemas.microsoft.com/office/drawing/2014/main" id="{0C6DA415-8FAE-81CB-0E28-3EE53DB902A7}"/>
              </a:ext>
            </a:extLst>
          </p:cNvPr>
          <p:cNvSpPr>
            <a:spLocks noGrp="1"/>
          </p:cNvSpPr>
          <p:nvPr>
            <p:ph type="sldNum" sz="quarter" idx="5"/>
          </p:nvPr>
        </p:nvSpPr>
        <p:spPr/>
        <p:txBody>
          <a:bodyPr/>
          <a:lstStyle/>
          <a:p>
            <a:fld id="{AFCA558A-FFD8-4322-A205-796F623F6AC9}" type="slidenum">
              <a:rPr lang="en-GB" smtClean="0"/>
              <a:t>6</a:t>
            </a:fld>
            <a:endParaRPr lang="en-GB"/>
          </a:p>
        </p:txBody>
      </p:sp>
    </p:spTree>
    <p:extLst>
      <p:ext uri="{BB962C8B-B14F-4D97-AF65-F5344CB8AC3E}">
        <p14:creationId xmlns:p14="http://schemas.microsoft.com/office/powerpoint/2010/main" val="2794344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r>
              <a:rPr lang="en-GB" err="1"/>
              <a:t>Forventningsafstemning</a:t>
            </a:r>
            <a:r>
              <a:rPr lang="en-GB"/>
              <a:t> </a:t>
            </a:r>
          </a:p>
        </p:txBody>
      </p:sp>
      <p:sp>
        <p:nvSpPr>
          <p:cNvPr id="4" name="Pladsholder til slidenummer 3"/>
          <p:cNvSpPr>
            <a:spLocks noGrp="1"/>
          </p:cNvSpPr>
          <p:nvPr>
            <p:ph type="sldNum" sz="quarter" idx="5"/>
          </p:nvPr>
        </p:nvSpPr>
        <p:spPr/>
        <p:txBody>
          <a:bodyPr/>
          <a:lstStyle/>
          <a:p>
            <a:fld id="{AFCA558A-FFD8-4322-A205-796F623F6AC9}" type="slidenum">
              <a:rPr lang="en-GB" smtClean="0"/>
              <a:t>7</a:t>
            </a:fld>
            <a:endParaRPr lang="en-GB"/>
          </a:p>
        </p:txBody>
      </p:sp>
    </p:spTree>
    <p:extLst>
      <p:ext uri="{BB962C8B-B14F-4D97-AF65-F5344CB8AC3E}">
        <p14:creationId xmlns:p14="http://schemas.microsoft.com/office/powerpoint/2010/main" val="22479154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40CB8-9222-25AD-3D55-B841666E4D4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094304E5-853C-6B44-996B-24B347EB2D71}"/>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67309C24-7379-5A33-A5DB-EC79997F2CD3}"/>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598B3DEE-C2D5-B900-3F7D-2E5FF621ABD2}"/>
              </a:ext>
            </a:extLst>
          </p:cNvPr>
          <p:cNvSpPr>
            <a:spLocks noGrp="1"/>
          </p:cNvSpPr>
          <p:nvPr>
            <p:ph type="sldNum" sz="quarter" idx="5"/>
          </p:nvPr>
        </p:nvSpPr>
        <p:spPr/>
        <p:txBody>
          <a:bodyPr/>
          <a:lstStyle/>
          <a:p>
            <a:fld id="{AFCA558A-FFD8-4322-A205-796F623F6AC9}" type="slidenum">
              <a:rPr lang="en-GB" smtClean="0"/>
              <a:t>8</a:t>
            </a:fld>
            <a:endParaRPr lang="en-GB"/>
          </a:p>
        </p:txBody>
      </p:sp>
    </p:spTree>
    <p:extLst>
      <p:ext uri="{BB962C8B-B14F-4D97-AF65-F5344CB8AC3E}">
        <p14:creationId xmlns:p14="http://schemas.microsoft.com/office/powerpoint/2010/main" val="18046391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73710-59AA-319F-B6F4-2B4C349F7444}"/>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8D02E610-A903-916B-4F4F-38E1AB9B6C27}"/>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9550DEF9-096E-5BF1-74DC-C35822707488}"/>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2C6C9E42-383D-4E92-CFD5-10F7EAF73668}"/>
              </a:ext>
            </a:extLst>
          </p:cNvPr>
          <p:cNvSpPr>
            <a:spLocks noGrp="1"/>
          </p:cNvSpPr>
          <p:nvPr>
            <p:ph type="sldNum" sz="quarter" idx="5"/>
          </p:nvPr>
        </p:nvSpPr>
        <p:spPr/>
        <p:txBody>
          <a:bodyPr/>
          <a:lstStyle/>
          <a:p>
            <a:fld id="{AFCA558A-FFD8-4322-A205-796F623F6AC9}" type="slidenum">
              <a:rPr lang="en-GB" smtClean="0"/>
              <a:t>9</a:t>
            </a:fld>
            <a:endParaRPr lang="en-GB"/>
          </a:p>
        </p:txBody>
      </p:sp>
    </p:spTree>
    <p:extLst>
      <p:ext uri="{BB962C8B-B14F-4D97-AF65-F5344CB8AC3E}">
        <p14:creationId xmlns:p14="http://schemas.microsoft.com/office/powerpoint/2010/main" val="238150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E138D-BE95-FCE9-6D95-6BC10F5DFED6}"/>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EA9CFC13-5096-7C28-E875-4AA440CA0421}"/>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7BDF5101-C606-CE35-9D69-72B2023DB2C8}"/>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46A38F40-8F27-5D42-E5A1-780D9C360D11}"/>
              </a:ext>
            </a:extLst>
          </p:cNvPr>
          <p:cNvSpPr>
            <a:spLocks noGrp="1"/>
          </p:cNvSpPr>
          <p:nvPr>
            <p:ph type="sldNum" sz="quarter" idx="5"/>
          </p:nvPr>
        </p:nvSpPr>
        <p:spPr/>
        <p:txBody>
          <a:bodyPr/>
          <a:lstStyle/>
          <a:p>
            <a:fld id="{AFCA558A-FFD8-4322-A205-796F623F6AC9}" type="slidenum">
              <a:rPr lang="en-GB" smtClean="0"/>
              <a:t>10</a:t>
            </a:fld>
            <a:endParaRPr lang="en-GB"/>
          </a:p>
        </p:txBody>
      </p:sp>
    </p:spTree>
    <p:extLst>
      <p:ext uri="{BB962C8B-B14F-4D97-AF65-F5344CB8AC3E}">
        <p14:creationId xmlns:p14="http://schemas.microsoft.com/office/powerpoint/2010/main" val="42526482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8307A-7959-D089-0F5E-4A36D777400C}"/>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008C949B-07F4-92E0-552B-EA6664E7AB69}"/>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FC519142-5E73-6744-A4CE-88529598BDEB}"/>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D2DAEADF-5BD4-3748-8DEC-6EA9DA8EC0FC}"/>
              </a:ext>
            </a:extLst>
          </p:cNvPr>
          <p:cNvSpPr>
            <a:spLocks noGrp="1"/>
          </p:cNvSpPr>
          <p:nvPr>
            <p:ph type="sldNum" sz="quarter" idx="5"/>
          </p:nvPr>
        </p:nvSpPr>
        <p:spPr/>
        <p:txBody>
          <a:bodyPr/>
          <a:lstStyle/>
          <a:p>
            <a:fld id="{AFCA558A-FFD8-4322-A205-796F623F6AC9}" type="slidenum">
              <a:rPr lang="en-GB" smtClean="0"/>
              <a:t>11</a:t>
            </a:fld>
            <a:endParaRPr lang="en-GB"/>
          </a:p>
        </p:txBody>
      </p:sp>
    </p:spTree>
    <p:extLst>
      <p:ext uri="{BB962C8B-B14F-4D97-AF65-F5344CB8AC3E}">
        <p14:creationId xmlns:p14="http://schemas.microsoft.com/office/powerpoint/2010/main" val="4146661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AFCA558A-FFD8-4322-A205-796F623F6AC9}" type="slidenum">
              <a:rPr lang="en-GB" smtClean="0"/>
              <a:t>12</a:t>
            </a:fld>
            <a:endParaRPr lang="en-GB"/>
          </a:p>
        </p:txBody>
      </p:sp>
    </p:spTree>
    <p:extLst>
      <p:ext uri="{BB962C8B-B14F-4D97-AF65-F5344CB8AC3E}">
        <p14:creationId xmlns:p14="http://schemas.microsoft.com/office/powerpoint/2010/main" val="4281899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CAB4E-F1C5-70ED-61F9-BBD1FA13146A}"/>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955B79CA-3B71-5CAF-756F-67B68A6B9B13}"/>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3F1BFF4C-1A92-6410-C575-A16338D5A914}"/>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7F857E44-5680-44B3-EABF-C9FA819B4027}"/>
              </a:ext>
            </a:extLst>
          </p:cNvPr>
          <p:cNvSpPr>
            <a:spLocks noGrp="1"/>
          </p:cNvSpPr>
          <p:nvPr>
            <p:ph type="sldNum" sz="quarter" idx="5"/>
          </p:nvPr>
        </p:nvSpPr>
        <p:spPr/>
        <p:txBody>
          <a:bodyPr/>
          <a:lstStyle/>
          <a:p>
            <a:fld id="{AFCA558A-FFD8-4322-A205-796F623F6AC9}" type="slidenum">
              <a:rPr lang="en-GB" smtClean="0"/>
              <a:t>13</a:t>
            </a:fld>
            <a:endParaRPr lang="en-GB"/>
          </a:p>
        </p:txBody>
      </p:sp>
    </p:spTree>
    <p:extLst>
      <p:ext uri="{BB962C8B-B14F-4D97-AF65-F5344CB8AC3E}">
        <p14:creationId xmlns:p14="http://schemas.microsoft.com/office/powerpoint/2010/main" val="23967618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AA2A8-033E-3D80-6165-F6437A8E24C1}"/>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82B1B704-0BBD-08EA-1786-5A3859716930}"/>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F59EF04B-3EFE-1EA1-06B8-22D0529F3723}"/>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83A129EE-B0E3-E52C-8866-87C250EB2EBA}"/>
              </a:ext>
            </a:extLst>
          </p:cNvPr>
          <p:cNvSpPr>
            <a:spLocks noGrp="1"/>
          </p:cNvSpPr>
          <p:nvPr>
            <p:ph type="sldNum" sz="quarter" idx="5"/>
          </p:nvPr>
        </p:nvSpPr>
        <p:spPr/>
        <p:txBody>
          <a:bodyPr/>
          <a:lstStyle/>
          <a:p>
            <a:fld id="{AFCA558A-FFD8-4322-A205-796F623F6AC9}" type="slidenum">
              <a:rPr lang="en-GB" smtClean="0"/>
              <a:t>14</a:t>
            </a:fld>
            <a:endParaRPr lang="en-GB"/>
          </a:p>
        </p:txBody>
      </p:sp>
    </p:spTree>
    <p:extLst>
      <p:ext uri="{BB962C8B-B14F-4D97-AF65-F5344CB8AC3E}">
        <p14:creationId xmlns:p14="http://schemas.microsoft.com/office/powerpoint/2010/main" val="15109165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6578-2620-B246-F95C-C63EAA196BAE}"/>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E3D542FE-7F01-6883-9E9C-AB8EF1DC58AC}"/>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669ED281-2A5E-55CA-56D8-0BE856CD8B62}"/>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B15AF00A-E8FC-29CF-A8E1-06D165D219BE}"/>
              </a:ext>
            </a:extLst>
          </p:cNvPr>
          <p:cNvSpPr>
            <a:spLocks noGrp="1"/>
          </p:cNvSpPr>
          <p:nvPr>
            <p:ph type="sldNum" sz="quarter" idx="5"/>
          </p:nvPr>
        </p:nvSpPr>
        <p:spPr/>
        <p:txBody>
          <a:bodyPr/>
          <a:lstStyle/>
          <a:p>
            <a:fld id="{AFCA558A-FFD8-4322-A205-796F623F6AC9}" type="slidenum">
              <a:rPr lang="en-GB" smtClean="0"/>
              <a:t>15</a:t>
            </a:fld>
            <a:endParaRPr lang="en-GB"/>
          </a:p>
        </p:txBody>
      </p:sp>
    </p:spTree>
    <p:extLst>
      <p:ext uri="{BB962C8B-B14F-4D97-AF65-F5344CB8AC3E}">
        <p14:creationId xmlns:p14="http://schemas.microsoft.com/office/powerpoint/2010/main" val="26069387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F9BA6-4393-5996-34CE-8D2C973D6662}"/>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B7B2DBDB-6D9D-7BDB-C1B3-75610188D8BE}"/>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A0009F2B-190F-CDFA-D29A-BCED60741C62}"/>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7448D5F0-8B30-587D-D45E-210CBE598627}"/>
              </a:ext>
            </a:extLst>
          </p:cNvPr>
          <p:cNvSpPr>
            <a:spLocks noGrp="1"/>
          </p:cNvSpPr>
          <p:nvPr>
            <p:ph type="sldNum" sz="quarter" idx="5"/>
          </p:nvPr>
        </p:nvSpPr>
        <p:spPr/>
        <p:txBody>
          <a:bodyPr/>
          <a:lstStyle/>
          <a:p>
            <a:fld id="{AFCA558A-FFD8-4322-A205-796F623F6AC9}" type="slidenum">
              <a:rPr lang="en-GB" smtClean="0"/>
              <a:t>16</a:t>
            </a:fld>
            <a:endParaRPr lang="en-GB"/>
          </a:p>
        </p:txBody>
      </p:sp>
    </p:spTree>
    <p:extLst>
      <p:ext uri="{BB962C8B-B14F-4D97-AF65-F5344CB8AC3E}">
        <p14:creationId xmlns:p14="http://schemas.microsoft.com/office/powerpoint/2010/main" val="19671686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0DEB4-4D0E-EA8C-505F-9DBC5EF81594}"/>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959BE9D6-F56C-D739-F420-A5117E86CF82}"/>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EE78CA0D-0E2B-F455-653B-02F8F5FF3DC0}"/>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66DDF21C-6B15-4E5C-C436-6F09645B6C9D}"/>
              </a:ext>
            </a:extLst>
          </p:cNvPr>
          <p:cNvSpPr>
            <a:spLocks noGrp="1"/>
          </p:cNvSpPr>
          <p:nvPr>
            <p:ph type="sldNum" sz="quarter" idx="5"/>
          </p:nvPr>
        </p:nvSpPr>
        <p:spPr/>
        <p:txBody>
          <a:bodyPr/>
          <a:lstStyle/>
          <a:p>
            <a:fld id="{AFCA558A-FFD8-4322-A205-796F623F6AC9}" type="slidenum">
              <a:rPr lang="en-GB" smtClean="0"/>
              <a:t>17</a:t>
            </a:fld>
            <a:endParaRPr lang="en-GB"/>
          </a:p>
        </p:txBody>
      </p:sp>
    </p:spTree>
    <p:extLst>
      <p:ext uri="{BB962C8B-B14F-4D97-AF65-F5344CB8AC3E}">
        <p14:creationId xmlns:p14="http://schemas.microsoft.com/office/powerpoint/2010/main" val="11305685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0DB3A-B502-4964-7251-963DA4CA1FCF}"/>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8B442925-5248-360F-6F2F-66FA9D3CA6C5}"/>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1274DC5B-2C2F-E4BE-8441-030CA2869FF9}"/>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FCB5C2D9-4C92-29A6-AAB1-0D88197CA033}"/>
              </a:ext>
            </a:extLst>
          </p:cNvPr>
          <p:cNvSpPr>
            <a:spLocks noGrp="1"/>
          </p:cNvSpPr>
          <p:nvPr>
            <p:ph type="sldNum" sz="quarter" idx="5"/>
          </p:nvPr>
        </p:nvSpPr>
        <p:spPr/>
        <p:txBody>
          <a:bodyPr/>
          <a:lstStyle/>
          <a:p>
            <a:fld id="{AFCA558A-FFD8-4322-A205-796F623F6AC9}" type="slidenum">
              <a:rPr lang="en-GB" smtClean="0"/>
              <a:t>18</a:t>
            </a:fld>
            <a:endParaRPr lang="en-GB"/>
          </a:p>
        </p:txBody>
      </p:sp>
    </p:spTree>
    <p:extLst>
      <p:ext uri="{BB962C8B-B14F-4D97-AF65-F5344CB8AC3E}">
        <p14:creationId xmlns:p14="http://schemas.microsoft.com/office/powerpoint/2010/main" val="20907750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B11E2-CEB3-91F7-D975-FDAB8CBC7E77}"/>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2593B722-2ECE-3F3F-17FC-E8177506D49B}"/>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D37A01D8-173B-9135-29FC-5DFAE3492FDE}"/>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ED904DDA-5D20-14E9-E390-354C6E0366E7}"/>
              </a:ext>
            </a:extLst>
          </p:cNvPr>
          <p:cNvSpPr>
            <a:spLocks noGrp="1"/>
          </p:cNvSpPr>
          <p:nvPr>
            <p:ph type="sldNum" sz="quarter" idx="5"/>
          </p:nvPr>
        </p:nvSpPr>
        <p:spPr/>
        <p:txBody>
          <a:bodyPr/>
          <a:lstStyle/>
          <a:p>
            <a:fld id="{AFCA558A-FFD8-4322-A205-796F623F6AC9}" type="slidenum">
              <a:rPr lang="en-GB" smtClean="0"/>
              <a:t>19</a:t>
            </a:fld>
            <a:endParaRPr lang="en-GB"/>
          </a:p>
        </p:txBody>
      </p:sp>
    </p:spTree>
    <p:extLst>
      <p:ext uri="{BB962C8B-B14F-4D97-AF65-F5344CB8AC3E}">
        <p14:creationId xmlns:p14="http://schemas.microsoft.com/office/powerpoint/2010/main" val="25638658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EB951B-5BE3-7E00-3E45-E6C429C37E28}"/>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5EB35119-59C2-36A2-346A-205A28AD21C4}"/>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9ECA76B1-7E40-869F-C4C6-F46A426ED2B1}"/>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E4BAF43D-33DD-BEBE-B552-855A27F80ABE}"/>
              </a:ext>
            </a:extLst>
          </p:cNvPr>
          <p:cNvSpPr>
            <a:spLocks noGrp="1"/>
          </p:cNvSpPr>
          <p:nvPr>
            <p:ph type="sldNum" sz="quarter" idx="5"/>
          </p:nvPr>
        </p:nvSpPr>
        <p:spPr/>
        <p:txBody>
          <a:bodyPr/>
          <a:lstStyle/>
          <a:p>
            <a:fld id="{AFCA558A-FFD8-4322-A205-796F623F6AC9}" type="slidenum">
              <a:rPr lang="en-GB" smtClean="0"/>
              <a:t>20</a:t>
            </a:fld>
            <a:endParaRPr lang="en-GB"/>
          </a:p>
        </p:txBody>
      </p:sp>
    </p:spTree>
    <p:extLst>
      <p:ext uri="{BB962C8B-B14F-4D97-AF65-F5344CB8AC3E}">
        <p14:creationId xmlns:p14="http://schemas.microsoft.com/office/powerpoint/2010/main" val="21064470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B3A90-FA0A-E1A0-5187-A886441D6C8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609A89D5-7918-6AC5-0C33-F5D336CE64DA}"/>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553F99FB-A6AE-5191-026B-92444E92A90C}"/>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6D516505-AB0A-BA11-47FC-606115154584}"/>
              </a:ext>
            </a:extLst>
          </p:cNvPr>
          <p:cNvSpPr>
            <a:spLocks noGrp="1"/>
          </p:cNvSpPr>
          <p:nvPr>
            <p:ph type="sldNum" sz="quarter" idx="5"/>
          </p:nvPr>
        </p:nvSpPr>
        <p:spPr/>
        <p:txBody>
          <a:bodyPr/>
          <a:lstStyle/>
          <a:p>
            <a:fld id="{AFCA558A-FFD8-4322-A205-796F623F6AC9}" type="slidenum">
              <a:rPr lang="en-GB" smtClean="0"/>
              <a:t>21</a:t>
            </a:fld>
            <a:endParaRPr lang="en-GB"/>
          </a:p>
        </p:txBody>
      </p:sp>
    </p:spTree>
    <p:extLst>
      <p:ext uri="{BB962C8B-B14F-4D97-AF65-F5344CB8AC3E}">
        <p14:creationId xmlns:p14="http://schemas.microsoft.com/office/powerpoint/2010/main" val="19616710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445E2-F4C6-00B1-8AFA-F006DDC45EF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28DF7B06-53C0-2B67-5C37-0B961701010C}"/>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90C5D299-4FE6-A322-8A0A-EA2E697F784C}"/>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A6646780-DE7F-D3D0-02E3-88E34399AA75}"/>
              </a:ext>
            </a:extLst>
          </p:cNvPr>
          <p:cNvSpPr>
            <a:spLocks noGrp="1"/>
          </p:cNvSpPr>
          <p:nvPr>
            <p:ph type="sldNum" sz="quarter" idx="5"/>
          </p:nvPr>
        </p:nvSpPr>
        <p:spPr/>
        <p:txBody>
          <a:bodyPr/>
          <a:lstStyle/>
          <a:p>
            <a:fld id="{AFCA558A-FFD8-4322-A205-796F623F6AC9}" type="slidenum">
              <a:rPr lang="en-GB" smtClean="0"/>
              <a:t>22</a:t>
            </a:fld>
            <a:endParaRPr lang="en-GB"/>
          </a:p>
        </p:txBody>
      </p:sp>
    </p:spTree>
    <p:extLst>
      <p:ext uri="{BB962C8B-B14F-4D97-AF65-F5344CB8AC3E}">
        <p14:creationId xmlns:p14="http://schemas.microsoft.com/office/powerpoint/2010/main" val="3906235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C9F0F-5242-5B01-F54D-8A9279F1FA4C}"/>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9B61A248-808A-79CD-200B-58536AAFE42F}"/>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EE5929EC-65D1-FA10-85A0-4A60AA6B9F27}"/>
              </a:ext>
            </a:extLst>
          </p:cNvPr>
          <p:cNvSpPr>
            <a:spLocks noGrp="1"/>
          </p:cNvSpPr>
          <p:nvPr>
            <p:ph type="body" idx="1"/>
          </p:nvPr>
        </p:nvSpPr>
        <p:spPr/>
        <p:txBody>
          <a:bodyPr/>
          <a:lstStyle/>
          <a:p>
            <a:endParaRPr lang="en-GB" dirty="0"/>
          </a:p>
        </p:txBody>
      </p:sp>
      <p:sp>
        <p:nvSpPr>
          <p:cNvPr id="4" name="Pladsholder til slidenummer 3">
            <a:extLst>
              <a:ext uri="{FF2B5EF4-FFF2-40B4-BE49-F238E27FC236}">
                <a16:creationId xmlns:a16="http://schemas.microsoft.com/office/drawing/2014/main" id="{2AAE76D6-D7FC-4F43-198D-B6FFEE9FDE59}"/>
              </a:ext>
            </a:extLst>
          </p:cNvPr>
          <p:cNvSpPr>
            <a:spLocks noGrp="1"/>
          </p:cNvSpPr>
          <p:nvPr>
            <p:ph type="sldNum" sz="quarter" idx="5"/>
          </p:nvPr>
        </p:nvSpPr>
        <p:spPr/>
        <p:txBody>
          <a:bodyPr/>
          <a:lstStyle/>
          <a:p>
            <a:fld id="{AFCA558A-FFD8-4322-A205-796F623F6AC9}" type="slidenum">
              <a:rPr lang="en-GB" smtClean="0"/>
              <a:t>23</a:t>
            </a:fld>
            <a:endParaRPr lang="en-GB"/>
          </a:p>
        </p:txBody>
      </p:sp>
    </p:spTree>
    <p:extLst>
      <p:ext uri="{BB962C8B-B14F-4D97-AF65-F5344CB8AC3E}">
        <p14:creationId xmlns:p14="http://schemas.microsoft.com/office/powerpoint/2010/main" val="18430277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9C99C-076D-32AA-4DE6-FEDF8C5AD918}"/>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5E19DEF5-5912-68F2-FBF9-ACCEE18FC642}"/>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6E6FB7A6-DCE3-F6C8-90BE-33C3D83EA09F}"/>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5945794E-5CF2-D7CC-1736-1CD2F92CDF27}"/>
              </a:ext>
            </a:extLst>
          </p:cNvPr>
          <p:cNvSpPr>
            <a:spLocks noGrp="1"/>
          </p:cNvSpPr>
          <p:nvPr>
            <p:ph type="sldNum" sz="quarter" idx="5"/>
          </p:nvPr>
        </p:nvSpPr>
        <p:spPr/>
        <p:txBody>
          <a:bodyPr/>
          <a:lstStyle/>
          <a:p>
            <a:fld id="{AFCA558A-FFD8-4322-A205-796F623F6AC9}" type="slidenum">
              <a:rPr lang="en-GB" smtClean="0"/>
              <a:t>24</a:t>
            </a:fld>
            <a:endParaRPr lang="en-GB"/>
          </a:p>
        </p:txBody>
      </p:sp>
    </p:spTree>
    <p:extLst>
      <p:ext uri="{BB962C8B-B14F-4D97-AF65-F5344CB8AC3E}">
        <p14:creationId xmlns:p14="http://schemas.microsoft.com/office/powerpoint/2010/main" val="33708646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2EE77E-D313-E446-8472-A4B01BA25A37}"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75959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dias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en-US" sz="1200" b="0" i="0" kern="1200" dirty="0">
                <a:solidFill>
                  <a:schemeClr val="tx1"/>
                </a:solidFill>
                <a:effectLst/>
                <a:latin typeface="+mn-lt"/>
                <a:ea typeface="+mn-ea"/>
                <a:cs typeface="+mn-cs"/>
              </a:rPr>
              <a:t>It is inspired by but not entirely dependent on the </a:t>
            </a:r>
            <a:r>
              <a:rPr lang="en-US" sz="1200" b="0" i="0" u="none" strike="noStrike" kern="1200" dirty="0">
                <a:solidFill>
                  <a:schemeClr val="tx1"/>
                </a:solidFill>
                <a:effectLst/>
                <a:latin typeface="+mn-lt"/>
                <a:ea typeface="+mn-ea"/>
                <a:cs typeface="+mn-cs"/>
                <a:hlinkClick r:id="rId3" tooltip="Ethnomethodology"/>
              </a:rPr>
              <a:t>ethnomethodological</a:t>
            </a:r>
            <a:r>
              <a:rPr lang="en-US" sz="1200" b="0" i="0" kern="1200" dirty="0">
                <a:solidFill>
                  <a:schemeClr val="tx1"/>
                </a:solidFill>
                <a:effectLst/>
                <a:latin typeface="+mn-lt"/>
                <a:ea typeface="+mn-ea"/>
                <a:cs typeface="+mn-cs"/>
              </a:rPr>
              <a:t> approach. In turn, it served as the inspiration for </a:t>
            </a:r>
            <a:r>
              <a:rPr lang="en-US" sz="1200" b="0" i="0" u="none" strike="noStrike" kern="1200" dirty="0">
                <a:solidFill>
                  <a:schemeClr val="tx1"/>
                </a:solidFill>
                <a:effectLst/>
                <a:latin typeface="+mn-lt"/>
                <a:ea typeface="+mn-ea"/>
                <a:cs typeface="+mn-cs"/>
                <a:hlinkClick r:id="rId4" tooltip="Actor–network theory"/>
              </a:rPr>
              <a:t>Actor–network theory</a:t>
            </a:r>
            <a:r>
              <a:rPr lang="en-US" sz="1200" b="0" i="0" kern="1200" dirty="0">
                <a:solidFill>
                  <a:schemeClr val="tx1"/>
                </a:solidFill>
                <a:effectLst/>
                <a:latin typeface="+mn-lt"/>
                <a:ea typeface="+mn-ea"/>
                <a:cs typeface="+mn-cs"/>
              </a:rPr>
              <a:t> (or ANT); many of ANT's core concepts (like transcription, inscription, translation, and the deployment of networks) are present in </a:t>
            </a:r>
            <a:r>
              <a:rPr lang="en-US" sz="1200" b="0" i="1" kern="1200" dirty="0">
                <a:solidFill>
                  <a:schemeClr val="tx1"/>
                </a:solidFill>
                <a:effectLst/>
                <a:latin typeface="+mn-lt"/>
                <a:ea typeface="+mn-ea"/>
                <a:cs typeface="+mn-cs"/>
              </a:rPr>
              <a:t>Laboratory Life</a:t>
            </a:r>
            <a:endParaRPr lang="da-DK" dirty="0"/>
          </a:p>
        </p:txBody>
      </p:sp>
      <p:sp>
        <p:nvSpPr>
          <p:cNvPr id="4" name="Pladsholder til sidefod 3"/>
          <p:cNvSpPr>
            <a:spLocks noGrp="1"/>
          </p:cNvSpPr>
          <p:nvPr>
            <p:ph type="ft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sz="1200" b="0" i="0" u="none" strike="noStrike" kern="1200" cap="none" spc="0" normalizeH="0" baseline="0" noProof="0">
                <a:ln>
                  <a:noFill/>
                </a:ln>
                <a:solidFill>
                  <a:prstClr val="black"/>
                </a:solidFill>
                <a:effectLst/>
                <a:uLnTx/>
                <a:uFillTx/>
                <a:latin typeface="Calibri" panose="020F0502020204030204"/>
                <a:ea typeface="+mn-ea"/>
                <a:cs typeface="+mn-cs"/>
              </a:rPr>
              <a:t>DTU-UP 28okt2013</a:t>
            </a:r>
          </a:p>
        </p:txBody>
      </p:sp>
      <p:sp>
        <p:nvSpPr>
          <p:cNvPr id="5" name="Pladsholder til diasnummer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3CBF2CF-981C-4AFC-B94A-A765B4ED9884}" type="slidenum">
              <a:rPr kumimoji="0" lang="da-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da-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79287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K"/>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2EE77E-D313-E446-8472-A4B01BA25A37}"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16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2EE77E-D313-E446-8472-A4B01BA25A37}"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66851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2EE77E-D313-E446-8472-A4B01BA25A37}"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92052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endParaRPr lang="da-DK" dirty="0"/>
          </a:p>
        </p:txBody>
      </p:sp>
      <p:sp>
        <p:nvSpPr>
          <p:cNvPr id="4" name="Pladsholder til slidenumm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32EE77E-D313-E446-8472-A4B01BA25A37}" type="slidenum">
              <a:rPr kumimoji="0" lang="en-DK"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DK"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84596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91F0A-356D-49BF-54F7-EAB78CC6AD77}"/>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092D0072-5635-3D84-DA86-C58E9A798CBA}"/>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E2FB0454-3139-7FD3-534E-7C909488399D}"/>
              </a:ext>
            </a:extLst>
          </p:cNvPr>
          <p:cNvSpPr>
            <a:spLocks noGrp="1"/>
          </p:cNvSpPr>
          <p:nvPr>
            <p:ph type="body" idx="1"/>
          </p:nvPr>
        </p:nvSpPr>
        <p:spPr/>
        <p:txBody>
          <a:bodyPr/>
          <a:lstStyle/>
          <a:p>
            <a:endParaRPr lang="en-GB" dirty="0"/>
          </a:p>
        </p:txBody>
      </p:sp>
      <p:sp>
        <p:nvSpPr>
          <p:cNvPr id="4" name="Pladsholder til slidenummer 3">
            <a:extLst>
              <a:ext uri="{FF2B5EF4-FFF2-40B4-BE49-F238E27FC236}">
                <a16:creationId xmlns:a16="http://schemas.microsoft.com/office/drawing/2014/main" id="{731ABC55-1CE4-428F-F980-A6DDFC1C4222}"/>
              </a:ext>
            </a:extLst>
          </p:cNvPr>
          <p:cNvSpPr>
            <a:spLocks noGrp="1"/>
          </p:cNvSpPr>
          <p:nvPr>
            <p:ph type="sldNum" sz="quarter" idx="5"/>
          </p:nvPr>
        </p:nvSpPr>
        <p:spPr/>
        <p:txBody>
          <a:bodyPr/>
          <a:lstStyle/>
          <a:p>
            <a:fld id="{AFCA558A-FFD8-4322-A205-796F623F6AC9}" type="slidenum">
              <a:rPr lang="en-GB" smtClean="0"/>
              <a:t>31</a:t>
            </a:fld>
            <a:endParaRPr lang="en-GB"/>
          </a:p>
        </p:txBody>
      </p:sp>
    </p:spTree>
    <p:extLst>
      <p:ext uri="{BB962C8B-B14F-4D97-AF65-F5344CB8AC3E}">
        <p14:creationId xmlns:p14="http://schemas.microsoft.com/office/powerpoint/2010/main" val="15427537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3F59F-4FC9-27A0-AE5A-27433451F5E8}"/>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B242D335-BF35-C4F0-28EC-90C579AA65EB}"/>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F8112D1F-D424-B26D-2478-EA8263DA3F5F}"/>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5A7F4EC5-E8CC-EA8A-37AA-E773FDEFA217}"/>
              </a:ext>
            </a:extLst>
          </p:cNvPr>
          <p:cNvSpPr>
            <a:spLocks noGrp="1"/>
          </p:cNvSpPr>
          <p:nvPr>
            <p:ph type="sldNum" sz="quarter" idx="5"/>
          </p:nvPr>
        </p:nvSpPr>
        <p:spPr/>
        <p:txBody>
          <a:bodyPr/>
          <a:lstStyle/>
          <a:p>
            <a:fld id="{AFCA558A-FFD8-4322-A205-796F623F6AC9}" type="slidenum">
              <a:rPr lang="en-GB" smtClean="0"/>
              <a:t>32</a:t>
            </a:fld>
            <a:endParaRPr lang="en-GB"/>
          </a:p>
        </p:txBody>
      </p:sp>
    </p:spTree>
    <p:extLst>
      <p:ext uri="{BB962C8B-B14F-4D97-AF65-F5344CB8AC3E}">
        <p14:creationId xmlns:p14="http://schemas.microsoft.com/office/powerpoint/2010/main" val="38577305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AFCA558A-FFD8-4322-A205-796F623F6AC9}" type="slidenum">
              <a:rPr lang="en-GB" smtClean="0"/>
              <a:t>33</a:t>
            </a:fld>
            <a:endParaRPr lang="en-GB"/>
          </a:p>
        </p:txBody>
      </p:sp>
    </p:spTree>
    <p:extLst>
      <p:ext uri="{BB962C8B-B14F-4D97-AF65-F5344CB8AC3E}">
        <p14:creationId xmlns:p14="http://schemas.microsoft.com/office/powerpoint/2010/main" val="35729181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FD9F0-BA70-D1E0-8588-C26B8C994EB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25933F13-A7A4-A5FA-B511-0EB86F9E673E}"/>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2F30B07B-233D-98F1-EE55-4B77F811178F}"/>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21899F59-F632-30C2-BF2A-565342DA472A}"/>
              </a:ext>
            </a:extLst>
          </p:cNvPr>
          <p:cNvSpPr>
            <a:spLocks noGrp="1"/>
          </p:cNvSpPr>
          <p:nvPr>
            <p:ph type="sldNum" sz="quarter" idx="5"/>
          </p:nvPr>
        </p:nvSpPr>
        <p:spPr/>
        <p:txBody>
          <a:bodyPr/>
          <a:lstStyle/>
          <a:p>
            <a:fld id="{AFCA558A-FFD8-4322-A205-796F623F6AC9}" type="slidenum">
              <a:rPr lang="en-GB" smtClean="0"/>
              <a:t>34</a:t>
            </a:fld>
            <a:endParaRPr lang="en-GB"/>
          </a:p>
        </p:txBody>
      </p:sp>
    </p:spTree>
    <p:extLst>
      <p:ext uri="{BB962C8B-B14F-4D97-AF65-F5344CB8AC3E}">
        <p14:creationId xmlns:p14="http://schemas.microsoft.com/office/powerpoint/2010/main" val="33478672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77513-F4E2-A41D-66C2-2235F744B9D1}"/>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06CD7164-57CB-7708-7CCA-222E205F1E13}"/>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A3E006E8-2CF9-4431-1556-7DBBF4BF76EA}"/>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C1C76FED-722F-A778-0AB7-F3D2DD3E561A}"/>
              </a:ext>
            </a:extLst>
          </p:cNvPr>
          <p:cNvSpPr>
            <a:spLocks noGrp="1"/>
          </p:cNvSpPr>
          <p:nvPr>
            <p:ph type="sldNum" sz="quarter" idx="5"/>
          </p:nvPr>
        </p:nvSpPr>
        <p:spPr/>
        <p:txBody>
          <a:bodyPr/>
          <a:lstStyle/>
          <a:p>
            <a:fld id="{AFCA558A-FFD8-4322-A205-796F623F6AC9}" type="slidenum">
              <a:rPr lang="en-GB" smtClean="0"/>
              <a:t>35</a:t>
            </a:fld>
            <a:endParaRPr lang="en-GB"/>
          </a:p>
        </p:txBody>
      </p:sp>
    </p:spTree>
    <p:extLst>
      <p:ext uri="{BB962C8B-B14F-4D97-AF65-F5344CB8AC3E}">
        <p14:creationId xmlns:p14="http://schemas.microsoft.com/office/powerpoint/2010/main" val="169432097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45002-DBC4-D5D2-1969-011C0B8102CB}"/>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7B85442E-DBE7-B40F-4875-C030FD9136B1}"/>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D29CF3DB-1DB0-D107-EDF5-BA1F9A2D887D}"/>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92CC037D-B76C-9DEE-A8F8-83A3768F7A3C}"/>
              </a:ext>
            </a:extLst>
          </p:cNvPr>
          <p:cNvSpPr>
            <a:spLocks noGrp="1"/>
          </p:cNvSpPr>
          <p:nvPr>
            <p:ph type="sldNum" sz="quarter" idx="5"/>
          </p:nvPr>
        </p:nvSpPr>
        <p:spPr/>
        <p:txBody>
          <a:bodyPr/>
          <a:lstStyle/>
          <a:p>
            <a:fld id="{AFCA558A-FFD8-4322-A205-796F623F6AC9}" type="slidenum">
              <a:rPr lang="en-GB" smtClean="0"/>
              <a:t>36</a:t>
            </a:fld>
            <a:endParaRPr lang="en-GB"/>
          </a:p>
        </p:txBody>
      </p:sp>
    </p:spTree>
    <p:extLst>
      <p:ext uri="{BB962C8B-B14F-4D97-AF65-F5344CB8AC3E}">
        <p14:creationId xmlns:p14="http://schemas.microsoft.com/office/powerpoint/2010/main" val="6056113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436F85-577F-4A92-A47F-D540A2BCC821}" type="slidenum">
              <a:rPr kumimoji="0" lang="en-GB" sz="1200" b="0" i="0" u="none" strike="noStrike" kern="1200" cap="none" spc="0" normalizeH="0" baseline="0" noProof="0" smtClean="0">
                <a:ln>
                  <a:noFill/>
                </a:ln>
                <a:solidFill>
                  <a:srgbClr val="000000"/>
                </a:solidFill>
                <a:effectLst/>
                <a:uLnTx/>
                <a:uFillTx/>
                <a:latin typeface="Microsoft New Tai Lu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GB" sz="1200" b="0" i="0" u="none" strike="noStrike" kern="1200" cap="none" spc="0" normalizeH="0" baseline="0" noProof="0">
              <a:ln>
                <a:noFill/>
              </a:ln>
              <a:solidFill>
                <a:srgbClr val="000000"/>
              </a:solidFill>
              <a:effectLst/>
              <a:uLnTx/>
              <a:uFillTx/>
              <a:latin typeface="Microsoft New Tai Lue"/>
              <a:ea typeface="+mn-ea"/>
              <a:cs typeface="+mn-cs"/>
            </a:endParaRPr>
          </a:p>
        </p:txBody>
      </p:sp>
    </p:spTree>
    <p:extLst>
      <p:ext uri="{BB962C8B-B14F-4D97-AF65-F5344CB8AC3E}">
        <p14:creationId xmlns:p14="http://schemas.microsoft.com/office/powerpoint/2010/main" val="13310291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D6D9-B693-E570-1D61-B2A854AF0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7B7854-6407-4292-BC4D-46E0D3CEDB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08D956-20EB-850A-4C77-20C580F5906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94B6280F-F3E9-BDC6-3AC0-C4C1FF010B6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436F85-577F-4A92-A47F-D540A2BCC821}" type="slidenum">
              <a:rPr kumimoji="0" lang="en-GB" sz="1200" b="0" i="0" u="none" strike="noStrike" kern="1200" cap="none" spc="0" normalizeH="0" baseline="0" noProof="0" smtClean="0">
                <a:ln>
                  <a:noFill/>
                </a:ln>
                <a:solidFill>
                  <a:srgbClr val="000000"/>
                </a:solidFill>
                <a:effectLst/>
                <a:uLnTx/>
                <a:uFillTx/>
                <a:latin typeface="Microsoft New Tai Lu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srgbClr val="000000"/>
              </a:solidFill>
              <a:effectLst/>
              <a:uLnTx/>
              <a:uFillTx/>
              <a:latin typeface="Microsoft New Tai Lue"/>
              <a:ea typeface="+mn-ea"/>
              <a:cs typeface="+mn-cs"/>
            </a:endParaRPr>
          </a:p>
        </p:txBody>
      </p:sp>
    </p:spTree>
    <p:extLst>
      <p:ext uri="{BB962C8B-B14F-4D97-AF65-F5344CB8AC3E}">
        <p14:creationId xmlns:p14="http://schemas.microsoft.com/office/powerpoint/2010/main" val="9919314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4E7F5-8AA2-0583-18DE-F06664F07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C0B1B5-9905-8AFD-3BFF-3CA9335592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739FC-3E23-A6FE-EDD3-347B723FF92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E2F27E7B-FF53-C4EB-D3CA-E21D213B6E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436F85-577F-4A92-A47F-D540A2BCC821}" type="slidenum">
              <a:rPr kumimoji="0" lang="en-GB" sz="1200" b="0" i="0" u="none" strike="noStrike" kern="1200" cap="none" spc="0" normalizeH="0" baseline="0" noProof="0" smtClean="0">
                <a:ln>
                  <a:noFill/>
                </a:ln>
                <a:solidFill>
                  <a:srgbClr val="000000"/>
                </a:solidFill>
                <a:effectLst/>
                <a:uLnTx/>
                <a:uFillTx/>
                <a:latin typeface="Microsoft New Tai Lu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GB" sz="1200" b="0" i="0" u="none" strike="noStrike" kern="1200" cap="none" spc="0" normalizeH="0" baseline="0" noProof="0">
              <a:ln>
                <a:noFill/>
              </a:ln>
              <a:solidFill>
                <a:srgbClr val="000000"/>
              </a:solidFill>
              <a:effectLst/>
              <a:uLnTx/>
              <a:uFillTx/>
              <a:latin typeface="Microsoft New Tai Lue"/>
              <a:ea typeface="+mn-ea"/>
              <a:cs typeface="+mn-cs"/>
            </a:endParaRPr>
          </a:p>
        </p:txBody>
      </p:sp>
    </p:spTree>
    <p:extLst>
      <p:ext uri="{BB962C8B-B14F-4D97-AF65-F5344CB8AC3E}">
        <p14:creationId xmlns:p14="http://schemas.microsoft.com/office/powerpoint/2010/main" val="97975803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24013-566D-5EFC-5303-687FFBAE28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88259-9739-E63B-C642-500D61EC2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36DF8C-F553-2CE7-447D-D997792C5325}"/>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D204C13-7614-6DDC-B37B-5F890487CA7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436F85-577F-4A92-A47F-D540A2BCC821}" type="slidenum">
              <a:rPr kumimoji="0" lang="en-GB" sz="1200" b="0" i="0" u="none" strike="noStrike" kern="1200" cap="none" spc="0" normalizeH="0" baseline="0" noProof="0" smtClean="0">
                <a:ln>
                  <a:noFill/>
                </a:ln>
                <a:solidFill>
                  <a:srgbClr val="000000"/>
                </a:solidFill>
                <a:effectLst/>
                <a:uLnTx/>
                <a:uFillTx/>
                <a:latin typeface="Microsoft New Tai Lue"/>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GB" sz="1200" b="0" i="0" u="none" strike="noStrike" kern="1200" cap="none" spc="0" normalizeH="0" baseline="0" noProof="0">
              <a:ln>
                <a:noFill/>
              </a:ln>
              <a:solidFill>
                <a:srgbClr val="000000"/>
              </a:solidFill>
              <a:effectLst/>
              <a:uLnTx/>
              <a:uFillTx/>
              <a:latin typeface="Microsoft New Tai Lue"/>
              <a:ea typeface="+mn-ea"/>
              <a:cs typeface="+mn-cs"/>
            </a:endParaRPr>
          </a:p>
        </p:txBody>
      </p:sp>
    </p:spTree>
    <p:extLst>
      <p:ext uri="{BB962C8B-B14F-4D97-AF65-F5344CB8AC3E}">
        <p14:creationId xmlns:p14="http://schemas.microsoft.com/office/powerpoint/2010/main" val="29770026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3F94B-64D5-0352-A753-02D04921A4C7}"/>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76564776-784C-0C5B-5631-C47AF841DAA9}"/>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264E68CD-BEDD-CA73-2692-94E03008B678}"/>
              </a:ext>
            </a:extLst>
          </p:cNvPr>
          <p:cNvSpPr>
            <a:spLocks noGrp="1"/>
          </p:cNvSpPr>
          <p:nvPr>
            <p:ph type="body" idx="1"/>
          </p:nvPr>
        </p:nvSpPr>
        <p:spPr/>
        <p:txBody>
          <a:bodyPr/>
          <a:lstStyle/>
          <a:p>
            <a:endParaRPr lang="en-GB" dirty="0"/>
          </a:p>
        </p:txBody>
      </p:sp>
      <p:sp>
        <p:nvSpPr>
          <p:cNvPr id="4" name="Pladsholder til slidenummer 3">
            <a:extLst>
              <a:ext uri="{FF2B5EF4-FFF2-40B4-BE49-F238E27FC236}">
                <a16:creationId xmlns:a16="http://schemas.microsoft.com/office/drawing/2014/main" id="{9C397687-2307-8D73-084F-C4DDCC4DCAAA}"/>
              </a:ext>
            </a:extLst>
          </p:cNvPr>
          <p:cNvSpPr>
            <a:spLocks noGrp="1"/>
          </p:cNvSpPr>
          <p:nvPr>
            <p:ph type="sldNum" sz="quarter" idx="5"/>
          </p:nvPr>
        </p:nvSpPr>
        <p:spPr/>
        <p:txBody>
          <a:bodyPr/>
          <a:lstStyle/>
          <a:p>
            <a:fld id="{AFCA558A-FFD8-4322-A205-796F623F6AC9}" type="slidenum">
              <a:rPr lang="en-GB" smtClean="0"/>
              <a:t>41</a:t>
            </a:fld>
            <a:endParaRPr lang="en-GB"/>
          </a:p>
        </p:txBody>
      </p:sp>
    </p:spTree>
    <p:extLst>
      <p:ext uri="{BB962C8B-B14F-4D97-AF65-F5344CB8AC3E}">
        <p14:creationId xmlns:p14="http://schemas.microsoft.com/office/powerpoint/2010/main" val="140579299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82742F-B4F3-7150-9822-52E13171ADA2}"/>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0D954A60-BF79-79FE-986F-DF774C72CEE7}"/>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5220698B-2AD0-7B41-F875-D0D716710069}"/>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0286ECCF-3FF0-1F4F-59B8-E20AA461891B}"/>
              </a:ext>
            </a:extLst>
          </p:cNvPr>
          <p:cNvSpPr>
            <a:spLocks noGrp="1"/>
          </p:cNvSpPr>
          <p:nvPr>
            <p:ph type="sldNum" sz="quarter" idx="5"/>
          </p:nvPr>
        </p:nvSpPr>
        <p:spPr/>
        <p:txBody>
          <a:bodyPr/>
          <a:lstStyle/>
          <a:p>
            <a:fld id="{AFCA558A-FFD8-4322-A205-796F623F6AC9}" type="slidenum">
              <a:rPr lang="en-GB" smtClean="0"/>
              <a:t>42</a:t>
            </a:fld>
            <a:endParaRPr lang="en-GB"/>
          </a:p>
        </p:txBody>
      </p:sp>
    </p:spTree>
    <p:extLst>
      <p:ext uri="{BB962C8B-B14F-4D97-AF65-F5344CB8AC3E}">
        <p14:creationId xmlns:p14="http://schemas.microsoft.com/office/powerpoint/2010/main" val="186619489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B7173-7B95-5685-0DE6-10DB8F741EE4}"/>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D4532591-6AC9-CEE2-5AB3-27AADFE23CA7}"/>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47B151CB-99BE-1A27-1074-3DCB4DEC7803}"/>
              </a:ext>
            </a:extLst>
          </p:cNvPr>
          <p:cNvSpPr>
            <a:spLocks noGrp="1"/>
          </p:cNvSpPr>
          <p:nvPr>
            <p:ph type="body" idx="1"/>
          </p:nvPr>
        </p:nvSpPr>
        <p:spPr/>
        <p:txBody>
          <a:bodyPr/>
          <a:lstStyle/>
          <a:p>
            <a:endParaRPr lang="en-GB" dirty="0"/>
          </a:p>
        </p:txBody>
      </p:sp>
      <p:sp>
        <p:nvSpPr>
          <p:cNvPr id="4" name="Pladsholder til slidenummer 3">
            <a:extLst>
              <a:ext uri="{FF2B5EF4-FFF2-40B4-BE49-F238E27FC236}">
                <a16:creationId xmlns:a16="http://schemas.microsoft.com/office/drawing/2014/main" id="{87CC8ED2-318E-E0FF-696C-2004DFD0CCAA}"/>
              </a:ext>
            </a:extLst>
          </p:cNvPr>
          <p:cNvSpPr>
            <a:spLocks noGrp="1"/>
          </p:cNvSpPr>
          <p:nvPr>
            <p:ph type="sldNum" sz="quarter" idx="5"/>
          </p:nvPr>
        </p:nvSpPr>
        <p:spPr/>
        <p:txBody>
          <a:bodyPr/>
          <a:lstStyle/>
          <a:p>
            <a:fld id="{AFCA558A-FFD8-4322-A205-796F623F6AC9}" type="slidenum">
              <a:rPr lang="en-GB" smtClean="0"/>
              <a:t>43</a:t>
            </a:fld>
            <a:endParaRPr lang="en-GB"/>
          </a:p>
        </p:txBody>
      </p:sp>
    </p:spTree>
    <p:extLst>
      <p:ext uri="{BB962C8B-B14F-4D97-AF65-F5344CB8AC3E}">
        <p14:creationId xmlns:p14="http://schemas.microsoft.com/office/powerpoint/2010/main" val="342295871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E14E9-D1F6-3304-91AE-D9D06DB99234}"/>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DD44D4B0-1674-700B-9A1E-4CADB5777E24}"/>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B076554A-980B-CD2A-1296-84E209F60BA3}"/>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D7E53630-F579-A755-9843-C7351C0134E7}"/>
              </a:ext>
            </a:extLst>
          </p:cNvPr>
          <p:cNvSpPr>
            <a:spLocks noGrp="1"/>
          </p:cNvSpPr>
          <p:nvPr>
            <p:ph type="sldNum" sz="quarter" idx="5"/>
          </p:nvPr>
        </p:nvSpPr>
        <p:spPr/>
        <p:txBody>
          <a:bodyPr/>
          <a:lstStyle/>
          <a:p>
            <a:fld id="{AFCA558A-FFD8-4322-A205-796F623F6AC9}" type="slidenum">
              <a:rPr lang="en-GB" smtClean="0"/>
              <a:t>44</a:t>
            </a:fld>
            <a:endParaRPr lang="en-GB"/>
          </a:p>
        </p:txBody>
      </p:sp>
    </p:spTree>
    <p:extLst>
      <p:ext uri="{BB962C8B-B14F-4D97-AF65-F5344CB8AC3E}">
        <p14:creationId xmlns:p14="http://schemas.microsoft.com/office/powerpoint/2010/main" val="333831423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D2541-5816-009F-68C2-0AA591DF256F}"/>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9AB701B1-BA38-F4EC-131B-C1A87AA8A968}"/>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E450E613-B3A2-3E65-1403-F754CAF41F7A}"/>
              </a:ext>
            </a:extLst>
          </p:cNvPr>
          <p:cNvSpPr>
            <a:spLocks noGrp="1"/>
          </p:cNvSpPr>
          <p:nvPr>
            <p:ph type="body" idx="1"/>
          </p:nvPr>
        </p:nvSpPr>
        <p:spPr/>
        <p:txBody>
          <a:bodyPr/>
          <a:lstStyle/>
          <a:p>
            <a:endParaRPr lang="en-GB" dirty="0"/>
          </a:p>
          <a:p>
            <a:endParaRPr lang="en-GB" dirty="0"/>
          </a:p>
          <a:p>
            <a:endParaRPr lang="en-GB" dirty="0"/>
          </a:p>
        </p:txBody>
      </p:sp>
      <p:sp>
        <p:nvSpPr>
          <p:cNvPr id="4" name="Pladsholder til slidenummer 3">
            <a:extLst>
              <a:ext uri="{FF2B5EF4-FFF2-40B4-BE49-F238E27FC236}">
                <a16:creationId xmlns:a16="http://schemas.microsoft.com/office/drawing/2014/main" id="{0829940D-192A-AF7D-4D59-5F7D6A2C2999}"/>
              </a:ext>
            </a:extLst>
          </p:cNvPr>
          <p:cNvSpPr>
            <a:spLocks noGrp="1"/>
          </p:cNvSpPr>
          <p:nvPr>
            <p:ph type="sldNum" sz="quarter" idx="5"/>
          </p:nvPr>
        </p:nvSpPr>
        <p:spPr/>
        <p:txBody>
          <a:bodyPr/>
          <a:lstStyle/>
          <a:p>
            <a:fld id="{AFCA558A-FFD8-4322-A205-796F623F6AC9}" type="slidenum">
              <a:rPr lang="en-GB" smtClean="0"/>
              <a:t>45</a:t>
            </a:fld>
            <a:endParaRPr lang="en-GB"/>
          </a:p>
        </p:txBody>
      </p:sp>
    </p:spTree>
    <p:extLst>
      <p:ext uri="{BB962C8B-B14F-4D97-AF65-F5344CB8AC3E}">
        <p14:creationId xmlns:p14="http://schemas.microsoft.com/office/powerpoint/2010/main" val="17217692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9B5C4-F6C9-A9B0-6A7F-65316D9160BF}"/>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DF66307B-A1E6-708D-66D1-4D69A0010BB6}"/>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0C313E41-47F7-ED50-C876-0C541C5DFB39}"/>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8F805F70-8A3F-DE43-7F7C-EF003440A4E4}"/>
              </a:ext>
            </a:extLst>
          </p:cNvPr>
          <p:cNvSpPr>
            <a:spLocks noGrp="1"/>
          </p:cNvSpPr>
          <p:nvPr>
            <p:ph type="sldNum" sz="quarter" idx="5"/>
          </p:nvPr>
        </p:nvSpPr>
        <p:spPr/>
        <p:txBody>
          <a:bodyPr/>
          <a:lstStyle/>
          <a:p>
            <a:fld id="{AFCA558A-FFD8-4322-A205-796F623F6AC9}" type="slidenum">
              <a:rPr lang="en-GB" smtClean="0"/>
              <a:t>46</a:t>
            </a:fld>
            <a:endParaRPr lang="en-GB"/>
          </a:p>
        </p:txBody>
      </p:sp>
    </p:spTree>
    <p:extLst>
      <p:ext uri="{BB962C8B-B14F-4D97-AF65-F5344CB8AC3E}">
        <p14:creationId xmlns:p14="http://schemas.microsoft.com/office/powerpoint/2010/main" val="100684160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00809-BE72-E38F-1623-1FA6D1A4C467}"/>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F96F7C63-B284-AF29-A711-038750964206}"/>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EA9DF1A0-697E-765B-DDE3-9FD3D76F13F3}"/>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557865AC-F19B-F349-9674-E30DB32B14D8}"/>
              </a:ext>
            </a:extLst>
          </p:cNvPr>
          <p:cNvSpPr>
            <a:spLocks noGrp="1"/>
          </p:cNvSpPr>
          <p:nvPr>
            <p:ph type="sldNum" sz="quarter" idx="5"/>
          </p:nvPr>
        </p:nvSpPr>
        <p:spPr/>
        <p:txBody>
          <a:bodyPr/>
          <a:lstStyle/>
          <a:p>
            <a:fld id="{AFCA558A-FFD8-4322-A205-796F623F6AC9}" type="slidenum">
              <a:rPr lang="en-GB" smtClean="0"/>
              <a:t>47</a:t>
            </a:fld>
            <a:endParaRPr lang="en-GB"/>
          </a:p>
        </p:txBody>
      </p:sp>
    </p:spTree>
    <p:extLst>
      <p:ext uri="{BB962C8B-B14F-4D97-AF65-F5344CB8AC3E}">
        <p14:creationId xmlns:p14="http://schemas.microsoft.com/office/powerpoint/2010/main" val="426119430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txBody>
          <a:bodyPr/>
          <a:lstStyle/>
          <a:p>
            <a:endParaRPr lang="da-DK"/>
          </a:p>
        </p:txBody>
      </p:sp>
      <p:sp>
        <p:nvSpPr>
          <p:cNvPr id="3" name="Pladsholder til noter 2"/>
          <p:cNvSpPr>
            <a:spLocks noGrp="1"/>
          </p:cNvSpPr>
          <p:nvPr>
            <p:ph type="body" idx="1"/>
          </p:nvPr>
        </p:nvSpPr>
        <p:spPr/>
        <p:txBody>
          <a:bodyPr/>
          <a:lstStyle/>
          <a:p>
            <a:endParaRPr lang="da-DK"/>
          </a:p>
        </p:txBody>
      </p:sp>
      <p:sp>
        <p:nvSpPr>
          <p:cNvPr id="4" name="Pladsholder til slidenummer 3"/>
          <p:cNvSpPr>
            <a:spLocks noGrp="1"/>
          </p:cNvSpPr>
          <p:nvPr>
            <p:ph type="sldNum" sz="quarter" idx="5"/>
          </p:nvPr>
        </p:nvSpPr>
        <p:spPr/>
        <p:txBody>
          <a:bodyPr/>
          <a:lstStyle/>
          <a:p>
            <a:fld id="{AFCA558A-FFD8-4322-A205-796F623F6AC9}" type="slidenum">
              <a:rPr lang="en-GB" smtClean="0"/>
              <a:t>48</a:t>
            </a:fld>
            <a:endParaRPr lang="en-GB"/>
          </a:p>
        </p:txBody>
      </p:sp>
    </p:spTree>
    <p:extLst>
      <p:ext uri="{BB962C8B-B14F-4D97-AF65-F5344CB8AC3E}">
        <p14:creationId xmlns:p14="http://schemas.microsoft.com/office/powerpoint/2010/main" val="205083144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9A14C-1C0B-90E3-AEB2-FB3BC055545D}"/>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4CD98C43-E08B-5280-35F6-FA9484B330F2}"/>
              </a:ext>
            </a:extLst>
          </p:cNvPr>
          <p:cNvSpPr>
            <a:spLocks noGrp="1" noRot="1" noChangeAspect="1"/>
          </p:cNvSpPr>
          <p:nvPr>
            <p:ph type="sldImg"/>
          </p:nvPr>
        </p:nvSpPr>
        <p:spPr/>
        <p:txBody>
          <a:bodyPr/>
          <a:lstStyle/>
          <a:p>
            <a:endParaRPr lang="da-DK"/>
          </a:p>
        </p:txBody>
      </p:sp>
      <p:sp>
        <p:nvSpPr>
          <p:cNvPr id="3" name="Pladsholder til noter 2">
            <a:extLst>
              <a:ext uri="{FF2B5EF4-FFF2-40B4-BE49-F238E27FC236}">
                <a16:creationId xmlns:a16="http://schemas.microsoft.com/office/drawing/2014/main" id="{34C2E29F-656A-FD7F-17A8-27D67EF6246E}"/>
              </a:ext>
            </a:extLst>
          </p:cNvPr>
          <p:cNvSpPr>
            <a:spLocks noGrp="1"/>
          </p:cNvSpPr>
          <p:nvPr>
            <p:ph type="body" idx="1"/>
          </p:nvPr>
        </p:nvSpPr>
        <p:spPr/>
        <p:txBody>
          <a:bodyPr/>
          <a:lstStyle/>
          <a:p>
            <a:endParaRPr lang="en-GB"/>
          </a:p>
        </p:txBody>
      </p:sp>
      <p:sp>
        <p:nvSpPr>
          <p:cNvPr id="4" name="Pladsholder til slidenummer 3">
            <a:extLst>
              <a:ext uri="{FF2B5EF4-FFF2-40B4-BE49-F238E27FC236}">
                <a16:creationId xmlns:a16="http://schemas.microsoft.com/office/drawing/2014/main" id="{BCA23D9E-EE52-C002-C47F-1E84B8FE7266}"/>
              </a:ext>
            </a:extLst>
          </p:cNvPr>
          <p:cNvSpPr>
            <a:spLocks noGrp="1"/>
          </p:cNvSpPr>
          <p:nvPr>
            <p:ph type="sldNum" sz="quarter" idx="5"/>
          </p:nvPr>
        </p:nvSpPr>
        <p:spPr/>
        <p:txBody>
          <a:bodyPr/>
          <a:lstStyle/>
          <a:p>
            <a:fld id="{AFCA558A-FFD8-4322-A205-796F623F6AC9}" type="slidenum">
              <a:rPr lang="en-GB" smtClean="0"/>
              <a:t>49</a:t>
            </a:fld>
            <a:endParaRPr lang="en-GB"/>
          </a:p>
        </p:txBody>
      </p:sp>
    </p:spTree>
    <p:extLst>
      <p:ext uri="{BB962C8B-B14F-4D97-AF65-F5344CB8AC3E}">
        <p14:creationId xmlns:p14="http://schemas.microsoft.com/office/powerpoint/2010/main" val="3938695245"/>
      </p:ext>
    </p:extLst>
  </p:cSld>
  <p:clrMapOvr>
    <a:masterClrMapping/>
  </p:clrMapOvr>
</p:notes>
</file>

<file path=ppt/slideLayouts/_rels/slideLayout1.xml.rels><?xml version="1.0" encoding="UTF-8" standalone="yes"?>
<Relationships xmlns="http://schemas.openxmlformats.org/package/2006/relationships"><Relationship Id="rId13" Type="http://schemas.openxmlformats.org/officeDocument/2006/relationships/image" Target="../media/image12.png"/><Relationship Id="rId18" Type="http://schemas.openxmlformats.org/officeDocument/2006/relationships/image" Target="../media/image17.png"/><Relationship Id="rId26" Type="http://schemas.openxmlformats.org/officeDocument/2006/relationships/image" Target="../media/image25.png"/><Relationship Id="rId39" Type="http://schemas.openxmlformats.org/officeDocument/2006/relationships/image" Target="../media/image38.png"/><Relationship Id="rId21" Type="http://schemas.openxmlformats.org/officeDocument/2006/relationships/image" Target="../media/image20.png"/><Relationship Id="rId34" Type="http://schemas.openxmlformats.org/officeDocument/2006/relationships/image" Target="../media/image33.png"/><Relationship Id="rId42" Type="http://schemas.openxmlformats.org/officeDocument/2006/relationships/image" Target="../media/image41.png"/><Relationship Id="rId7" Type="http://schemas.openxmlformats.org/officeDocument/2006/relationships/image" Target="../media/image6.png"/><Relationship Id="rId2" Type="http://schemas.openxmlformats.org/officeDocument/2006/relationships/image" Target="../media/image1.png"/><Relationship Id="rId16" Type="http://schemas.openxmlformats.org/officeDocument/2006/relationships/image" Target="../media/image15.png"/><Relationship Id="rId20" Type="http://schemas.openxmlformats.org/officeDocument/2006/relationships/image" Target="../media/image19.png"/><Relationship Id="rId29" Type="http://schemas.openxmlformats.org/officeDocument/2006/relationships/image" Target="../media/image28.png"/><Relationship Id="rId41" Type="http://schemas.openxmlformats.org/officeDocument/2006/relationships/image" Target="../media/image40.png"/><Relationship Id="rId1" Type="http://schemas.openxmlformats.org/officeDocument/2006/relationships/slideMaster" Target="../slideMasters/slideMaster1.xml"/><Relationship Id="rId6" Type="http://schemas.openxmlformats.org/officeDocument/2006/relationships/image" Target="../media/image5.png"/><Relationship Id="rId11" Type="http://schemas.openxmlformats.org/officeDocument/2006/relationships/image" Target="../media/image10.png"/><Relationship Id="rId24" Type="http://schemas.openxmlformats.org/officeDocument/2006/relationships/image" Target="../media/image23.png"/><Relationship Id="rId32" Type="http://schemas.openxmlformats.org/officeDocument/2006/relationships/image" Target="../media/image31.png"/><Relationship Id="rId37" Type="http://schemas.openxmlformats.org/officeDocument/2006/relationships/image" Target="../media/image36.png"/><Relationship Id="rId40" Type="http://schemas.openxmlformats.org/officeDocument/2006/relationships/image" Target="../media/image39.png"/><Relationship Id="rId5" Type="http://schemas.openxmlformats.org/officeDocument/2006/relationships/image" Target="../media/image4.png"/><Relationship Id="rId15" Type="http://schemas.openxmlformats.org/officeDocument/2006/relationships/image" Target="../media/image14.png"/><Relationship Id="rId23" Type="http://schemas.openxmlformats.org/officeDocument/2006/relationships/image" Target="../media/image22.png"/><Relationship Id="rId28" Type="http://schemas.openxmlformats.org/officeDocument/2006/relationships/image" Target="../media/image27.png"/><Relationship Id="rId36" Type="http://schemas.openxmlformats.org/officeDocument/2006/relationships/image" Target="../media/image35.png"/><Relationship Id="rId10" Type="http://schemas.openxmlformats.org/officeDocument/2006/relationships/image" Target="../media/image9.png"/><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3.png"/><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 Id="rId35" Type="http://schemas.openxmlformats.org/officeDocument/2006/relationships/image" Target="../media/image34.png"/><Relationship Id="rId8" Type="http://schemas.openxmlformats.org/officeDocument/2006/relationships/image" Target="../media/image7.png"/><Relationship Id="rId3" Type="http://schemas.openxmlformats.org/officeDocument/2006/relationships/image" Target="../media/image2.png"/><Relationship Id="rId12" Type="http://schemas.openxmlformats.org/officeDocument/2006/relationships/image" Target="../media/image11.png"/><Relationship Id="rId17" Type="http://schemas.openxmlformats.org/officeDocument/2006/relationships/image" Target="../media/image16.png"/><Relationship Id="rId25" Type="http://schemas.openxmlformats.org/officeDocument/2006/relationships/image" Target="../media/image24.png"/><Relationship Id="rId33" Type="http://schemas.openxmlformats.org/officeDocument/2006/relationships/image" Target="../media/image32.png"/><Relationship Id="rId38" Type="http://schemas.openxmlformats.org/officeDocument/2006/relationships/image" Target="../media/image3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7.jpe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0.sv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51.png"/><Relationship Id="rId7" Type="http://schemas.openxmlformats.org/officeDocument/2006/relationships/image" Target="../media/image53.png"/><Relationship Id="rId2" Type="http://schemas.openxmlformats.org/officeDocument/2006/relationships/hyperlink" Target="http://www.designguide.ku.dk/skabeloner/powerpoint/praesentationer/" TargetMode="External"/><Relationship Id="rId1" Type="http://schemas.openxmlformats.org/officeDocument/2006/relationships/slideMaster" Target="../slideMasters/slideMaster3.xml"/><Relationship Id="rId6" Type="http://schemas.openxmlformats.org/officeDocument/2006/relationships/image" Target="../media/image52.png"/><Relationship Id="rId5" Type="http://schemas.openxmlformats.org/officeDocument/2006/relationships/hyperlink" Target="https://designguide.ku.dk/skabeloner/powerpoint/praesentationer/" TargetMode="External"/><Relationship Id="rId4" Type="http://schemas.openxmlformats.org/officeDocument/2006/relationships/hyperlink" Target="https://image.ku.dk/shared/aZwD18034DnM3TYEw9XagEF6kxI6MLkV" TargetMode="External"/><Relationship Id="rId9" Type="http://schemas.openxmlformats.org/officeDocument/2006/relationships/image" Target="../media/image55.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8638540" cy="486029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a:p>
        </p:txBody>
      </p:sp>
      <p:sp>
        <p:nvSpPr>
          <p:cNvPr id="17" name="bg object 17"/>
          <p:cNvSpPr/>
          <p:nvPr/>
        </p:nvSpPr>
        <p:spPr>
          <a:xfrm>
            <a:off x="2800367" y="2720612"/>
            <a:ext cx="279400" cy="279400"/>
          </a:xfrm>
          <a:custGeom>
            <a:avLst/>
            <a:gdLst/>
            <a:ahLst/>
            <a:cxnLst/>
            <a:rect l="l" t="t" r="r" b="b"/>
            <a:pathLst>
              <a:path w="279400" h="279400">
                <a:moveTo>
                  <a:pt x="139674" y="279349"/>
                </a:moveTo>
                <a:lnTo>
                  <a:pt x="95526" y="272228"/>
                </a:lnTo>
                <a:lnTo>
                  <a:pt x="57184" y="252400"/>
                </a:lnTo>
                <a:lnTo>
                  <a:pt x="26949" y="222164"/>
                </a:lnTo>
                <a:lnTo>
                  <a:pt x="7120" y="183822"/>
                </a:lnTo>
                <a:lnTo>
                  <a:pt x="0" y="139674"/>
                </a:lnTo>
                <a:lnTo>
                  <a:pt x="7120" y="95526"/>
                </a:lnTo>
                <a:lnTo>
                  <a:pt x="26949" y="57184"/>
                </a:lnTo>
                <a:lnTo>
                  <a:pt x="57184" y="26949"/>
                </a:lnTo>
                <a:lnTo>
                  <a:pt x="95526" y="7120"/>
                </a:lnTo>
                <a:lnTo>
                  <a:pt x="139674" y="0"/>
                </a:lnTo>
                <a:lnTo>
                  <a:pt x="183822" y="7120"/>
                </a:lnTo>
                <a:lnTo>
                  <a:pt x="222164" y="26949"/>
                </a:lnTo>
                <a:lnTo>
                  <a:pt x="252400" y="57184"/>
                </a:lnTo>
                <a:lnTo>
                  <a:pt x="272228" y="95526"/>
                </a:lnTo>
                <a:lnTo>
                  <a:pt x="279349" y="139674"/>
                </a:lnTo>
                <a:lnTo>
                  <a:pt x="272228" y="183822"/>
                </a:lnTo>
                <a:lnTo>
                  <a:pt x="252400" y="222164"/>
                </a:lnTo>
                <a:lnTo>
                  <a:pt x="222164" y="252400"/>
                </a:lnTo>
                <a:lnTo>
                  <a:pt x="183822" y="272228"/>
                </a:lnTo>
                <a:lnTo>
                  <a:pt x="139674" y="279349"/>
                </a:lnTo>
                <a:close/>
              </a:path>
            </a:pathLst>
          </a:custGeom>
          <a:solidFill>
            <a:srgbClr val="C6C3B9">
              <a:alpha val="8549"/>
            </a:srgbClr>
          </a:solidFill>
        </p:spPr>
        <p:txBody>
          <a:bodyPr wrap="square" lIns="0" tIns="0" rIns="0" bIns="0" rtlCol="0"/>
          <a:lstStyle/>
          <a:p>
            <a:endParaRPr/>
          </a:p>
        </p:txBody>
      </p:sp>
      <p:sp>
        <p:nvSpPr>
          <p:cNvPr id="18" name="bg object 18"/>
          <p:cNvSpPr/>
          <p:nvPr/>
        </p:nvSpPr>
        <p:spPr>
          <a:xfrm>
            <a:off x="2805358" y="2334302"/>
            <a:ext cx="269875" cy="269875"/>
          </a:xfrm>
          <a:custGeom>
            <a:avLst/>
            <a:gdLst/>
            <a:ahLst/>
            <a:cxnLst/>
            <a:rect l="l" t="t" r="r" b="b"/>
            <a:pathLst>
              <a:path w="269875" h="269875">
                <a:moveTo>
                  <a:pt x="134683" y="269367"/>
                </a:moveTo>
                <a:lnTo>
                  <a:pt x="92112" y="262500"/>
                </a:lnTo>
                <a:lnTo>
                  <a:pt x="55141" y="243380"/>
                </a:lnTo>
                <a:lnTo>
                  <a:pt x="25986" y="214225"/>
                </a:lnTo>
                <a:lnTo>
                  <a:pt x="6866" y="177254"/>
                </a:lnTo>
                <a:lnTo>
                  <a:pt x="0" y="134683"/>
                </a:lnTo>
                <a:lnTo>
                  <a:pt x="6866" y="92112"/>
                </a:lnTo>
                <a:lnTo>
                  <a:pt x="25986" y="55141"/>
                </a:lnTo>
                <a:lnTo>
                  <a:pt x="55141" y="25986"/>
                </a:lnTo>
                <a:lnTo>
                  <a:pt x="92112" y="6866"/>
                </a:lnTo>
                <a:lnTo>
                  <a:pt x="134683" y="0"/>
                </a:lnTo>
                <a:lnTo>
                  <a:pt x="177254" y="6866"/>
                </a:lnTo>
                <a:lnTo>
                  <a:pt x="214225" y="25986"/>
                </a:lnTo>
                <a:lnTo>
                  <a:pt x="243380" y="55141"/>
                </a:lnTo>
                <a:lnTo>
                  <a:pt x="262500" y="92112"/>
                </a:lnTo>
                <a:lnTo>
                  <a:pt x="269366" y="134683"/>
                </a:lnTo>
                <a:lnTo>
                  <a:pt x="262500" y="177254"/>
                </a:lnTo>
                <a:lnTo>
                  <a:pt x="243380" y="214225"/>
                </a:lnTo>
                <a:lnTo>
                  <a:pt x="214225" y="243380"/>
                </a:lnTo>
                <a:lnTo>
                  <a:pt x="177254" y="262500"/>
                </a:lnTo>
                <a:lnTo>
                  <a:pt x="134683" y="269367"/>
                </a:lnTo>
                <a:close/>
              </a:path>
            </a:pathLst>
          </a:custGeom>
          <a:solidFill>
            <a:srgbClr val="C6C3B9">
              <a:alpha val="8549"/>
            </a:srgbClr>
          </a:solidFill>
        </p:spPr>
        <p:txBody>
          <a:bodyPr wrap="square" lIns="0" tIns="0" rIns="0" bIns="0" rtlCol="0"/>
          <a:lstStyle/>
          <a:p>
            <a:endParaRPr/>
          </a:p>
        </p:txBody>
      </p:sp>
      <p:sp>
        <p:nvSpPr>
          <p:cNvPr id="19" name="bg object 19"/>
          <p:cNvSpPr/>
          <p:nvPr/>
        </p:nvSpPr>
        <p:spPr>
          <a:xfrm>
            <a:off x="2417063" y="2334302"/>
            <a:ext cx="269875" cy="269875"/>
          </a:xfrm>
          <a:custGeom>
            <a:avLst/>
            <a:gdLst/>
            <a:ahLst/>
            <a:cxnLst/>
            <a:rect l="l" t="t" r="r" b="b"/>
            <a:pathLst>
              <a:path w="269875" h="269875">
                <a:moveTo>
                  <a:pt x="134683" y="269367"/>
                </a:moveTo>
                <a:lnTo>
                  <a:pt x="92112" y="262500"/>
                </a:lnTo>
                <a:lnTo>
                  <a:pt x="55141" y="243380"/>
                </a:lnTo>
                <a:lnTo>
                  <a:pt x="25986" y="214225"/>
                </a:lnTo>
                <a:lnTo>
                  <a:pt x="6866" y="177254"/>
                </a:lnTo>
                <a:lnTo>
                  <a:pt x="0" y="134683"/>
                </a:lnTo>
                <a:lnTo>
                  <a:pt x="6866" y="92112"/>
                </a:lnTo>
                <a:lnTo>
                  <a:pt x="25986" y="55141"/>
                </a:lnTo>
                <a:lnTo>
                  <a:pt x="55141" y="25986"/>
                </a:lnTo>
                <a:lnTo>
                  <a:pt x="92112" y="6866"/>
                </a:lnTo>
                <a:lnTo>
                  <a:pt x="134683" y="0"/>
                </a:lnTo>
                <a:lnTo>
                  <a:pt x="177254" y="6866"/>
                </a:lnTo>
                <a:lnTo>
                  <a:pt x="214225" y="25986"/>
                </a:lnTo>
                <a:lnTo>
                  <a:pt x="243380" y="55141"/>
                </a:lnTo>
                <a:lnTo>
                  <a:pt x="262500" y="92112"/>
                </a:lnTo>
                <a:lnTo>
                  <a:pt x="269366" y="134683"/>
                </a:lnTo>
                <a:lnTo>
                  <a:pt x="262500" y="177254"/>
                </a:lnTo>
                <a:lnTo>
                  <a:pt x="243380" y="214225"/>
                </a:lnTo>
                <a:lnTo>
                  <a:pt x="214225" y="243380"/>
                </a:lnTo>
                <a:lnTo>
                  <a:pt x="177254" y="262500"/>
                </a:lnTo>
                <a:lnTo>
                  <a:pt x="134683" y="269367"/>
                </a:lnTo>
                <a:close/>
              </a:path>
            </a:pathLst>
          </a:custGeom>
          <a:solidFill>
            <a:srgbClr val="C6C3B9">
              <a:alpha val="8549"/>
            </a:srgbClr>
          </a:solidFill>
        </p:spPr>
        <p:txBody>
          <a:bodyPr wrap="square" lIns="0" tIns="0" rIns="0" bIns="0" rtlCol="0"/>
          <a:lstStyle/>
          <a:p>
            <a:endParaRPr/>
          </a:p>
        </p:txBody>
      </p:sp>
      <p:pic>
        <p:nvPicPr>
          <p:cNvPr id="20" name="bg object 20"/>
          <p:cNvPicPr/>
          <p:nvPr/>
        </p:nvPicPr>
        <p:blipFill>
          <a:blip r:embed="rId2" cstate="print"/>
          <a:stretch>
            <a:fillRect/>
          </a:stretch>
        </p:blipFill>
        <p:spPr>
          <a:xfrm>
            <a:off x="3644342" y="3555992"/>
            <a:ext cx="144576" cy="144576"/>
          </a:xfrm>
          <a:prstGeom prst="rect">
            <a:avLst/>
          </a:prstGeom>
        </p:spPr>
      </p:pic>
      <p:pic>
        <p:nvPicPr>
          <p:cNvPr id="21" name="bg object 21"/>
          <p:cNvPicPr/>
          <p:nvPr/>
        </p:nvPicPr>
        <p:blipFill>
          <a:blip r:embed="rId3" cstate="print"/>
          <a:stretch>
            <a:fillRect/>
          </a:stretch>
        </p:blipFill>
        <p:spPr>
          <a:xfrm>
            <a:off x="4028192" y="3551538"/>
            <a:ext cx="153466" cy="153479"/>
          </a:xfrm>
          <a:prstGeom prst="rect">
            <a:avLst/>
          </a:prstGeom>
        </p:spPr>
      </p:pic>
      <p:pic>
        <p:nvPicPr>
          <p:cNvPr id="22" name="bg object 22"/>
          <p:cNvPicPr/>
          <p:nvPr/>
        </p:nvPicPr>
        <p:blipFill>
          <a:blip r:embed="rId4" cstate="print"/>
          <a:stretch>
            <a:fillRect/>
          </a:stretch>
        </p:blipFill>
        <p:spPr>
          <a:xfrm>
            <a:off x="4383936" y="3519078"/>
            <a:ext cx="218567" cy="218401"/>
          </a:xfrm>
          <a:prstGeom prst="rect">
            <a:avLst/>
          </a:prstGeom>
        </p:spPr>
      </p:pic>
      <p:pic>
        <p:nvPicPr>
          <p:cNvPr id="23" name="bg object 23"/>
          <p:cNvPicPr/>
          <p:nvPr/>
        </p:nvPicPr>
        <p:blipFill>
          <a:blip r:embed="rId5" cstate="print"/>
          <a:stretch>
            <a:fillRect/>
          </a:stretch>
        </p:blipFill>
        <p:spPr>
          <a:xfrm>
            <a:off x="2509494" y="3980307"/>
            <a:ext cx="84505" cy="84518"/>
          </a:xfrm>
          <a:prstGeom prst="rect">
            <a:avLst/>
          </a:prstGeom>
        </p:spPr>
      </p:pic>
      <p:pic>
        <p:nvPicPr>
          <p:cNvPr id="24" name="bg object 24"/>
          <p:cNvPicPr/>
          <p:nvPr/>
        </p:nvPicPr>
        <p:blipFill>
          <a:blip r:embed="rId6" cstate="print"/>
          <a:stretch>
            <a:fillRect/>
          </a:stretch>
        </p:blipFill>
        <p:spPr>
          <a:xfrm>
            <a:off x="3274081" y="3968308"/>
            <a:ext cx="108508" cy="108521"/>
          </a:xfrm>
          <a:prstGeom prst="rect">
            <a:avLst/>
          </a:prstGeom>
        </p:spPr>
      </p:pic>
      <p:sp>
        <p:nvSpPr>
          <p:cNvPr id="25" name="bg object 25"/>
          <p:cNvSpPr/>
          <p:nvPr/>
        </p:nvSpPr>
        <p:spPr>
          <a:xfrm>
            <a:off x="2523007" y="3599533"/>
            <a:ext cx="57785" cy="57785"/>
          </a:xfrm>
          <a:custGeom>
            <a:avLst/>
            <a:gdLst/>
            <a:ahLst/>
            <a:cxnLst/>
            <a:rect l="l" t="t" r="r" b="b"/>
            <a:pathLst>
              <a:path w="57785" h="57785">
                <a:moveTo>
                  <a:pt x="28740" y="57492"/>
                </a:moveTo>
                <a:lnTo>
                  <a:pt x="17552" y="55234"/>
                </a:lnTo>
                <a:lnTo>
                  <a:pt x="8416" y="49075"/>
                </a:lnTo>
                <a:lnTo>
                  <a:pt x="2258" y="39940"/>
                </a:lnTo>
                <a:lnTo>
                  <a:pt x="0" y="28752"/>
                </a:lnTo>
                <a:lnTo>
                  <a:pt x="2258" y="17562"/>
                </a:lnTo>
                <a:lnTo>
                  <a:pt x="8416" y="8423"/>
                </a:lnTo>
                <a:lnTo>
                  <a:pt x="17552" y="2260"/>
                </a:lnTo>
                <a:lnTo>
                  <a:pt x="28740" y="0"/>
                </a:lnTo>
                <a:lnTo>
                  <a:pt x="39928" y="2260"/>
                </a:lnTo>
                <a:lnTo>
                  <a:pt x="49063" y="8423"/>
                </a:lnTo>
                <a:lnTo>
                  <a:pt x="55221" y="17562"/>
                </a:lnTo>
                <a:lnTo>
                  <a:pt x="57480" y="28752"/>
                </a:lnTo>
                <a:lnTo>
                  <a:pt x="55221" y="39940"/>
                </a:lnTo>
                <a:lnTo>
                  <a:pt x="49063" y="49075"/>
                </a:lnTo>
                <a:lnTo>
                  <a:pt x="39928" y="55234"/>
                </a:lnTo>
                <a:lnTo>
                  <a:pt x="28740" y="57492"/>
                </a:lnTo>
                <a:close/>
              </a:path>
            </a:pathLst>
          </a:custGeom>
          <a:solidFill>
            <a:srgbClr val="C6C3B9">
              <a:alpha val="8549"/>
            </a:srgbClr>
          </a:solidFill>
        </p:spPr>
        <p:txBody>
          <a:bodyPr wrap="square" lIns="0" tIns="0" rIns="0" bIns="0" rtlCol="0"/>
          <a:lstStyle/>
          <a:p>
            <a:endParaRPr/>
          </a:p>
        </p:txBody>
      </p:sp>
      <p:sp>
        <p:nvSpPr>
          <p:cNvPr id="26" name="bg object 26"/>
          <p:cNvSpPr/>
          <p:nvPr/>
        </p:nvSpPr>
        <p:spPr>
          <a:xfrm>
            <a:off x="2911301" y="3599533"/>
            <a:ext cx="57785" cy="57785"/>
          </a:xfrm>
          <a:custGeom>
            <a:avLst/>
            <a:gdLst/>
            <a:ahLst/>
            <a:cxnLst/>
            <a:rect l="l" t="t" r="r" b="b"/>
            <a:pathLst>
              <a:path w="57785" h="57785">
                <a:moveTo>
                  <a:pt x="28740" y="57492"/>
                </a:moveTo>
                <a:lnTo>
                  <a:pt x="17552" y="55234"/>
                </a:lnTo>
                <a:lnTo>
                  <a:pt x="8416" y="49075"/>
                </a:lnTo>
                <a:lnTo>
                  <a:pt x="2258" y="39940"/>
                </a:lnTo>
                <a:lnTo>
                  <a:pt x="0" y="28752"/>
                </a:lnTo>
                <a:lnTo>
                  <a:pt x="2258" y="17562"/>
                </a:lnTo>
                <a:lnTo>
                  <a:pt x="8416" y="8423"/>
                </a:lnTo>
                <a:lnTo>
                  <a:pt x="17552" y="2260"/>
                </a:lnTo>
                <a:lnTo>
                  <a:pt x="28740" y="0"/>
                </a:lnTo>
                <a:lnTo>
                  <a:pt x="39928" y="2260"/>
                </a:lnTo>
                <a:lnTo>
                  <a:pt x="49063" y="8423"/>
                </a:lnTo>
                <a:lnTo>
                  <a:pt x="55221" y="17562"/>
                </a:lnTo>
                <a:lnTo>
                  <a:pt x="57480" y="28752"/>
                </a:lnTo>
                <a:lnTo>
                  <a:pt x="55221" y="39940"/>
                </a:lnTo>
                <a:lnTo>
                  <a:pt x="49063" y="49075"/>
                </a:lnTo>
                <a:lnTo>
                  <a:pt x="39928" y="55234"/>
                </a:lnTo>
                <a:lnTo>
                  <a:pt x="28740" y="57492"/>
                </a:lnTo>
                <a:close/>
              </a:path>
            </a:pathLst>
          </a:custGeom>
          <a:solidFill>
            <a:srgbClr val="C6C3B9">
              <a:alpha val="8549"/>
            </a:srgbClr>
          </a:solidFill>
        </p:spPr>
        <p:txBody>
          <a:bodyPr wrap="square" lIns="0" tIns="0" rIns="0" bIns="0" rtlCol="0"/>
          <a:lstStyle/>
          <a:p>
            <a:endParaRPr/>
          </a:p>
        </p:txBody>
      </p:sp>
      <p:sp>
        <p:nvSpPr>
          <p:cNvPr id="27" name="bg object 27"/>
          <p:cNvSpPr/>
          <p:nvPr/>
        </p:nvSpPr>
        <p:spPr>
          <a:xfrm>
            <a:off x="2908723" y="4380901"/>
            <a:ext cx="62865" cy="62865"/>
          </a:xfrm>
          <a:custGeom>
            <a:avLst/>
            <a:gdLst/>
            <a:ahLst/>
            <a:cxnLst/>
            <a:rect l="l" t="t" r="r" b="b"/>
            <a:pathLst>
              <a:path w="62864" h="62864">
                <a:moveTo>
                  <a:pt x="31318" y="62636"/>
                </a:moveTo>
                <a:lnTo>
                  <a:pt x="19127" y="60175"/>
                </a:lnTo>
                <a:lnTo>
                  <a:pt x="9172" y="53463"/>
                </a:lnTo>
                <a:lnTo>
                  <a:pt x="2461" y="43509"/>
                </a:lnTo>
                <a:lnTo>
                  <a:pt x="0" y="31318"/>
                </a:lnTo>
                <a:lnTo>
                  <a:pt x="2461" y="19127"/>
                </a:lnTo>
                <a:lnTo>
                  <a:pt x="9172" y="9172"/>
                </a:lnTo>
                <a:lnTo>
                  <a:pt x="19127" y="2461"/>
                </a:lnTo>
                <a:lnTo>
                  <a:pt x="31318" y="0"/>
                </a:lnTo>
                <a:lnTo>
                  <a:pt x="43509" y="2461"/>
                </a:lnTo>
                <a:lnTo>
                  <a:pt x="53463" y="9172"/>
                </a:lnTo>
                <a:lnTo>
                  <a:pt x="60175" y="19127"/>
                </a:lnTo>
                <a:lnTo>
                  <a:pt x="62636" y="31318"/>
                </a:lnTo>
                <a:lnTo>
                  <a:pt x="60175" y="43509"/>
                </a:lnTo>
                <a:lnTo>
                  <a:pt x="53463" y="53463"/>
                </a:lnTo>
                <a:lnTo>
                  <a:pt x="43509" y="60175"/>
                </a:lnTo>
                <a:lnTo>
                  <a:pt x="31318" y="62636"/>
                </a:lnTo>
                <a:close/>
              </a:path>
            </a:pathLst>
          </a:custGeom>
          <a:solidFill>
            <a:srgbClr val="C6C3B9">
              <a:alpha val="8549"/>
            </a:srgbClr>
          </a:solidFill>
        </p:spPr>
        <p:txBody>
          <a:bodyPr wrap="square" lIns="0" tIns="0" rIns="0" bIns="0" rtlCol="0"/>
          <a:lstStyle/>
          <a:p>
            <a:endParaRPr/>
          </a:p>
        </p:txBody>
      </p:sp>
      <p:sp>
        <p:nvSpPr>
          <p:cNvPr id="28" name="bg object 28"/>
          <p:cNvSpPr/>
          <p:nvPr/>
        </p:nvSpPr>
        <p:spPr>
          <a:xfrm>
            <a:off x="3297017" y="3596961"/>
            <a:ext cx="62865" cy="62865"/>
          </a:xfrm>
          <a:custGeom>
            <a:avLst/>
            <a:gdLst/>
            <a:ahLst/>
            <a:cxnLst/>
            <a:rect l="l" t="t" r="r" b="b"/>
            <a:pathLst>
              <a:path w="62864" h="62864">
                <a:moveTo>
                  <a:pt x="31318" y="62636"/>
                </a:moveTo>
                <a:lnTo>
                  <a:pt x="19127" y="60175"/>
                </a:lnTo>
                <a:lnTo>
                  <a:pt x="9172" y="53463"/>
                </a:lnTo>
                <a:lnTo>
                  <a:pt x="2461" y="43509"/>
                </a:lnTo>
                <a:lnTo>
                  <a:pt x="0" y="31318"/>
                </a:lnTo>
                <a:lnTo>
                  <a:pt x="2461" y="19127"/>
                </a:lnTo>
                <a:lnTo>
                  <a:pt x="9172" y="9172"/>
                </a:lnTo>
                <a:lnTo>
                  <a:pt x="19127" y="2461"/>
                </a:lnTo>
                <a:lnTo>
                  <a:pt x="31318" y="0"/>
                </a:lnTo>
                <a:lnTo>
                  <a:pt x="43509" y="2461"/>
                </a:lnTo>
                <a:lnTo>
                  <a:pt x="53463" y="9172"/>
                </a:lnTo>
                <a:lnTo>
                  <a:pt x="60175" y="19127"/>
                </a:lnTo>
                <a:lnTo>
                  <a:pt x="62636" y="31318"/>
                </a:lnTo>
                <a:lnTo>
                  <a:pt x="60175" y="43509"/>
                </a:lnTo>
                <a:lnTo>
                  <a:pt x="53463" y="53463"/>
                </a:lnTo>
                <a:lnTo>
                  <a:pt x="43509" y="60175"/>
                </a:lnTo>
                <a:lnTo>
                  <a:pt x="31318" y="62636"/>
                </a:lnTo>
                <a:close/>
              </a:path>
            </a:pathLst>
          </a:custGeom>
          <a:solidFill>
            <a:srgbClr val="C6C3B9">
              <a:alpha val="8549"/>
            </a:srgbClr>
          </a:solidFill>
        </p:spPr>
        <p:txBody>
          <a:bodyPr wrap="square" lIns="0" tIns="0" rIns="0" bIns="0" rtlCol="0"/>
          <a:lstStyle/>
          <a:p>
            <a:endParaRPr/>
          </a:p>
        </p:txBody>
      </p:sp>
      <p:sp>
        <p:nvSpPr>
          <p:cNvPr id="29" name="bg object 29"/>
          <p:cNvSpPr/>
          <p:nvPr/>
        </p:nvSpPr>
        <p:spPr>
          <a:xfrm>
            <a:off x="3685312" y="3991249"/>
            <a:ext cx="62865" cy="62865"/>
          </a:xfrm>
          <a:custGeom>
            <a:avLst/>
            <a:gdLst/>
            <a:ahLst/>
            <a:cxnLst/>
            <a:rect l="l" t="t" r="r" b="b"/>
            <a:pathLst>
              <a:path w="62864" h="62864">
                <a:moveTo>
                  <a:pt x="31318" y="62636"/>
                </a:moveTo>
                <a:lnTo>
                  <a:pt x="19127" y="60175"/>
                </a:lnTo>
                <a:lnTo>
                  <a:pt x="9172" y="53463"/>
                </a:lnTo>
                <a:lnTo>
                  <a:pt x="2461" y="43509"/>
                </a:lnTo>
                <a:lnTo>
                  <a:pt x="0" y="31318"/>
                </a:lnTo>
                <a:lnTo>
                  <a:pt x="2461" y="19127"/>
                </a:lnTo>
                <a:lnTo>
                  <a:pt x="9172" y="9172"/>
                </a:lnTo>
                <a:lnTo>
                  <a:pt x="19127" y="2461"/>
                </a:lnTo>
                <a:lnTo>
                  <a:pt x="31318" y="0"/>
                </a:lnTo>
                <a:lnTo>
                  <a:pt x="43509" y="2461"/>
                </a:lnTo>
                <a:lnTo>
                  <a:pt x="53463" y="9172"/>
                </a:lnTo>
                <a:lnTo>
                  <a:pt x="60175" y="19127"/>
                </a:lnTo>
                <a:lnTo>
                  <a:pt x="62636" y="31318"/>
                </a:lnTo>
                <a:lnTo>
                  <a:pt x="60175" y="43509"/>
                </a:lnTo>
                <a:lnTo>
                  <a:pt x="53463" y="53463"/>
                </a:lnTo>
                <a:lnTo>
                  <a:pt x="43509" y="60175"/>
                </a:lnTo>
                <a:lnTo>
                  <a:pt x="31318" y="62636"/>
                </a:lnTo>
                <a:close/>
              </a:path>
            </a:pathLst>
          </a:custGeom>
          <a:solidFill>
            <a:srgbClr val="C6C3B9">
              <a:alpha val="8549"/>
            </a:srgbClr>
          </a:solidFill>
        </p:spPr>
        <p:txBody>
          <a:bodyPr wrap="square" lIns="0" tIns="0" rIns="0" bIns="0" rtlCol="0"/>
          <a:lstStyle/>
          <a:p>
            <a:endParaRPr/>
          </a:p>
        </p:txBody>
      </p:sp>
      <p:sp>
        <p:nvSpPr>
          <p:cNvPr id="30" name="bg object 30"/>
          <p:cNvSpPr/>
          <p:nvPr/>
        </p:nvSpPr>
        <p:spPr>
          <a:xfrm>
            <a:off x="6409363" y="3216253"/>
            <a:ext cx="62865" cy="62865"/>
          </a:xfrm>
          <a:custGeom>
            <a:avLst/>
            <a:gdLst/>
            <a:ahLst/>
            <a:cxnLst/>
            <a:rect l="l" t="t" r="r" b="b"/>
            <a:pathLst>
              <a:path w="62864" h="62864">
                <a:moveTo>
                  <a:pt x="31318" y="62636"/>
                </a:moveTo>
                <a:lnTo>
                  <a:pt x="19127" y="60175"/>
                </a:lnTo>
                <a:lnTo>
                  <a:pt x="9172" y="53463"/>
                </a:lnTo>
                <a:lnTo>
                  <a:pt x="2461" y="43509"/>
                </a:lnTo>
                <a:lnTo>
                  <a:pt x="0" y="31318"/>
                </a:lnTo>
                <a:lnTo>
                  <a:pt x="2461" y="19127"/>
                </a:lnTo>
                <a:lnTo>
                  <a:pt x="9172" y="9172"/>
                </a:lnTo>
                <a:lnTo>
                  <a:pt x="19127" y="2461"/>
                </a:lnTo>
                <a:lnTo>
                  <a:pt x="31318" y="0"/>
                </a:lnTo>
                <a:lnTo>
                  <a:pt x="43509" y="2461"/>
                </a:lnTo>
                <a:lnTo>
                  <a:pt x="53463" y="9172"/>
                </a:lnTo>
                <a:lnTo>
                  <a:pt x="60175" y="19127"/>
                </a:lnTo>
                <a:lnTo>
                  <a:pt x="62636" y="31318"/>
                </a:lnTo>
                <a:lnTo>
                  <a:pt x="60175" y="43509"/>
                </a:lnTo>
                <a:lnTo>
                  <a:pt x="53463" y="53463"/>
                </a:lnTo>
                <a:lnTo>
                  <a:pt x="43509" y="60175"/>
                </a:lnTo>
                <a:lnTo>
                  <a:pt x="31318" y="62636"/>
                </a:lnTo>
                <a:close/>
              </a:path>
            </a:pathLst>
          </a:custGeom>
          <a:solidFill>
            <a:srgbClr val="C6C3B9">
              <a:alpha val="8549"/>
            </a:srgbClr>
          </a:solidFill>
        </p:spPr>
        <p:txBody>
          <a:bodyPr wrap="square" lIns="0" tIns="0" rIns="0" bIns="0" rtlCol="0"/>
          <a:lstStyle/>
          <a:p>
            <a:endParaRPr/>
          </a:p>
        </p:txBody>
      </p:sp>
      <p:pic>
        <p:nvPicPr>
          <p:cNvPr id="31" name="bg object 31"/>
          <p:cNvPicPr/>
          <p:nvPr/>
        </p:nvPicPr>
        <p:blipFill>
          <a:blip r:embed="rId7" cstate="print"/>
          <a:stretch>
            <a:fillRect/>
          </a:stretch>
        </p:blipFill>
        <p:spPr>
          <a:xfrm>
            <a:off x="8227696" y="1628012"/>
            <a:ext cx="139395" cy="140220"/>
          </a:xfrm>
          <a:prstGeom prst="rect">
            <a:avLst/>
          </a:prstGeom>
        </p:spPr>
      </p:pic>
      <p:sp>
        <p:nvSpPr>
          <p:cNvPr id="32" name="bg object 32"/>
          <p:cNvSpPr/>
          <p:nvPr/>
        </p:nvSpPr>
        <p:spPr>
          <a:xfrm>
            <a:off x="3570885" y="2714540"/>
            <a:ext cx="292100" cy="292100"/>
          </a:xfrm>
          <a:custGeom>
            <a:avLst/>
            <a:gdLst/>
            <a:ahLst/>
            <a:cxnLst/>
            <a:rect l="l" t="t" r="r" b="b"/>
            <a:pathLst>
              <a:path w="292100" h="292100">
                <a:moveTo>
                  <a:pt x="145745" y="291490"/>
                </a:moveTo>
                <a:lnTo>
                  <a:pt x="99678" y="284060"/>
                </a:lnTo>
                <a:lnTo>
                  <a:pt x="59670" y="263369"/>
                </a:lnTo>
                <a:lnTo>
                  <a:pt x="28120" y="231820"/>
                </a:lnTo>
                <a:lnTo>
                  <a:pt x="7430" y="191811"/>
                </a:lnTo>
                <a:lnTo>
                  <a:pt x="0" y="145745"/>
                </a:lnTo>
                <a:lnTo>
                  <a:pt x="7430" y="99678"/>
                </a:lnTo>
                <a:lnTo>
                  <a:pt x="28120" y="59670"/>
                </a:lnTo>
                <a:lnTo>
                  <a:pt x="59670" y="28120"/>
                </a:lnTo>
                <a:lnTo>
                  <a:pt x="99678" y="7430"/>
                </a:lnTo>
                <a:lnTo>
                  <a:pt x="145745" y="0"/>
                </a:lnTo>
                <a:lnTo>
                  <a:pt x="191811" y="7430"/>
                </a:lnTo>
                <a:lnTo>
                  <a:pt x="231820" y="28120"/>
                </a:lnTo>
                <a:lnTo>
                  <a:pt x="263369" y="59670"/>
                </a:lnTo>
                <a:lnTo>
                  <a:pt x="284060" y="99678"/>
                </a:lnTo>
                <a:lnTo>
                  <a:pt x="291490" y="145745"/>
                </a:lnTo>
                <a:lnTo>
                  <a:pt x="284060" y="191811"/>
                </a:lnTo>
                <a:lnTo>
                  <a:pt x="263369" y="231820"/>
                </a:lnTo>
                <a:lnTo>
                  <a:pt x="231820" y="263369"/>
                </a:lnTo>
                <a:lnTo>
                  <a:pt x="191811" y="284060"/>
                </a:lnTo>
                <a:lnTo>
                  <a:pt x="145745" y="291490"/>
                </a:lnTo>
                <a:close/>
              </a:path>
            </a:pathLst>
          </a:custGeom>
          <a:solidFill>
            <a:srgbClr val="C6C3B9">
              <a:alpha val="8549"/>
            </a:srgbClr>
          </a:solidFill>
        </p:spPr>
        <p:txBody>
          <a:bodyPr wrap="square" lIns="0" tIns="0" rIns="0" bIns="0" rtlCol="0"/>
          <a:lstStyle/>
          <a:p>
            <a:endParaRPr/>
          </a:p>
        </p:txBody>
      </p:sp>
      <p:sp>
        <p:nvSpPr>
          <p:cNvPr id="33" name="bg object 33"/>
          <p:cNvSpPr/>
          <p:nvPr/>
        </p:nvSpPr>
        <p:spPr>
          <a:xfrm>
            <a:off x="4333504" y="2700577"/>
            <a:ext cx="320040" cy="320040"/>
          </a:xfrm>
          <a:custGeom>
            <a:avLst/>
            <a:gdLst/>
            <a:ahLst/>
            <a:cxnLst/>
            <a:rect l="l" t="t" r="r" b="b"/>
            <a:pathLst>
              <a:path w="320039"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C6C3B9">
              <a:alpha val="8549"/>
            </a:srgbClr>
          </a:solidFill>
        </p:spPr>
        <p:txBody>
          <a:bodyPr wrap="square" lIns="0" tIns="0" rIns="0" bIns="0" rtlCol="0"/>
          <a:lstStyle/>
          <a:p>
            <a:endParaRPr/>
          </a:p>
        </p:txBody>
      </p:sp>
      <p:sp>
        <p:nvSpPr>
          <p:cNvPr id="34" name="bg object 34"/>
          <p:cNvSpPr/>
          <p:nvPr/>
        </p:nvSpPr>
        <p:spPr>
          <a:xfrm>
            <a:off x="4349481" y="1552355"/>
            <a:ext cx="287655" cy="287655"/>
          </a:xfrm>
          <a:custGeom>
            <a:avLst/>
            <a:gdLst/>
            <a:ahLst/>
            <a:cxnLst/>
            <a:rect l="l" t="t" r="r" b="b"/>
            <a:pathLst>
              <a:path w="287654" h="287655">
                <a:moveTo>
                  <a:pt x="143738" y="287477"/>
                </a:moveTo>
                <a:lnTo>
                  <a:pt x="98304" y="280149"/>
                </a:lnTo>
                <a:lnTo>
                  <a:pt x="58847" y="259744"/>
                </a:lnTo>
                <a:lnTo>
                  <a:pt x="27732" y="228630"/>
                </a:lnTo>
                <a:lnTo>
                  <a:pt x="7327" y="189172"/>
                </a:lnTo>
                <a:lnTo>
                  <a:pt x="0" y="143738"/>
                </a:lnTo>
                <a:lnTo>
                  <a:pt x="7327" y="98304"/>
                </a:lnTo>
                <a:lnTo>
                  <a:pt x="27732" y="58847"/>
                </a:lnTo>
                <a:lnTo>
                  <a:pt x="58847" y="27732"/>
                </a:lnTo>
                <a:lnTo>
                  <a:pt x="98304" y="7327"/>
                </a:lnTo>
                <a:lnTo>
                  <a:pt x="143738" y="0"/>
                </a:lnTo>
                <a:lnTo>
                  <a:pt x="189172" y="7327"/>
                </a:lnTo>
                <a:lnTo>
                  <a:pt x="228630" y="27732"/>
                </a:lnTo>
                <a:lnTo>
                  <a:pt x="259744" y="58847"/>
                </a:lnTo>
                <a:lnTo>
                  <a:pt x="280149" y="98304"/>
                </a:lnTo>
                <a:lnTo>
                  <a:pt x="287477" y="143738"/>
                </a:lnTo>
                <a:lnTo>
                  <a:pt x="280149" y="189172"/>
                </a:lnTo>
                <a:lnTo>
                  <a:pt x="259744" y="228630"/>
                </a:lnTo>
                <a:lnTo>
                  <a:pt x="228630" y="259744"/>
                </a:lnTo>
                <a:lnTo>
                  <a:pt x="189172" y="280149"/>
                </a:lnTo>
                <a:lnTo>
                  <a:pt x="143738" y="287477"/>
                </a:lnTo>
                <a:close/>
              </a:path>
            </a:pathLst>
          </a:custGeom>
          <a:solidFill>
            <a:srgbClr val="C6C3B9">
              <a:alpha val="8549"/>
            </a:srgbClr>
          </a:solidFill>
        </p:spPr>
        <p:txBody>
          <a:bodyPr wrap="square" lIns="0" tIns="0" rIns="0" bIns="0" rtlCol="0"/>
          <a:lstStyle/>
          <a:p>
            <a:endParaRPr/>
          </a:p>
        </p:txBody>
      </p:sp>
      <p:sp>
        <p:nvSpPr>
          <p:cNvPr id="35" name="bg object 35"/>
          <p:cNvSpPr/>
          <p:nvPr/>
        </p:nvSpPr>
        <p:spPr>
          <a:xfrm>
            <a:off x="4753740" y="1568324"/>
            <a:ext cx="255904" cy="255904"/>
          </a:xfrm>
          <a:custGeom>
            <a:avLst/>
            <a:gdLst/>
            <a:ahLst/>
            <a:cxnLst/>
            <a:rect l="l" t="t" r="r" b="b"/>
            <a:pathLst>
              <a:path w="255904" h="255905">
                <a:moveTo>
                  <a:pt x="127774" y="255536"/>
                </a:moveTo>
                <a:lnTo>
                  <a:pt x="78041" y="245496"/>
                </a:lnTo>
                <a:lnTo>
                  <a:pt x="37426" y="218114"/>
                </a:lnTo>
                <a:lnTo>
                  <a:pt x="10042" y="177500"/>
                </a:lnTo>
                <a:lnTo>
                  <a:pt x="0" y="127761"/>
                </a:lnTo>
                <a:lnTo>
                  <a:pt x="10042" y="78031"/>
                </a:lnTo>
                <a:lnTo>
                  <a:pt x="37426" y="37420"/>
                </a:lnTo>
                <a:lnTo>
                  <a:pt x="78041" y="10040"/>
                </a:lnTo>
                <a:lnTo>
                  <a:pt x="127774" y="0"/>
                </a:lnTo>
                <a:lnTo>
                  <a:pt x="177507" y="10040"/>
                </a:lnTo>
                <a:lnTo>
                  <a:pt x="218122" y="37420"/>
                </a:lnTo>
                <a:lnTo>
                  <a:pt x="245507" y="78031"/>
                </a:lnTo>
                <a:lnTo>
                  <a:pt x="255549" y="127761"/>
                </a:lnTo>
                <a:lnTo>
                  <a:pt x="245507" y="177500"/>
                </a:lnTo>
                <a:lnTo>
                  <a:pt x="218122" y="218114"/>
                </a:lnTo>
                <a:lnTo>
                  <a:pt x="177507" y="245496"/>
                </a:lnTo>
                <a:lnTo>
                  <a:pt x="127774" y="255536"/>
                </a:lnTo>
                <a:close/>
              </a:path>
            </a:pathLst>
          </a:custGeom>
          <a:solidFill>
            <a:srgbClr val="C6C3B9">
              <a:alpha val="8549"/>
            </a:srgbClr>
          </a:solidFill>
        </p:spPr>
        <p:txBody>
          <a:bodyPr wrap="square" lIns="0" tIns="0" rIns="0" bIns="0" rtlCol="0"/>
          <a:lstStyle/>
          <a:p>
            <a:endParaRPr/>
          </a:p>
        </p:txBody>
      </p:sp>
      <p:pic>
        <p:nvPicPr>
          <p:cNvPr id="36" name="bg object 36"/>
          <p:cNvPicPr/>
          <p:nvPr/>
        </p:nvPicPr>
        <p:blipFill>
          <a:blip r:embed="rId8" cstate="print"/>
          <a:stretch>
            <a:fillRect/>
          </a:stretch>
        </p:blipFill>
        <p:spPr>
          <a:xfrm>
            <a:off x="5540309" y="2349205"/>
            <a:ext cx="239572" cy="239560"/>
          </a:xfrm>
          <a:prstGeom prst="rect">
            <a:avLst/>
          </a:prstGeom>
        </p:spPr>
      </p:pic>
      <p:pic>
        <p:nvPicPr>
          <p:cNvPr id="37" name="bg object 37"/>
          <p:cNvPicPr/>
          <p:nvPr/>
        </p:nvPicPr>
        <p:blipFill>
          <a:blip r:embed="rId8" cstate="print"/>
          <a:stretch>
            <a:fillRect/>
          </a:stretch>
        </p:blipFill>
        <p:spPr>
          <a:xfrm>
            <a:off x="5931600" y="2349205"/>
            <a:ext cx="239572" cy="239560"/>
          </a:xfrm>
          <a:prstGeom prst="rect">
            <a:avLst/>
          </a:prstGeom>
        </p:spPr>
      </p:pic>
      <p:pic>
        <p:nvPicPr>
          <p:cNvPr id="38" name="bg object 38"/>
          <p:cNvPicPr/>
          <p:nvPr/>
        </p:nvPicPr>
        <p:blipFill>
          <a:blip r:embed="rId8" cstate="print"/>
          <a:stretch>
            <a:fillRect/>
          </a:stretch>
        </p:blipFill>
        <p:spPr>
          <a:xfrm>
            <a:off x="6702204" y="2740507"/>
            <a:ext cx="239572" cy="239560"/>
          </a:xfrm>
          <a:prstGeom prst="rect">
            <a:avLst/>
          </a:prstGeom>
        </p:spPr>
      </p:pic>
      <p:pic>
        <p:nvPicPr>
          <p:cNvPr id="39" name="bg object 39"/>
          <p:cNvPicPr/>
          <p:nvPr/>
        </p:nvPicPr>
        <p:blipFill>
          <a:blip r:embed="rId9" cstate="print"/>
          <a:stretch>
            <a:fillRect/>
          </a:stretch>
        </p:blipFill>
        <p:spPr>
          <a:xfrm>
            <a:off x="7129431" y="2389122"/>
            <a:ext cx="159715" cy="159715"/>
          </a:xfrm>
          <a:prstGeom prst="rect">
            <a:avLst/>
          </a:prstGeom>
        </p:spPr>
      </p:pic>
      <p:pic>
        <p:nvPicPr>
          <p:cNvPr id="40" name="bg object 40"/>
          <p:cNvPicPr/>
          <p:nvPr/>
        </p:nvPicPr>
        <p:blipFill>
          <a:blip r:embed="rId10" cstate="print"/>
          <a:stretch>
            <a:fillRect/>
          </a:stretch>
        </p:blipFill>
        <p:spPr>
          <a:xfrm>
            <a:off x="7498763" y="2369158"/>
            <a:ext cx="199644" cy="199644"/>
          </a:xfrm>
          <a:prstGeom prst="rect">
            <a:avLst/>
          </a:prstGeom>
        </p:spPr>
      </p:pic>
      <p:pic>
        <p:nvPicPr>
          <p:cNvPr id="41" name="bg object 41"/>
          <p:cNvPicPr/>
          <p:nvPr/>
        </p:nvPicPr>
        <p:blipFill>
          <a:blip r:embed="rId5" cstate="print"/>
          <a:stretch>
            <a:fillRect/>
          </a:stretch>
        </p:blipFill>
        <p:spPr>
          <a:xfrm>
            <a:off x="7167036" y="1653831"/>
            <a:ext cx="84505" cy="84518"/>
          </a:xfrm>
          <a:prstGeom prst="rect">
            <a:avLst/>
          </a:prstGeom>
        </p:spPr>
      </p:pic>
      <p:pic>
        <p:nvPicPr>
          <p:cNvPr id="42" name="bg object 42"/>
          <p:cNvPicPr/>
          <p:nvPr/>
        </p:nvPicPr>
        <p:blipFill>
          <a:blip r:embed="rId11" cstate="print"/>
          <a:stretch>
            <a:fillRect/>
          </a:stretch>
        </p:blipFill>
        <p:spPr>
          <a:xfrm>
            <a:off x="6779738" y="1264536"/>
            <a:ext cx="84505" cy="84518"/>
          </a:xfrm>
          <a:prstGeom prst="rect">
            <a:avLst/>
          </a:prstGeom>
        </p:spPr>
      </p:pic>
      <p:pic>
        <p:nvPicPr>
          <p:cNvPr id="43" name="bg object 43"/>
          <p:cNvPicPr/>
          <p:nvPr/>
        </p:nvPicPr>
        <p:blipFill>
          <a:blip r:embed="rId12" cstate="print"/>
          <a:stretch>
            <a:fillRect/>
          </a:stretch>
        </p:blipFill>
        <p:spPr>
          <a:xfrm>
            <a:off x="7558656" y="1266868"/>
            <a:ext cx="79857" cy="79857"/>
          </a:xfrm>
          <a:prstGeom prst="rect">
            <a:avLst/>
          </a:prstGeom>
        </p:spPr>
      </p:pic>
      <p:sp>
        <p:nvSpPr>
          <p:cNvPr id="44" name="bg object 44"/>
          <p:cNvSpPr/>
          <p:nvPr/>
        </p:nvSpPr>
        <p:spPr>
          <a:xfrm>
            <a:off x="7578620" y="889842"/>
            <a:ext cx="40005" cy="40005"/>
          </a:xfrm>
          <a:custGeom>
            <a:avLst/>
            <a:gdLst/>
            <a:ahLst/>
            <a:cxnLst/>
            <a:rect l="l" t="t" r="r" b="b"/>
            <a:pathLst>
              <a:path w="40004" h="40005">
                <a:moveTo>
                  <a:pt x="19964" y="39928"/>
                </a:moveTo>
                <a:lnTo>
                  <a:pt x="12194" y="38359"/>
                </a:lnTo>
                <a:lnTo>
                  <a:pt x="5848" y="34080"/>
                </a:lnTo>
                <a:lnTo>
                  <a:pt x="1569" y="27734"/>
                </a:lnTo>
                <a:lnTo>
                  <a:pt x="0" y="19964"/>
                </a:lnTo>
                <a:lnTo>
                  <a:pt x="1569" y="12194"/>
                </a:lnTo>
                <a:lnTo>
                  <a:pt x="5848" y="5848"/>
                </a:lnTo>
                <a:lnTo>
                  <a:pt x="12194" y="1569"/>
                </a:lnTo>
                <a:lnTo>
                  <a:pt x="19964" y="0"/>
                </a:lnTo>
                <a:lnTo>
                  <a:pt x="27734" y="1569"/>
                </a:lnTo>
                <a:lnTo>
                  <a:pt x="34080" y="5848"/>
                </a:lnTo>
                <a:lnTo>
                  <a:pt x="38359" y="12194"/>
                </a:lnTo>
                <a:lnTo>
                  <a:pt x="39928" y="19964"/>
                </a:lnTo>
                <a:lnTo>
                  <a:pt x="38359" y="27734"/>
                </a:lnTo>
                <a:lnTo>
                  <a:pt x="34080" y="34080"/>
                </a:lnTo>
                <a:lnTo>
                  <a:pt x="27734" y="38359"/>
                </a:lnTo>
                <a:lnTo>
                  <a:pt x="19964" y="39928"/>
                </a:lnTo>
                <a:close/>
              </a:path>
            </a:pathLst>
          </a:custGeom>
          <a:solidFill>
            <a:srgbClr val="C6C3B9">
              <a:alpha val="8549"/>
            </a:srgbClr>
          </a:solidFill>
        </p:spPr>
        <p:txBody>
          <a:bodyPr wrap="square" lIns="0" tIns="0" rIns="0" bIns="0" rtlCol="0"/>
          <a:lstStyle/>
          <a:p>
            <a:endParaRPr/>
          </a:p>
        </p:txBody>
      </p:sp>
      <p:sp>
        <p:nvSpPr>
          <p:cNvPr id="45" name="bg object 45"/>
          <p:cNvSpPr/>
          <p:nvPr/>
        </p:nvSpPr>
        <p:spPr>
          <a:xfrm>
            <a:off x="7189324" y="1286832"/>
            <a:ext cx="40005" cy="40005"/>
          </a:xfrm>
          <a:custGeom>
            <a:avLst/>
            <a:gdLst/>
            <a:ahLst/>
            <a:cxnLst/>
            <a:rect l="l" t="t" r="r" b="b"/>
            <a:pathLst>
              <a:path w="40004" h="40005">
                <a:moveTo>
                  <a:pt x="19964" y="39928"/>
                </a:moveTo>
                <a:lnTo>
                  <a:pt x="12194" y="38359"/>
                </a:lnTo>
                <a:lnTo>
                  <a:pt x="5848" y="34080"/>
                </a:lnTo>
                <a:lnTo>
                  <a:pt x="1569" y="27734"/>
                </a:lnTo>
                <a:lnTo>
                  <a:pt x="0" y="19964"/>
                </a:lnTo>
                <a:lnTo>
                  <a:pt x="1569" y="12194"/>
                </a:lnTo>
                <a:lnTo>
                  <a:pt x="5848" y="5848"/>
                </a:lnTo>
                <a:lnTo>
                  <a:pt x="12194" y="1569"/>
                </a:lnTo>
                <a:lnTo>
                  <a:pt x="19964" y="0"/>
                </a:lnTo>
                <a:lnTo>
                  <a:pt x="27734" y="1569"/>
                </a:lnTo>
                <a:lnTo>
                  <a:pt x="34080" y="5848"/>
                </a:lnTo>
                <a:lnTo>
                  <a:pt x="38359" y="12194"/>
                </a:lnTo>
                <a:lnTo>
                  <a:pt x="39928" y="19964"/>
                </a:lnTo>
                <a:lnTo>
                  <a:pt x="38359" y="27734"/>
                </a:lnTo>
                <a:lnTo>
                  <a:pt x="34080" y="34080"/>
                </a:lnTo>
                <a:lnTo>
                  <a:pt x="27734" y="38359"/>
                </a:lnTo>
                <a:lnTo>
                  <a:pt x="19964" y="39928"/>
                </a:lnTo>
                <a:close/>
              </a:path>
            </a:pathLst>
          </a:custGeom>
          <a:solidFill>
            <a:srgbClr val="C6C3B9">
              <a:alpha val="8549"/>
            </a:srgbClr>
          </a:solidFill>
        </p:spPr>
        <p:txBody>
          <a:bodyPr wrap="square" lIns="0" tIns="0" rIns="0" bIns="0" rtlCol="0"/>
          <a:lstStyle/>
          <a:p>
            <a:endParaRPr/>
          </a:p>
        </p:txBody>
      </p:sp>
      <p:pic>
        <p:nvPicPr>
          <p:cNvPr id="46" name="bg object 46"/>
          <p:cNvPicPr/>
          <p:nvPr/>
        </p:nvPicPr>
        <p:blipFill>
          <a:blip r:embed="rId10" cstate="print"/>
          <a:stretch>
            <a:fillRect/>
          </a:stretch>
        </p:blipFill>
        <p:spPr>
          <a:xfrm>
            <a:off x="7498763" y="1984320"/>
            <a:ext cx="199644" cy="199644"/>
          </a:xfrm>
          <a:prstGeom prst="rect">
            <a:avLst/>
          </a:prstGeom>
        </p:spPr>
      </p:pic>
      <p:pic>
        <p:nvPicPr>
          <p:cNvPr id="47" name="bg object 47"/>
          <p:cNvPicPr/>
          <p:nvPr/>
        </p:nvPicPr>
        <p:blipFill>
          <a:blip r:embed="rId13" cstate="print"/>
          <a:stretch>
            <a:fillRect/>
          </a:stretch>
        </p:blipFill>
        <p:spPr>
          <a:xfrm>
            <a:off x="7888049" y="1984320"/>
            <a:ext cx="199644" cy="199644"/>
          </a:xfrm>
          <a:prstGeom prst="rect">
            <a:avLst/>
          </a:prstGeom>
        </p:spPr>
      </p:pic>
      <p:pic>
        <p:nvPicPr>
          <p:cNvPr id="48" name="bg object 48"/>
          <p:cNvPicPr/>
          <p:nvPr/>
        </p:nvPicPr>
        <p:blipFill>
          <a:blip r:embed="rId14" cstate="print"/>
          <a:stretch>
            <a:fillRect/>
          </a:stretch>
        </p:blipFill>
        <p:spPr>
          <a:xfrm>
            <a:off x="6360823" y="1226938"/>
            <a:ext cx="159715" cy="159715"/>
          </a:xfrm>
          <a:prstGeom prst="rect">
            <a:avLst/>
          </a:prstGeom>
        </p:spPr>
      </p:pic>
      <p:pic>
        <p:nvPicPr>
          <p:cNvPr id="49" name="bg object 49"/>
          <p:cNvPicPr/>
          <p:nvPr/>
        </p:nvPicPr>
        <p:blipFill>
          <a:blip r:embed="rId15" cstate="print"/>
          <a:stretch>
            <a:fillRect/>
          </a:stretch>
        </p:blipFill>
        <p:spPr>
          <a:xfrm>
            <a:off x="6380788" y="849912"/>
            <a:ext cx="119786" cy="119786"/>
          </a:xfrm>
          <a:prstGeom prst="rect">
            <a:avLst/>
          </a:prstGeom>
        </p:spPr>
      </p:pic>
      <p:pic>
        <p:nvPicPr>
          <p:cNvPr id="50" name="bg object 50"/>
          <p:cNvPicPr/>
          <p:nvPr/>
        </p:nvPicPr>
        <p:blipFill>
          <a:blip r:embed="rId16" cstate="print"/>
          <a:stretch>
            <a:fillRect/>
          </a:stretch>
        </p:blipFill>
        <p:spPr>
          <a:xfrm>
            <a:off x="5991493" y="849912"/>
            <a:ext cx="119786" cy="119786"/>
          </a:xfrm>
          <a:prstGeom prst="rect">
            <a:avLst/>
          </a:prstGeom>
        </p:spPr>
      </p:pic>
      <p:pic>
        <p:nvPicPr>
          <p:cNvPr id="51" name="bg object 51"/>
          <p:cNvPicPr/>
          <p:nvPr/>
        </p:nvPicPr>
        <p:blipFill>
          <a:blip r:embed="rId14" cstate="print"/>
          <a:stretch>
            <a:fillRect/>
          </a:stretch>
        </p:blipFill>
        <p:spPr>
          <a:xfrm>
            <a:off x="5971529" y="2004285"/>
            <a:ext cx="159715" cy="159715"/>
          </a:xfrm>
          <a:prstGeom prst="rect">
            <a:avLst/>
          </a:prstGeom>
        </p:spPr>
      </p:pic>
      <p:pic>
        <p:nvPicPr>
          <p:cNvPr id="52" name="bg object 52"/>
          <p:cNvPicPr/>
          <p:nvPr/>
        </p:nvPicPr>
        <p:blipFill>
          <a:blip r:embed="rId17" cstate="print"/>
          <a:stretch>
            <a:fillRect/>
          </a:stretch>
        </p:blipFill>
        <p:spPr>
          <a:xfrm>
            <a:off x="5955083" y="1599795"/>
            <a:ext cx="192608" cy="192595"/>
          </a:xfrm>
          <a:prstGeom prst="rect">
            <a:avLst/>
          </a:prstGeom>
        </p:spPr>
      </p:pic>
      <p:pic>
        <p:nvPicPr>
          <p:cNvPr id="53" name="bg object 53"/>
          <p:cNvPicPr/>
          <p:nvPr/>
        </p:nvPicPr>
        <p:blipFill>
          <a:blip r:embed="rId18" cstate="print"/>
          <a:stretch>
            <a:fillRect/>
          </a:stretch>
        </p:blipFill>
        <p:spPr>
          <a:xfrm>
            <a:off x="6335728" y="1978864"/>
            <a:ext cx="209905" cy="210565"/>
          </a:xfrm>
          <a:prstGeom prst="rect">
            <a:avLst/>
          </a:prstGeom>
        </p:spPr>
      </p:pic>
      <p:pic>
        <p:nvPicPr>
          <p:cNvPr id="54" name="bg object 54"/>
          <p:cNvPicPr/>
          <p:nvPr/>
        </p:nvPicPr>
        <p:blipFill>
          <a:blip r:embed="rId19" cstate="print"/>
          <a:stretch>
            <a:fillRect/>
          </a:stretch>
        </p:blipFill>
        <p:spPr>
          <a:xfrm>
            <a:off x="7902933" y="1611146"/>
            <a:ext cx="169875" cy="169887"/>
          </a:xfrm>
          <a:prstGeom prst="rect">
            <a:avLst/>
          </a:prstGeom>
        </p:spPr>
      </p:pic>
      <p:pic>
        <p:nvPicPr>
          <p:cNvPr id="55" name="bg object 55"/>
          <p:cNvPicPr/>
          <p:nvPr/>
        </p:nvPicPr>
        <p:blipFill>
          <a:blip r:embed="rId8" cstate="print"/>
          <a:stretch>
            <a:fillRect/>
          </a:stretch>
        </p:blipFill>
        <p:spPr>
          <a:xfrm>
            <a:off x="6320895" y="2740507"/>
            <a:ext cx="239572" cy="239560"/>
          </a:xfrm>
          <a:prstGeom prst="rect">
            <a:avLst/>
          </a:prstGeom>
        </p:spPr>
      </p:pic>
      <p:pic>
        <p:nvPicPr>
          <p:cNvPr id="56" name="bg object 56"/>
          <p:cNvPicPr/>
          <p:nvPr/>
        </p:nvPicPr>
        <p:blipFill>
          <a:blip r:embed="rId8" cstate="print"/>
          <a:stretch>
            <a:fillRect/>
          </a:stretch>
        </p:blipFill>
        <p:spPr>
          <a:xfrm>
            <a:off x="5931600" y="2740507"/>
            <a:ext cx="239572" cy="239560"/>
          </a:xfrm>
          <a:prstGeom prst="rect">
            <a:avLst/>
          </a:prstGeom>
        </p:spPr>
      </p:pic>
      <p:pic>
        <p:nvPicPr>
          <p:cNvPr id="57" name="bg object 57"/>
          <p:cNvPicPr/>
          <p:nvPr/>
        </p:nvPicPr>
        <p:blipFill>
          <a:blip r:embed="rId8" cstate="print"/>
          <a:stretch>
            <a:fillRect/>
          </a:stretch>
        </p:blipFill>
        <p:spPr>
          <a:xfrm>
            <a:off x="5540309" y="2740507"/>
            <a:ext cx="239572" cy="239560"/>
          </a:xfrm>
          <a:prstGeom prst="rect">
            <a:avLst/>
          </a:prstGeom>
        </p:spPr>
      </p:pic>
      <p:pic>
        <p:nvPicPr>
          <p:cNvPr id="58" name="bg object 58"/>
          <p:cNvPicPr/>
          <p:nvPr/>
        </p:nvPicPr>
        <p:blipFill>
          <a:blip r:embed="rId20" cstate="print"/>
          <a:stretch>
            <a:fillRect/>
          </a:stretch>
        </p:blipFill>
        <p:spPr>
          <a:xfrm>
            <a:off x="5540309" y="3127795"/>
            <a:ext cx="239572" cy="239560"/>
          </a:xfrm>
          <a:prstGeom prst="rect">
            <a:avLst/>
          </a:prstGeom>
        </p:spPr>
      </p:pic>
      <p:pic>
        <p:nvPicPr>
          <p:cNvPr id="59" name="bg object 59"/>
          <p:cNvPicPr/>
          <p:nvPr/>
        </p:nvPicPr>
        <p:blipFill>
          <a:blip r:embed="rId21" cstate="print"/>
          <a:stretch>
            <a:fillRect/>
          </a:stretch>
        </p:blipFill>
        <p:spPr>
          <a:xfrm>
            <a:off x="4761728" y="2740507"/>
            <a:ext cx="239572" cy="239560"/>
          </a:xfrm>
          <a:prstGeom prst="rect">
            <a:avLst/>
          </a:prstGeom>
        </p:spPr>
      </p:pic>
      <p:pic>
        <p:nvPicPr>
          <p:cNvPr id="60" name="bg object 60"/>
          <p:cNvPicPr/>
          <p:nvPr/>
        </p:nvPicPr>
        <p:blipFill>
          <a:blip r:embed="rId13" cstate="print"/>
          <a:stretch>
            <a:fillRect/>
          </a:stretch>
        </p:blipFill>
        <p:spPr>
          <a:xfrm>
            <a:off x="6722169" y="1984320"/>
            <a:ext cx="199644" cy="199644"/>
          </a:xfrm>
          <a:prstGeom prst="rect">
            <a:avLst/>
          </a:prstGeom>
        </p:spPr>
      </p:pic>
      <p:pic>
        <p:nvPicPr>
          <p:cNvPr id="61" name="bg object 61"/>
          <p:cNvPicPr/>
          <p:nvPr/>
        </p:nvPicPr>
        <p:blipFill>
          <a:blip r:embed="rId20" cstate="print"/>
          <a:stretch>
            <a:fillRect/>
          </a:stretch>
        </p:blipFill>
        <p:spPr>
          <a:xfrm>
            <a:off x="4373433" y="3127795"/>
            <a:ext cx="239572" cy="239560"/>
          </a:xfrm>
          <a:prstGeom prst="rect">
            <a:avLst/>
          </a:prstGeom>
        </p:spPr>
      </p:pic>
      <p:sp>
        <p:nvSpPr>
          <p:cNvPr id="62" name="bg object 62"/>
          <p:cNvSpPr/>
          <p:nvPr/>
        </p:nvSpPr>
        <p:spPr>
          <a:xfrm>
            <a:off x="6300930" y="2329241"/>
            <a:ext cx="280035" cy="280035"/>
          </a:xfrm>
          <a:custGeom>
            <a:avLst/>
            <a:gdLst/>
            <a:ahLst/>
            <a:cxnLst/>
            <a:rect l="l" t="t" r="r" b="b"/>
            <a:pathLst>
              <a:path w="280034"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6C3B9">
              <a:alpha val="8549"/>
            </a:srgbClr>
          </a:solidFill>
        </p:spPr>
        <p:txBody>
          <a:bodyPr wrap="square" lIns="0" tIns="0" rIns="0" bIns="0" rtlCol="0"/>
          <a:lstStyle/>
          <a:p>
            <a:endParaRPr/>
          </a:p>
        </p:txBody>
      </p:sp>
      <p:sp>
        <p:nvSpPr>
          <p:cNvPr id="63" name="bg object 63"/>
          <p:cNvSpPr/>
          <p:nvPr/>
        </p:nvSpPr>
        <p:spPr>
          <a:xfrm>
            <a:off x="4721799" y="1924437"/>
            <a:ext cx="320040" cy="320040"/>
          </a:xfrm>
          <a:custGeom>
            <a:avLst/>
            <a:gdLst/>
            <a:ahLst/>
            <a:cxnLst/>
            <a:rect l="l" t="t" r="r" b="b"/>
            <a:pathLst>
              <a:path w="320039"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C6C3B9">
              <a:alpha val="8549"/>
            </a:srgbClr>
          </a:solidFill>
        </p:spPr>
        <p:txBody>
          <a:bodyPr wrap="square" lIns="0" tIns="0" rIns="0" bIns="0" rtlCol="0"/>
          <a:lstStyle/>
          <a:p>
            <a:endParaRPr/>
          </a:p>
        </p:txBody>
      </p:sp>
      <p:sp>
        <p:nvSpPr>
          <p:cNvPr id="64" name="bg object 64"/>
          <p:cNvSpPr/>
          <p:nvPr/>
        </p:nvSpPr>
        <p:spPr>
          <a:xfrm>
            <a:off x="3925245" y="1904473"/>
            <a:ext cx="359410" cy="359410"/>
          </a:xfrm>
          <a:custGeom>
            <a:avLst/>
            <a:gdLst/>
            <a:ahLst/>
            <a:cxnLst/>
            <a:rect l="l" t="t" r="r" b="b"/>
            <a:pathLst>
              <a:path w="359410" h="359410">
                <a:moveTo>
                  <a:pt x="179679" y="359346"/>
                </a:moveTo>
                <a:lnTo>
                  <a:pt x="131912" y="352928"/>
                </a:lnTo>
                <a:lnTo>
                  <a:pt x="88990" y="334815"/>
                </a:lnTo>
                <a:lnTo>
                  <a:pt x="52625" y="306720"/>
                </a:lnTo>
                <a:lnTo>
                  <a:pt x="24530" y="270356"/>
                </a:lnTo>
                <a:lnTo>
                  <a:pt x="6418" y="227434"/>
                </a:lnTo>
                <a:lnTo>
                  <a:pt x="0" y="179666"/>
                </a:lnTo>
                <a:lnTo>
                  <a:pt x="6418" y="131905"/>
                </a:lnTo>
                <a:lnTo>
                  <a:pt x="24530" y="88986"/>
                </a:lnTo>
                <a:lnTo>
                  <a:pt x="52625" y="52624"/>
                </a:lnTo>
                <a:lnTo>
                  <a:pt x="88990" y="24530"/>
                </a:lnTo>
                <a:lnTo>
                  <a:pt x="131912" y="6418"/>
                </a:lnTo>
                <a:lnTo>
                  <a:pt x="179679" y="0"/>
                </a:lnTo>
                <a:lnTo>
                  <a:pt x="227442" y="6418"/>
                </a:lnTo>
                <a:lnTo>
                  <a:pt x="270363" y="24530"/>
                </a:lnTo>
                <a:lnTo>
                  <a:pt x="306728" y="52624"/>
                </a:lnTo>
                <a:lnTo>
                  <a:pt x="334825" y="88986"/>
                </a:lnTo>
                <a:lnTo>
                  <a:pt x="352940" y="131905"/>
                </a:lnTo>
                <a:lnTo>
                  <a:pt x="359359" y="179666"/>
                </a:lnTo>
                <a:lnTo>
                  <a:pt x="352940" y="227434"/>
                </a:lnTo>
                <a:lnTo>
                  <a:pt x="334825" y="270356"/>
                </a:lnTo>
                <a:lnTo>
                  <a:pt x="306728" y="306720"/>
                </a:lnTo>
                <a:lnTo>
                  <a:pt x="270363" y="334815"/>
                </a:lnTo>
                <a:lnTo>
                  <a:pt x="227442" y="352928"/>
                </a:lnTo>
                <a:lnTo>
                  <a:pt x="179679" y="359346"/>
                </a:lnTo>
                <a:close/>
              </a:path>
            </a:pathLst>
          </a:custGeom>
          <a:solidFill>
            <a:srgbClr val="C6C3B9">
              <a:alpha val="8549"/>
            </a:srgbClr>
          </a:solidFill>
        </p:spPr>
        <p:txBody>
          <a:bodyPr wrap="square" lIns="0" tIns="0" rIns="0" bIns="0" rtlCol="0"/>
          <a:lstStyle/>
          <a:p>
            <a:endParaRPr/>
          </a:p>
        </p:txBody>
      </p:sp>
      <p:sp>
        <p:nvSpPr>
          <p:cNvPr id="65" name="bg object 65"/>
          <p:cNvSpPr/>
          <p:nvPr/>
        </p:nvSpPr>
        <p:spPr>
          <a:xfrm>
            <a:off x="3945210" y="2309276"/>
            <a:ext cx="320040" cy="320040"/>
          </a:xfrm>
          <a:custGeom>
            <a:avLst/>
            <a:gdLst/>
            <a:ahLst/>
            <a:cxnLst/>
            <a:rect l="l" t="t" r="r" b="b"/>
            <a:pathLst>
              <a:path w="320039"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C6C3B9">
              <a:alpha val="8549"/>
            </a:srgbClr>
          </a:solidFill>
        </p:spPr>
        <p:txBody>
          <a:bodyPr wrap="square" lIns="0" tIns="0" rIns="0" bIns="0" rtlCol="0"/>
          <a:lstStyle/>
          <a:p>
            <a:endParaRPr/>
          </a:p>
        </p:txBody>
      </p:sp>
      <p:sp>
        <p:nvSpPr>
          <p:cNvPr id="66" name="bg object 66"/>
          <p:cNvSpPr/>
          <p:nvPr/>
        </p:nvSpPr>
        <p:spPr>
          <a:xfrm>
            <a:off x="4333504" y="2309276"/>
            <a:ext cx="320040" cy="320040"/>
          </a:xfrm>
          <a:custGeom>
            <a:avLst/>
            <a:gdLst/>
            <a:ahLst/>
            <a:cxnLst/>
            <a:rect l="l" t="t" r="r" b="b"/>
            <a:pathLst>
              <a:path w="320039"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C6C3B9">
              <a:alpha val="8549"/>
            </a:srgbClr>
          </a:solidFill>
        </p:spPr>
        <p:txBody>
          <a:bodyPr wrap="square" lIns="0" tIns="0" rIns="0" bIns="0" rtlCol="0"/>
          <a:lstStyle/>
          <a:p>
            <a:endParaRPr/>
          </a:p>
        </p:txBody>
      </p:sp>
      <p:sp>
        <p:nvSpPr>
          <p:cNvPr id="67" name="bg object 67"/>
          <p:cNvSpPr/>
          <p:nvPr/>
        </p:nvSpPr>
        <p:spPr>
          <a:xfrm>
            <a:off x="4721799" y="2309276"/>
            <a:ext cx="320040" cy="320040"/>
          </a:xfrm>
          <a:custGeom>
            <a:avLst/>
            <a:gdLst/>
            <a:ahLst/>
            <a:cxnLst/>
            <a:rect l="l" t="t" r="r" b="b"/>
            <a:pathLst>
              <a:path w="320039"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C6C3B9">
              <a:alpha val="8549"/>
            </a:srgbClr>
          </a:solidFill>
        </p:spPr>
        <p:txBody>
          <a:bodyPr wrap="square" lIns="0" tIns="0" rIns="0" bIns="0" rtlCol="0"/>
          <a:lstStyle/>
          <a:p>
            <a:endParaRPr/>
          </a:p>
        </p:txBody>
      </p:sp>
      <p:sp>
        <p:nvSpPr>
          <p:cNvPr id="68" name="bg object 68"/>
          <p:cNvSpPr/>
          <p:nvPr/>
        </p:nvSpPr>
        <p:spPr>
          <a:xfrm>
            <a:off x="5132551" y="1944403"/>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6C3B9">
              <a:alpha val="8549"/>
            </a:srgbClr>
          </a:solidFill>
        </p:spPr>
        <p:txBody>
          <a:bodyPr wrap="square" lIns="0" tIns="0" rIns="0" bIns="0" rtlCol="0"/>
          <a:lstStyle/>
          <a:p>
            <a:endParaRPr/>
          </a:p>
        </p:txBody>
      </p:sp>
      <p:sp>
        <p:nvSpPr>
          <p:cNvPr id="69" name="bg object 69"/>
          <p:cNvSpPr/>
          <p:nvPr/>
        </p:nvSpPr>
        <p:spPr>
          <a:xfrm>
            <a:off x="5132551" y="2720542"/>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6C3B9">
              <a:alpha val="8549"/>
            </a:srgbClr>
          </a:solidFill>
        </p:spPr>
        <p:txBody>
          <a:bodyPr wrap="square" lIns="0" tIns="0" rIns="0" bIns="0" rtlCol="0"/>
          <a:lstStyle/>
          <a:p>
            <a:endParaRPr/>
          </a:p>
        </p:txBody>
      </p:sp>
      <p:sp>
        <p:nvSpPr>
          <p:cNvPr id="70" name="bg object 70"/>
          <p:cNvSpPr/>
          <p:nvPr/>
        </p:nvSpPr>
        <p:spPr>
          <a:xfrm>
            <a:off x="5132551" y="3107831"/>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6C3B9">
              <a:alpha val="8549"/>
            </a:srgbClr>
          </a:solidFill>
        </p:spPr>
        <p:txBody>
          <a:bodyPr wrap="square" lIns="0" tIns="0" rIns="0" bIns="0" rtlCol="0"/>
          <a:lstStyle/>
          <a:p>
            <a:endParaRPr/>
          </a:p>
        </p:txBody>
      </p:sp>
      <p:sp>
        <p:nvSpPr>
          <p:cNvPr id="71" name="bg object 71"/>
          <p:cNvSpPr/>
          <p:nvPr/>
        </p:nvSpPr>
        <p:spPr>
          <a:xfrm>
            <a:off x="3915263" y="3057918"/>
            <a:ext cx="379730" cy="379730"/>
          </a:xfrm>
          <a:custGeom>
            <a:avLst/>
            <a:gdLst/>
            <a:ahLst/>
            <a:cxnLst/>
            <a:rect l="l" t="t" r="r" b="b"/>
            <a:pathLst>
              <a:path w="379729" h="379729">
                <a:moveTo>
                  <a:pt x="189661" y="379310"/>
                </a:moveTo>
                <a:lnTo>
                  <a:pt x="139241" y="372536"/>
                </a:lnTo>
                <a:lnTo>
                  <a:pt x="93934" y="353417"/>
                </a:lnTo>
                <a:lnTo>
                  <a:pt x="55549" y="323761"/>
                </a:lnTo>
                <a:lnTo>
                  <a:pt x="25893" y="285376"/>
                </a:lnTo>
                <a:lnTo>
                  <a:pt x="6774" y="240069"/>
                </a:lnTo>
                <a:lnTo>
                  <a:pt x="0" y="189649"/>
                </a:lnTo>
                <a:lnTo>
                  <a:pt x="6774" y="139234"/>
                </a:lnTo>
                <a:lnTo>
                  <a:pt x="25893" y="93931"/>
                </a:lnTo>
                <a:lnTo>
                  <a:pt x="55549" y="55548"/>
                </a:lnTo>
                <a:lnTo>
                  <a:pt x="93934" y="25893"/>
                </a:lnTo>
                <a:lnTo>
                  <a:pt x="139241" y="6774"/>
                </a:lnTo>
                <a:lnTo>
                  <a:pt x="189661" y="0"/>
                </a:lnTo>
                <a:lnTo>
                  <a:pt x="240082" y="6774"/>
                </a:lnTo>
                <a:lnTo>
                  <a:pt x="285388" y="25893"/>
                </a:lnTo>
                <a:lnTo>
                  <a:pt x="323773" y="55548"/>
                </a:lnTo>
                <a:lnTo>
                  <a:pt x="353429" y="93931"/>
                </a:lnTo>
                <a:lnTo>
                  <a:pt x="372548" y="139234"/>
                </a:lnTo>
                <a:lnTo>
                  <a:pt x="379323" y="189649"/>
                </a:lnTo>
                <a:lnTo>
                  <a:pt x="372548" y="240069"/>
                </a:lnTo>
                <a:lnTo>
                  <a:pt x="353429" y="285376"/>
                </a:lnTo>
                <a:lnTo>
                  <a:pt x="323773" y="323761"/>
                </a:lnTo>
                <a:lnTo>
                  <a:pt x="285388" y="353417"/>
                </a:lnTo>
                <a:lnTo>
                  <a:pt x="240082" y="372536"/>
                </a:lnTo>
                <a:lnTo>
                  <a:pt x="189661" y="379310"/>
                </a:lnTo>
                <a:close/>
              </a:path>
            </a:pathLst>
          </a:custGeom>
          <a:solidFill>
            <a:srgbClr val="C6C3B9">
              <a:alpha val="8549"/>
            </a:srgbClr>
          </a:solidFill>
        </p:spPr>
        <p:txBody>
          <a:bodyPr wrap="square" lIns="0" tIns="0" rIns="0" bIns="0" rtlCol="0"/>
          <a:lstStyle/>
          <a:p>
            <a:endParaRPr/>
          </a:p>
        </p:txBody>
      </p:sp>
      <p:pic>
        <p:nvPicPr>
          <p:cNvPr id="72" name="bg object 72"/>
          <p:cNvPicPr/>
          <p:nvPr/>
        </p:nvPicPr>
        <p:blipFill>
          <a:blip r:embed="rId22" cstate="print"/>
          <a:stretch>
            <a:fillRect/>
          </a:stretch>
        </p:blipFill>
        <p:spPr>
          <a:xfrm>
            <a:off x="3223522" y="1591277"/>
            <a:ext cx="209626" cy="209626"/>
          </a:xfrm>
          <a:prstGeom prst="rect">
            <a:avLst/>
          </a:prstGeom>
        </p:spPr>
      </p:pic>
      <p:pic>
        <p:nvPicPr>
          <p:cNvPr id="73" name="bg object 73"/>
          <p:cNvPicPr/>
          <p:nvPr/>
        </p:nvPicPr>
        <p:blipFill>
          <a:blip r:embed="rId13" cstate="print"/>
          <a:stretch>
            <a:fillRect/>
          </a:stretch>
        </p:blipFill>
        <p:spPr>
          <a:xfrm>
            <a:off x="2840220" y="1984319"/>
            <a:ext cx="199644" cy="199644"/>
          </a:xfrm>
          <a:prstGeom prst="rect">
            <a:avLst/>
          </a:prstGeom>
        </p:spPr>
      </p:pic>
      <p:pic>
        <p:nvPicPr>
          <p:cNvPr id="74" name="bg object 74"/>
          <p:cNvPicPr/>
          <p:nvPr/>
        </p:nvPicPr>
        <p:blipFill>
          <a:blip r:embed="rId13" cstate="print"/>
          <a:stretch>
            <a:fillRect/>
          </a:stretch>
        </p:blipFill>
        <p:spPr>
          <a:xfrm>
            <a:off x="3228513" y="2369158"/>
            <a:ext cx="199644" cy="199644"/>
          </a:xfrm>
          <a:prstGeom prst="rect">
            <a:avLst/>
          </a:prstGeom>
        </p:spPr>
      </p:pic>
      <p:sp>
        <p:nvSpPr>
          <p:cNvPr id="75" name="bg object 75"/>
          <p:cNvSpPr/>
          <p:nvPr/>
        </p:nvSpPr>
        <p:spPr>
          <a:xfrm>
            <a:off x="3556915" y="1924437"/>
            <a:ext cx="320040" cy="320040"/>
          </a:xfrm>
          <a:custGeom>
            <a:avLst/>
            <a:gdLst/>
            <a:ahLst/>
            <a:cxnLst/>
            <a:rect l="l" t="t" r="r" b="b"/>
            <a:pathLst>
              <a:path w="320039"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C6C3B9">
              <a:alpha val="8549"/>
            </a:srgbClr>
          </a:solidFill>
        </p:spPr>
        <p:txBody>
          <a:bodyPr wrap="square" lIns="0" tIns="0" rIns="0" bIns="0" rtlCol="0"/>
          <a:lstStyle/>
          <a:p>
            <a:endParaRPr/>
          </a:p>
        </p:txBody>
      </p:sp>
      <p:sp>
        <p:nvSpPr>
          <p:cNvPr id="76" name="bg object 76"/>
          <p:cNvSpPr/>
          <p:nvPr/>
        </p:nvSpPr>
        <p:spPr>
          <a:xfrm>
            <a:off x="5132551" y="770064"/>
            <a:ext cx="280035" cy="280035"/>
          </a:xfrm>
          <a:custGeom>
            <a:avLst/>
            <a:gdLst/>
            <a:ahLst/>
            <a:cxnLst/>
            <a:rect l="l" t="t" r="r" b="b"/>
            <a:pathLst>
              <a:path w="280035" h="280034">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6C3B9">
              <a:alpha val="8549"/>
            </a:srgbClr>
          </a:solidFill>
        </p:spPr>
        <p:txBody>
          <a:bodyPr wrap="square" lIns="0" tIns="0" rIns="0" bIns="0" rtlCol="0"/>
          <a:lstStyle/>
          <a:p>
            <a:endParaRPr/>
          </a:p>
        </p:txBody>
      </p:sp>
      <p:pic>
        <p:nvPicPr>
          <p:cNvPr id="77" name="bg object 77"/>
          <p:cNvPicPr/>
          <p:nvPr/>
        </p:nvPicPr>
        <p:blipFill>
          <a:blip r:embed="rId23" cstate="print"/>
          <a:stretch>
            <a:fillRect/>
          </a:stretch>
        </p:blipFill>
        <p:spPr>
          <a:xfrm>
            <a:off x="2841261" y="3923786"/>
            <a:ext cx="197561" cy="197561"/>
          </a:xfrm>
          <a:prstGeom prst="rect">
            <a:avLst/>
          </a:prstGeom>
        </p:spPr>
      </p:pic>
      <p:pic>
        <p:nvPicPr>
          <p:cNvPr id="78" name="bg object 78"/>
          <p:cNvPicPr/>
          <p:nvPr/>
        </p:nvPicPr>
        <p:blipFill>
          <a:blip r:embed="rId24" cstate="print"/>
          <a:stretch>
            <a:fillRect/>
          </a:stretch>
        </p:blipFill>
        <p:spPr>
          <a:xfrm>
            <a:off x="5969306" y="3165490"/>
            <a:ext cx="164160" cy="164160"/>
          </a:xfrm>
          <a:prstGeom prst="rect">
            <a:avLst/>
          </a:prstGeom>
        </p:spPr>
      </p:pic>
      <p:sp>
        <p:nvSpPr>
          <p:cNvPr id="79" name="bg object 79"/>
          <p:cNvSpPr/>
          <p:nvPr/>
        </p:nvSpPr>
        <p:spPr>
          <a:xfrm>
            <a:off x="2411996" y="2720542"/>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6C3B9">
              <a:alpha val="8549"/>
            </a:srgbClr>
          </a:solidFill>
        </p:spPr>
        <p:txBody>
          <a:bodyPr wrap="square" lIns="0" tIns="0" rIns="0" bIns="0" rtlCol="0"/>
          <a:lstStyle/>
          <a:p>
            <a:endParaRPr/>
          </a:p>
        </p:txBody>
      </p:sp>
      <p:pic>
        <p:nvPicPr>
          <p:cNvPr id="80" name="bg object 80"/>
          <p:cNvPicPr/>
          <p:nvPr/>
        </p:nvPicPr>
        <p:blipFill>
          <a:blip r:embed="rId25" cstate="print"/>
          <a:stretch>
            <a:fillRect/>
          </a:stretch>
        </p:blipFill>
        <p:spPr>
          <a:xfrm>
            <a:off x="2850202" y="3157730"/>
            <a:ext cx="179679" cy="179679"/>
          </a:xfrm>
          <a:prstGeom prst="rect">
            <a:avLst/>
          </a:prstGeom>
        </p:spPr>
      </p:pic>
      <p:pic>
        <p:nvPicPr>
          <p:cNvPr id="81" name="bg object 81"/>
          <p:cNvPicPr/>
          <p:nvPr/>
        </p:nvPicPr>
        <p:blipFill>
          <a:blip r:embed="rId25" cstate="print"/>
          <a:stretch>
            <a:fillRect/>
          </a:stretch>
        </p:blipFill>
        <p:spPr>
          <a:xfrm>
            <a:off x="3238495" y="3157730"/>
            <a:ext cx="179679" cy="179679"/>
          </a:xfrm>
          <a:prstGeom prst="rect">
            <a:avLst/>
          </a:prstGeom>
        </p:spPr>
      </p:pic>
      <p:pic>
        <p:nvPicPr>
          <p:cNvPr id="82" name="bg object 82"/>
          <p:cNvPicPr/>
          <p:nvPr/>
        </p:nvPicPr>
        <p:blipFill>
          <a:blip r:embed="rId26" cstate="print"/>
          <a:stretch>
            <a:fillRect/>
          </a:stretch>
        </p:blipFill>
        <p:spPr>
          <a:xfrm>
            <a:off x="3626790" y="3157730"/>
            <a:ext cx="179679" cy="179679"/>
          </a:xfrm>
          <a:prstGeom prst="rect">
            <a:avLst/>
          </a:prstGeom>
        </p:spPr>
      </p:pic>
      <p:pic>
        <p:nvPicPr>
          <p:cNvPr id="83" name="bg object 83"/>
          <p:cNvPicPr/>
          <p:nvPr/>
        </p:nvPicPr>
        <p:blipFill>
          <a:blip r:embed="rId27" cstate="print"/>
          <a:stretch>
            <a:fillRect/>
          </a:stretch>
        </p:blipFill>
        <p:spPr>
          <a:xfrm>
            <a:off x="2427960" y="4288449"/>
            <a:ext cx="247573" cy="247548"/>
          </a:xfrm>
          <a:prstGeom prst="rect">
            <a:avLst/>
          </a:prstGeom>
        </p:spPr>
      </p:pic>
      <p:pic>
        <p:nvPicPr>
          <p:cNvPr id="84" name="bg object 84"/>
          <p:cNvPicPr/>
          <p:nvPr/>
        </p:nvPicPr>
        <p:blipFill>
          <a:blip r:embed="rId28" cstate="print"/>
          <a:stretch>
            <a:fillRect/>
          </a:stretch>
        </p:blipFill>
        <p:spPr>
          <a:xfrm>
            <a:off x="3228513" y="1984319"/>
            <a:ext cx="199644" cy="199644"/>
          </a:xfrm>
          <a:prstGeom prst="rect">
            <a:avLst/>
          </a:prstGeom>
        </p:spPr>
      </p:pic>
      <p:pic>
        <p:nvPicPr>
          <p:cNvPr id="85" name="bg object 85"/>
          <p:cNvPicPr/>
          <p:nvPr/>
        </p:nvPicPr>
        <p:blipFill>
          <a:blip r:embed="rId29" cstate="print"/>
          <a:stretch>
            <a:fillRect/>
          </a:stretch>
        </p:blipFill>
        <p:spPr>
          <a:xfrm>
            <a:off x="3278424" y="2810371"/>
            <a:ext cx="99822" cy="99822"/>
          </a:xfrm>
          <a:prstGeom prst="rect">
            <a:avLst/>
          </a:prstGeom>
        </p:spPr>
      </p:pic>
      <p:sp>
        <p:nvSpPr>
          <p:cNvPr id="86" name="bg object 86"/>
          <p:cNvSpPr/>
          <p:nvPr/>
        </p:nvSpPr>
        <p:spPr>
          <a:xfrm>
            <a:off x="4323522" y="740118"/>
            <a:ext cx="339725" cy="339725"/>
          </a:xfrm>
          <a:custGeom>
            <a:avLst/>
            <a:gdLst/>
            <a:ahLst/>
            <a:cxnLst/>
            <a:rect l="l" t="t" r="r" b="b"/>
            <a:pathLst>
              <a:path w="339725" h="339725">
                <a:moveTo>
                  <a:pt x="169697" y="339382"/>
                </a:moveTo>
                <a:lnTo>
                  <a:pt x="124587" y="333320"/>
                </a:lnTo>
                <a:lnTo>
                  <a:pt x="84051" y="316214"/>
                </a:lnTo>
                <a:lnTo>
                  <a:pt x="49706" y="289680"/>
                </a:lnTo>
                <a:lnTo>
                  <a:pt x="23170" y="255336"/>
                </a:lnTo>
                <a:lnTo>
                  <a:pt x="6062" y="214798"/>
                </a:lnTo>
                <a:lnTo>
                  <a:pt x="0" y="169684"/>
                </a:lnTo>
                <a:lnTo>
                  <a:pt x="6062" y="124576"/>
                </a:lnTo>
                <a:lnTo>
                  <a:pt x="23170" y="84042"/>
                </a:lnTo>
                <a:lnTo>
                  <a:pt x="49706" y="49699"/>
                </a:lnTo>
                <a:lnTo>
                  <a:pt x="84051" y="23167"/>
                </a:lnTo>
                <a:lnTo>
                  <a:pt x="124587" y="6061"/>
                </a:lnTo>
                <a:lnTo>
                  <a:pt x="169697" y="0"/>
                </a:lnTo>
                <a:lnTo>
                  <a:pt x="214806" y="6061"/>
                </a:lnTo>
                <a:lnTo>
                  <a:pt x="255343" y="23167"/>
                </a:lnTo>
                <a:lnTo>
                  <a:pt x="289688" y="49699"/>
                </a:lnTo>
                <a:lnTo>
                  <a:pt x="316224" y="84042"/>
                </a:lnTo>
                <a:lnTo>
                  <a:pt x="333332" y="124576"/>
                </a:lnTo>
                <a:lnTo>
                  <a:pt x="339394" y="169684"/>
                </a:lnTo>
                <a:lnTo>
                  <a:pt x="333332" y="214798"/>
                </a:lnTo>
                <a:lnTo>
                  <a:pt x="316224" y="255336"/>
                </a:lnTo>
                <a:lnTo>
                  <a:pt x="289688" y="289680"/>
                </a:lnTo>
                <a:lnTo>
                  <a:pt x="255343" y="316214"/>
                </a:lnTo>
                <a:lnTo>
                  <a:pt x="214806" y="333320"/>
                </a:lnTo>
                <a:lnTo>
                  <a:pt x="169697" y="339382"/>
                </a:lnTo>
                <a:close/>
              </a:path>
            </a:pathLst>
          </a:custGeom>
          <a:solidFill>
            <a:srgbClr val="C6C3B9">
              <a:alpha val="8549"/>
            </a:srgbClr>
          </a:solidFill>
        </p:spPr>
        <p:txBody>
          <a:bodyPr wrap="square" lIns="0" tIns="0" rIns="0" bIns="0" rtlCol="0"/>
          <a:lstStyle/>
          <a:p>
            <a:endParaRPr/>
          </a:p>
        </p:txBody>
      </p:sp>
      <p:sp>
        <p:nvSpPr>
          <p:cNvPr id="87" name="bg object 87"/>
          <p:cNvSpPr/>
          <p:nvPr/>
        </p:nvSpPr>
        <p:spPr>
          <a:xfrm>
            <a:off x="4349481" y="1552355"/>
            <a:ext cx="287655" cy="287655"/>
          </a:xfrm>
          <a:custGeom>
            <a:avLst/>
            <a:gdLst/>
            <a:ahLst/>
            <a:cxnLst/>
            <a:rect l="l" t="t" r="r" b="b"/>
            <a:pathLst>
              <a:path w="287654" h="287655">
                <a:moveTo>
                  <a:pt x="143738" y="287477"/>
                </a:moveTo>
                <a:lnTo>
                  <a:pt x="98304" y="280149"/>
                </a:lnTo>
                <a:lnTo>
                  <a:pt x="58847" y="259744"/>
                </a:lnTo>
                <a:lnTo>
                  <a:pt x="27732" y="228630"/>
                </a:lnTo>
                <a:lnTo>
                  <a:pt x="7327" y="189172"/>
                </a:lnTo>
                <a:lnTo>
                  <a:pt x="0" y="143738"/>
                </a:lnTo>
                <a:lnTo>
                  <a:pt x="7327" y="98304"/>
                </a:lnTo>
                <a:lnTo>
                  <a:pt x="27732" y="58847"/>
                </a:lnTo>
                <a:lnTo>
                  <a:pt x="58847" y="27732"/>
                </a:lnTo>
                <a:lnTo>
                  <a:pt x="98304" y="7327"/>
                </a:lnTo>
                <a:lnTo>
                  <a:pt x="143738" y="0"/>
                </a:lnTo>
                <a:lnTo>
                  <a:pt x="189172" y="7327"/>
                </a:lnTo>
                <a:lnTo>
                  <a:pt x="228630" y="27732"/>
                </a:lnTo>
                <a:lnTo>
                  <a:pt x="259744" y="58847"/>
                </a:lnTo>
                <a:lnTo>
                  <a:pt x="280149" y="98304"/>
                </a:lnTo>
                <a:lnTo>
                  <a:pt x="287477" y="143738"/>
                </a:lnTo>
                <a:lnTo>
                  <a:pt x="280149" y="189172"/>
                </a:lnTo>
                <a:lnTo>
                  <a:pt x="259744" y="228630"/>
                </a:lnTo>
                <a:lnTo>
                  <a:pt x="228630" y="259744"/>
                </a:lnTo>
                <a:lnTo>
                  <a:pt x="189172" y="280149"/>
                </a:lnTo>
                <a:lnTo>
                  <a:pt x="143738" y="287477"/>
                </a:lnTo>
                <a:close/>
              </a:path>
            </a:pathLst>
          </a:custGeom>
          <a:solidFill>
            <a:srgbClr val="C6C3B9">
              <a:alpha val="8549"/>
            </a:srgbClr>
          </a:solidFill>
        </p:spPr>
        <p:txBody>
          <a:bodyPr wrap="square" lIns="0" tIns="0" rIns="0" bIns="0" rtlCol="0"/>
          <a:lstStyle/>
          <a:p>
            <a:endParaRPr/>
          </a:p>
        </p:txBody>
      </p:sp>
      <p:sp>
        <p:nvSpPr>
          <p:cNvPr id="88" name="bg object 88"/>
          <p:cNvSpPr/>
          <p:nvPr/>
        </p:nvSpPr>
        <p:spPr>
          <a:xfrm>
            <a:off x="4753740" y="1568324"/>
            <a:ext cx="255904" cy="255904"/>
          </a:xfrm>
          <a:custGeom>
            <a:avLst/>
            <a:gdLst/>
            <a:ahLst/>
            <a:cxnLst/>
            <a:rect l="l" t="t" r="r" b="b"/>
            <a:pathLst>
              <a:path w="255904" h="255905">
                <a:moveTo>
                  <a:pt x="127774" y="255536"/>
                </a:moveTo>
                <a:lnTo>
                  <a:pt x="78041" y="245496"/>
                </a:lnTo>
                <a:lnTo>
                  <a:pt x="37426" y="218114"/>
                </a:lnTo>
                <a:lnTo>
                  <a:pt x="10042" y="177500"/>
                </a:lnTo>
                <a:lnTo>
                  <a:pt x="0" y="127761"/>
                </a:lnTo>
                <a:lnTo>
                  <a:pt x="10042" y="78031"/>
                </a:lnTo>
                <a:lnTo>
                  <a:pt x="37426" y="37420"/>
                </a:lnTo>
                <a:lnTo>
                  <a:pt x="78041" y="10040"/>
                </a:lnTo>
                <a:lnTo>
                  <a:pt x="127774" y="0"/>
                </a:lnTo>
                <a:lnTo>
                  <a:pt x="177507" y="10040"/>
                </a:lnTo>
                <a:lnTo>
                  <a:pt x="218122" y="37420"/>
                </a:lnTo>
                <a:lnTo>
                  <a:pt x="245507" y="78031"/>
                </a:lnTo>
                <a:lnTo>
                  <a:pt x="255549" y="127761"/>
                </a:lnTo>
                <a:lnTo>
                  <a:pt x="245507" y="177500"/>
                </a:lnTo>
                <a:lnTo>
                  <a:pt x="218122" y="218114"/>
                </a:lnTo>
                <a:lnTo>
                  <a:pt x="177507" y="245496"/>
                </a:lnTo>
                <a:lnTo>
                  <a:pt x="127774" y="255536"/>
                </a:lnTo>
                <a:close/>
              </a:path>
            </a:pathLst>
          </a:custGeom>
          <a:solidFill>
            <a:srgbClr val="C6C3B9">
              <a:alpha val="8549"/>
            </a:srgbClr>
          </a:solidFill>
        </p:spPr>
        <p:txBody>
          <a:bodyPr wrap="square" lIns="0" tIns="0" rIns="0" bIns="0" rtlCol="0"/>
          <a:lstStyle/>
          <a:p>
            <a:endParaRPr/>
          </a:p>
        </p:txBody>
      </p:sp>
      <p:pic>
        <p:nvPicPr>
          <p:cNvPr id="89" name="bg object 89"/>
          <p:cNvPicPr/>
          <p:nvPr/>
        </p:nvPicPr>
        <p:blipFill>
          <a:blip r:embed="rId22" cstate="print"/>
          <a:stretch>
            <a:fillRect/>
          </a:stretch>
        </p:blipFill>
        <p:spPr>
          <a:xfrm>
            <a:off x="3223522" y="1591277"/>
            <a:ext cx="209626" cy="209626"/>
          </a:xfrm>
          <a:prstGeom prst="rect">
            <a:avLst/>
          </a:prstGeom>
        </p:spPr>
      </p:pic>
      <p:sp>
        <p:nvSpPr>
          <p:cNvPr id="90" name="bg object 90"/>
          <p:cNvSpPr/>
          <p:nvPr/>
        </p:nvSpPr>
        <p:spPr>
          <a:xfrm>
            <a:off x="4753740" y="1568324"/>
            <a:ext cx="255904" cy="255904"/>
          </a:xfrm>
          <a:custGeom>
            <a:avLst/>
            <a:gdLst/>
            <a:ahLst/>
            <a:cxnLst/>
            <a:rect l="l" t="t" r="r" b="b"/>
            <a:pathLst>
              <a:path w="255904" h="255905">
                <a:moveTo>
                  <a:pt x="127774" y="255536"/>
                </a:moveTo>
                <a:lnTo>
                  <a:pt x="78041" y="245496"/>
                </a:lnTo>
                <a:lnTo>
                  <a:pt x="37426" y="218114"/>
                </a:lnTo>
                <a:lnTo>
                  <a:pt x="10042" y="177500"/>
                </a:lnTo>
                <a:lnTo>
                  <a:pt x="0" y="127761"/>
                </a:lnTo>
                <a:lnTo>
                  <a:pt x="10042" y="78031"/>
                </a:lnTo>
                <a:lnTo>
                  <a:pt x="37426" y="37420"/>
                </a:lnTo>
                <a:lnTo>
                  <a:pt x="78041" y="10040"/>
                </a:lnTo>
                <a:lnTo>
                  <a:pt x="127774" y="0"/>
                </a:lnTo>
                <a:lnTo>
                  <a:pt x="177507" y="10040"/>
                </a:lnTo>
                <a:lnTo>
                  <a:pt x="218122" y="37420"/>
                </a:lnTo>
                <a:lnTo>
                  <a:pt x="245507" y="78031"/>
                </a:lnTo>
                <a:lnTo>
                  <a:pt x="255549" y="127761"/>
                </a:lnTo>
                <a:lnTo>
                  <a:pt x="245507" y="177500"/>
                </a:lnTo>
                <a:lnTo>
                  <a:pt x="218122" y="218114"/>
                </a:lnTo>
                <a:lnTo>
                  <a:pt x="177507" y="245496"/>
                </a:lnTo>
                <a:lnTo>
                  <a:pt x="127774" y="255536"/>
                </a:lnTo>
                <a:close/>
              </a:path>
            </a:pathLst>
          </a:custGeom>
          <a:solidFill>
            <a:srgbClr val="A6A594">
              <a:alpha val="18998"/>
            </a:srgbClr>
          </a:solidFill>
        </p:spPr>
        <p:txBody>
          <a:bodyPr wrap="square" lIns="0" tIns="0" rIns="0" bIns="0" rtlCol="0"/>
          <a:lstStyle/>
          <a:p>
            <a:endParaRPr/>
          </a:p>
        </p:txBody>
      </p:sp>
      <p:sp>
        <p:nvSpPr>
          <p:cNvPr id="91" name="bg object 91"/>
          <p:cNvSpPr/>
          <p:nvPr/>
        </p:nvSpPr>
        <p:spPr>
          <a:xfrm>
            <a:off x="4701835" y="730134"/>
            <a:ext cx="359410" cy="359410"/>
          </a:xfrm>
          <a:custGeom>
            <a:avLst/>
            <a:gdLst/>
            <a:ahLst/>
            <a:cxnLst/>
            <a:rect l="l" t="t" r="r" b="b"/>
            <a:pathLst>
              <a:path w="359410" h="359409">
                <a:moveTo>
                  <a:pt x="179679" y="359346"/>
                </a:moveTo>
                <a:lnTo>
                  <a:pt x="131916" y="352928"/>
                </a:lnTo>
                <a:lnTo>
                  <a:pt x="88995" y="334815"/>
                </a:lnTo>
                <a:lnTo>
                  <a:pt x="52630" y="306720"/>
                </a:lnTo>
                <a:lnTo>
                  <a:pt x="24533" y="270356"/>
                </a:lnTo>
                <a:lnTo>
                  <a:pt x="6418" y="227434"/>
                </a:lnTo>
                <a:lnTo>
                  <a:pt x="0" y="179666"/>
                </a:lnTo>
                <a:lnTo>
                  <a:pt x="6418" y="131905"/>
                </a:lnTo>
                <a:lnTo>
                  <a:pt x="24533" y="88986"/>
                </a:lnTo>
                <a:lnTo>
                  <a:pt x="52630" y="52624"/>
                </a:lnTo>
                <a:lnTo>
                  <a:pt x="88995" y="24530"/>
                </a:lnTo>
                <a:lnTo>
                  <a:pt x="131916" y="6418"/>
                </a:lnTo>
                <a:lnTo>
                  <a:pt x="179679" y="0"/>
                </a:lnTo>
                <a:lnTo>
                  <a:pt x="227446" y="6418"/>
                </a:lnTo>
                <a:lnTo>
                  <a:pt x="270368" y="24530"/>
                </a:lnTo>
                <a:lnTo>
                  <a:pt x="306733" y="52624"/>
                </a:lnTo>
                <a:lnTo>
                  <a:pt x="334828" y="88986"/>
                </a:lnTo>
                <a:lnTo>
                  <a:pt x="352941" y="131905"/>
                </a:lnTo>
                <a:lnTo>
                  <a:pt x="359359" y="179666"/>
                </a:lnTo>
                <a:lnTo>
                  <a:pt x="352941" y="227434"/>
                </a:lnTo>
                <a:lnTo>
                  <a:pt x="334828" y="270356"/>
                </a:lnTo>
                <a:lnTo>
                  <a:pt x="306733" y="306720"/>
                </a:lnTo>
                <a:lnTo>
                  <a:pt x="270368" y="334815"/>
                </a:lnTo>
                <a:lnTo>
                  <a:pt x="227446" y="352928"/>
                </a:lnTo>
                <a:lnTo>
                  <a:pt x="179679" y="359346"/>
                </a:lnTo>
                <a:close/>
              </a:path>
            </a:pathLst>
          </a:custGeom>
          <a:solidFill>
            <a:srgbClr val="C6C3B9">
              <a:alpha val="18998"/>
            </a:srgbClr>
          </a:solidFill>
        </p:spPr>
        <p:txBody>
          <a:bodyPr wrap="square" lIns="0" tIns="0" rIns="0" bIns="0" rtlCol="0"/>
          <a:lstStyle/>
          <a:p>
            <a:endParaRPr/>
          </a:p>
        </p:txBody>
      </p:sp>
      <p:pic>
        <p:nvPicPr>
          <p:cNvPr id="92" name="bg object 92"/>
          <p:cNvPicPr/>
          <p:nvPr/>
        </p:nvPicPr>
        <p:blipFill>
          <a:blip r:embed="rId30" cstate="print"/>
          <a:stretch>
            <a:fillRect/>
          </a:stretch>
        </p:blipFill>
        <p:spPr>
          <a:xfrm>
            <a:off x="4771672" y="421518"/>
            <a:ext cx="219684" cy="219671"/>
          </a:xfrm>
          <a:prstGeom prst="rect">
            <a:avLst/>
          </a:prstGeom>
        </p:spPr>
      </p:pic>
      <p:pic>
        <p:nvPicPr>
          <p:cNvPr id="93" name="bg object 93"/>
          <p:cNvPicPr/>
          <p:nvPr/>
        </p:nvPicPr>
        <p:blipFill>
          <a:blip r:embed="rId31" cstate="print"/>
          <a:stretch>
            <a:fillRect/>
          </a:stretch>
        </p:blipFill>
        <p:spPr>
          <a:xfrm>
            <a:off x="3985138" y="1576315"/>
            <a:ext cx="239572" cy="239560"/>
          </a:xfrm>
          <a:prstGeom prst="rect">
            <a:avLst/>
          </a:prstGeom>
        </p:spPr>
      </p:pic>
      <p:pic>
        <p:nvPicPr>
          <p:cNvPr id="94" name="bg object 94"/>
          <p:cNvPicPr/>
          <p:nvPr/>
        </p:nvPicPr>
        <p:blipFill>
          <a:blip r:embed="rId32" cstate="print"/>
          <a:stretch>
            <a:fillRect/>
          </a:stretch>
        </p:blipFill>
        <p:spPr>
          <a:xfrm>
            <a:off x="3636772" y="1616232"/>
            <a:ext cx="159715" cy="159715"/>
          </a:xfrm>
          <a:prstGeom prst="rect">
            <a:avLst/>
          </a:prstGeom>
        </p:spPr>
      </p:pic>
      <p:pic>
        <p:nvPicPr>
          <p:cNvPr id="95" name="bg object 95"/>
          <p:cNvPicPr/>
          <p:nvPr/>
        </p:nvPicPr>
        <p:blipFill>
          <a:blip r:embed="rId29" cstate="print"/>
          <a:stretch>
            <a:fillRect/>
          </a:stretch>
        </p:blipFill>
        <p:spPr>
          <a:xfrm>
            <a:off x="5222390" y="1646180"/>
            <a:ext cx="99822" cy="99822"/>
          </a:xfrm>
          <a:prstGeom prst="rect">
            <a:avLst/>
          </a:prstGeom>
        </p:spPr>
      </p:pic>
      <p:pic>
        <p:nvPicPr>
          <p:cNvPr id="96" name="bg object 96"/>
          <p:cNvPicPr/>
          <p:nvPr/>
        </p:nvPicPr>
        <p:blipFill>
          <a:blip r:embed="rId33" cstate="print"/>
          <a:stretch>
            <a:fillRect/>
          </a:stretch>
        </p:blipFill>
        <p:spPr>
          <a:xfrm>
            <a:off x="5991493" y="849912"/>
            <a:ext cx="119786" cy="119786"/>
          </a:xfrm>
          <a:prstGeom prst="rect">
            <a:avLst/>
          </a:prstGeom>
        </p:spPr>
      </p:pic>
      <p:pic>
        <p:nvPicPr>
          <p:cNvPr id="97" name="bg object 97"/>
          <p:cNvPicPr/>
          <p:nvPr/>
        </p:nvPicPr>
        <p:blipFill>
          <a:blip r:embed="rId34" cstate="print"/>
          <a:stretch>
            <a:fillRect/>
          </a:stretch>
        </p:blipFill>
        <p:spPr>
          <a:xfrm>
            <a:off x="4761728" y="3127795"/>
            <a:ext cx="239572" cy="239560"/>
          </a:xfrm>
          <a:prstGeom prst="rect">
            <a:avLst/>
          </a:prstGeom>
        </p:spPr>
      </p:pic>
      <p:pic>
        <p:nvPicPr>
          <p:cNvPr id="98" name="bg object 98"/>
          <p:cNvPicPr/>
          <p:nvPr/>
        </p:nvPicPr>
        <p:blipFill>
          <a:blip r:embed="rId35" cstate="print"/>
          <a:stretch>
            <a:fillRect/>
          </a:stretch>
        </p:blipFill>
        <p:spPr>
          <a:xfrm>
            <a:off x="4761728" y="2740507"/>
            <a:ext cx="239572" cy="239560"/>
          </a:xfrm>
          <a:prstGeom prst="rect">
            <a:avLst/>
          </a:prstGeom>
        </p:spPr>
      </p:pic>
      <p:sp>
        <p:nvSpPr>
          <p:cNvPr id="99" name="bg object 99"/>
          <p:cNvSpPr/>
          <p:nvPr/>
        </p:nvSpPr>
        <p:spPr>
          <a:xfrm>
            <a:off x="4721799" y="1924437"/>
            <a:ext cx="320040" cy="320040"/>
          </a:xfrm>
          <a:custGeom>
            <a:avLst/>
            <a:gdLst/>
            <a:ahLst/>
            <a:cxnLst/>
            <a:rect l="l" t="t" r="r" b="b"/>
            <a:pathLst>
              <a:path w="320039"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689888">
              <a:alpha val="18998"/>
            </a:srgbClr>
          </a:solidFill>
        </p:spPr>
        <p:txBody>
          <a:bodyPr wrap="square" lIns="0" tIns="0" rIns="0" bIns="0" rtlCol="0"/>
          <a:lstStyle/>
          <a:p>
            <a:endParaRPr/>
          </a:p>
        </p:txBody>
      </p:sp>
      <p:sp>
        <p:nvSpPr>
          <p:cNvPr id="100" name="bg object 100"/>
          <p:cNvSpPr/>
          <p:nvPr/>
        </p:nvSpPr>
        <p:spPr>
          <a:xfrm>
            <a:off x="5132551" y="2329241"/>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6C3B9">
              <a:alpha val="18998"/>
            </a:srgbClr>
          </a:solidFill>
        </p:spPr>
        <p:txBody>
          <a:bodyPr wrap="square" lIns="0" tIns="0" rIns="0" bIns="0" rtlCol="0"/>
          <a:lstStyle/>
          <a:p>
            <a:endParaRPr/>
          </a:p>
        </p:txBody>
      </p:sp>
      <p:sp>
        <p:nvSpPr>
          <p:cNvPr id="101" name="bg object 101"/>
          <p:cNvSpPr/>
          <p:nvPr/>
        </p:nvSpPr>
        <p:spPr>
          <a:xfrm>
            <a:off x="5132551" y="1944403"/>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6C3B9">
              <a:alpha val="18998"/>
            </a:srgbClr>
          </a:solidFill>
        </p:spPr>
        <p:txBody>
          <a:bodyPr wrap="square" lIns="0" tIns="0" rIns="0" bIns="0" rtlCol="0"/>
          <a:lstStyle/>
          <a:p>
            <a:endParaRPr/>
          </a:p>
        </p:txBody>
      </p:sp>
      <p:sp>
        <p:nvSpPr>
          <p:cNvPr id="102" name="bg object 102"/>
          <p:cNvSpPr/>
          <p:nvPr/>
        </p:nvSpPr>
        <p:spPr>
          <a:xfrm>
            <a:off x="5132551" y="2720542"/>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689888">
              <a:alpha val="18998"/>
            </a:srgbClr>
          </a:solidFill>
        </p:spPr>
        <p:txBody>
          <a:bodyPr wrap="square" lIns="0" tIns="0" rIns="0" bIns="0" rtlCol="0"/>
          <a:lstStyle/>
          <a:p>
            <a:endParaRPr/>
          </a:p>
        </p:txBody>
      </p:sp>
      <p:sp>
        <p:nvSpPr>
          <p:cNvPr id="103" name="bg object 103"/>
          <p:cNvSpPr/>
          <p:nvPr/>
        </p:nvSpPr>
        <p:spPr>
          <a:xfrm>
            <a:off x="2800367" y="2720612"/>
            <a:ext cx="279400" cy="279400"/>
          </a:xfrm>
          <a:custGeom>
            <a:avLst/>
            <a:gdLst/>
            <a:ahLst/>
            <a:cxnLst/>
            <a:rect l="l" t="t" r="r" b="b"/>
            <a:pathLst>
              <a:path w="279400" h="279400">
                <a:moveTo>
                  <a:pt x="139674" y="279349"/>
                </a:moveTo>
                <a:lnTo>
                  <a:pt x="95526" y="272228"/>
                </a:lnTo>
                <a:lnTo>
                  <a:pt x="57184" y="252400"/>
                </a:lnTo>
                <a:lnTo>
                  <a:pt x="26949" y="222164"/>
                </a:lnTo>
                <a:lnTo>
                  <a:pt x="7120" y="183822"/>
                </a:lnTo>
                <a:lnTo>
                  <a:pt x="0" y="139674"/>
                </a:lnTo>
                <a:lnTo>
                  <a:pt x="7120" y="95526"/>
                </a:lnTo>
                <a:lnTo>
                  <a:pt x="26949" y="57184"/>
                </a:lnTo>
                <a:lnTo>
                  <a:pt x="57184" y="26949"/>
                </a:lnTo>
                <a:lnTo>
                  <a:pt x="95526" y="7120"/>
                </a:lnTo>
                <a:lnTo>
                  <a:pt x="139674" y="0"/>
                </a:lnTo>
                <a:lnTo>
                  <a:pt x="183822" y="7120"/>
                </a:lnTo>
                <a:lnTo>
                  <a:pt x="222164" y="26949"/>
                </a:lnTo>
                <a:lnTo>
                  <a:pt x="252400" y="57184"/>
                </a:lnTo>
                <a:lnTo>
                  <a:pt x="272228" y="95526"/>
                </a:lnTo>
                <a:lnTo>
                  <a:pt x="279349" y="139674"/>
                </a:lnTo>
                <a:lnTo>
                  <a:pt x="272228" y="183822"/>
                </a:lnTo>
                <a:lnTo>
                  <a:pt x="252400" y="222164"/>
                </a:lnTo>
                <a:lnTo>
                  <a:pt x="222164" y="252400"/>
                </a:lnTo>
                <a:lnTo>
                  <a:pt x="183822" y="272228"/>
                </a:lnTo>
                <a:lnTo>
                  <a:pt x="139674" y="279349"/>
                </a:lnTo>
                <a:close/>
              </a:path>
            </a:pathLst>
          </a:custGeom>
          <a:solidFill>
            <a:srgbClr val="689888">
              <a:alpha val="18998"/>
            </a:srgbClr>
          </a:solidFill>
        </p:spPr>
        <p:txBody>
          <a:bodyPr wrap="square" lIns="0" tIns="0" rIns="0" bIns="0" rtlCol="0"/>
          <a:lstStyle/>
          <a:p>
            <a:endParaRPr/>
          </a:p>
        </p:txBody>
      </p:sp>
      <p:sp>
        <p:nvSpPr>
          <p:cNvPr id="104" name="bg object 104"/>
          <p:cNvSpPr/>
          <p:nvPr/>
        </p:nvSpPr>
        <p:spPr>
          <a:xfrm>
            <a:off x="2805358" y="2334302"/>
            <a:ext cx="269875" cy="269875"/>
          </a:xfrm>
          <a:custGeom>
            <a:avLst/>
            <a:gdLst/>
            <a:ahLst/>
            <a:cxnLst/>
            <a:rect l="l" t="t" r="r" b="b"/>
            <a:pathLst>
              <a:path w="269875" h="269875">
                <a:moveTo>
                  <a:pt x="134683" y="269367"/>
                </a:moveTo>
                <a:lnTo>
                  <a:pt x="92112" y="262500"/>
                </a:lnTo>
                <a:lnTo>
                  <a:pt x="55141" y="243380"/>
                </a:lnTo>
                <a:lnTo>
                  <a:pt x="25986" y="214225"/>
                </a:lnTo>
                <a:lnTo>
                  <a:pt x="6866" y="177254"/>
                </a:lnTo>
                <a:lnTo>
                  <a:pt x="0" y="134683"/>
                </a:lnTo>
                <a:lnTo>
                  <a:pt x="6866" y="92112"/>
                </a:lnTo>
                <a:lnTo>
                  <a:pt x="25986" y="55141"/>
                </a:lnTo>
                <a:lnTo>
                  <a:pt x="55141" y="25986"/>
                </a:lnTo>
                <a:lnTo>
                  <a:pt x="92112" y="6866"/>
                </a:lnTo>
                <a:lnTo>
                  <a:pt x="134683" y="0"/>
                </a:lnTo>
                <a:lnTo>
                  <a:pt x="177254" y="6866"/>
                </a:lnTo>
                <a:lnTo>
                  <a:pt x="214225" y="25986"/>
                </a:lnTo>
                <a:lnTo>
                  <a:pt x="243380" y="55141"/>
                </a:lnTo>
                <a:lnTo>
                  <a:pt x="262500" y="92112"/>
                </a:lnTo>
                <a:lnTo>
                  <a:pt x="269366" y="134683"/>
                </a:lnTo>
                <a:lnTo>
                  <a:pt x="262500" y="177254"/>
                </a:lnTo>
                <a:lnTo>
                  <a:pt x="243380" y="214225"/>
                </a:lnTo>
                <a:lnTo>
                  <a:pt x="214225" y="243380"/>
                </a:lnTo>
                <a:lnTo>
                  <a:pt x="177254" y="262500"/>
                </a:lnTo>
                <a:lnTo>
                  <a:pt x="134683" y="269367"/>
                </a:lnTo>
                <a:close/>
              </a:path>
            </a:pathLst>
          </a:custGeom>
          <a:solidFill>
            <a:srgbClr val="C6C3B9">
              <a:alpha val="18998"/>
            </a:srgbClr>
          </a:solidFill>
        </p:spPr>
        <p:txBody>
          <a:bodyPr wrap="square" lIns="0" tIns="0" rIns="0" bIns="0" rtlCol="0"/>
          <a:lstStyle/>
          <a:p>
            <a:endParaRPr/>
          </a:p>
        </p:txBody>
      </p:sp>
      <p:sp>
        <p:nvSpPr>
          <p:cNvPr id="105" name="bg object 105"/>
          <p:cNvSpPr/>
          <p:nvPr/>
        </p:nvSpPr>
        <p:spPr>
          <a:xfrm>
            <a:off x="2417063" y="2334302"/>
            <a:ext cx="269875" cy="269875"/>
          </a:xfrm>
          <a:custGeom>
            <a:avLst/>
            <a:gdLst/>
            <a:ahLst/>
            <a:cxnLst/>
            <a:rect l="l" t="t" r="r" b="b"/>
            <a:pathLst>
              <a:path w="269875" h="269875">
                <a:moveTo>
                  <a:pt x="134683" y="269367"/>
                </a:moveTo>
                <a:lnTo>
                  <a:pt x="92112" y="262500"/>
                </a:lnTo>
                <a:lnTo>
                  <a:pt x="55141" y="243380"/>
                </a:lnTo>
                <a:lnTo>
                  <a:pt x="25986" y="214225"/>
                </a:lnTo>
                <a:lnTo>
                  <a:pt x="6866" y="177254"/>
                </a:lnTo>
                <a:lnTo>
                  <a:pt x="0" y="134683"/>
                </a:lnTo>
                <a:lnTo>
                  <a:pt x="6866" y="92112"/>
                </a:lnTo>
                <a:lnTo>
                  <a:pt x="25986" y="55141"/>
                </a:lnTo>
                <a:lnTo>
                  <a:pt x="55141" y="25986"/>
                </a:lnTo>
                <a:lnTo>
                  <a:pt x="92112" y="6866"/>
                </a:lnTo>
                <a:lnTo>
                  <a:pt x="134683" y="0"/>
                </a:lnTo>
                <a:lnTo>
                  <a:pt x="177254" y="6866"/>
                </a:lnTo>
                <a:lnTo>
                  <a:pt x="214225" y="25986"/>
                </a:lnTo>
                <a:lnTo>
                  <a:pt x="243380" y="55141"/>
                </a:lnTo>
                <a:lnTo>
                  <a:pt x="262500" y="92112"/>
                </a:lnTo>
                <a:lnTo>
                  <a:pt x="269366" y="134683"/>
                </a:lnTo>
                <a:lnTo>
                  <a:pt x="262500" y="177254"/>
                </a:lnTo>
                <a:lnTo>
                  <a:pt x="243380" y="214225"/>
                </a:lnTo>
                <a:lnTo>
                  <a:pt x="214225" y="243380"/>
                </a:lnTo>
                <a:lnTo>
                  <a:pt x="177254" y="262500"/>
                </a:lnTo>
                <a:lnTo>
                  <a:pt x="134683" y="269367"/>
                </a:lnTo>
                <a:close/>
              </a:path>
            </a:pathLst>
          </a:custGeom>
          <a:solidFill>
            <a:srgbClr val="92BAAB">
              <a:alpha val="18998"/>
            </a:srgbClr>
          </a:solidFill>
        </p:spPr>
        <p:txBody>
          <a:bodyPr wrap="square" lIns="0" tIns="0" rIns="0" bIns="0" rtlCol="0"/>
          <a:lstStyle/>
          <a:p>
            <a:endParaRPr/>
          </a:p>
        </p:txBody>
      </p:sp>
      <p:pic>
        <p:nvPicPr>
          <p:cNvPr id="106" name="bg object 106"/>
          <p:cNvPicPr/>
          <p:nvPr/>
        </p:nvPicPr>
        <p:blipFill>
          <a:blip r:embed="rId36" cstate="print"/>
          <a:stretch>
            <a:fillRect/>
          </a:stretch>
        </p:blipFill>
        <p:spPr>
          <a:xfrm>
            <a:off x="3644342" y="3555992"/>
            <a:ext cx="144576" cy="144576"/>
          </a:xfrm>
          <a:prstGeom prst="rect">
            <a:avLst/>
          </a:prstGeom>
        </p:spPr>
      </p:pic>
      <p:sp>
        <p:nvSpPr>
          <p:cNvPr id="107" name="bg object 107"/>
          <p:cNvSpPr/>
          <p:nvPr/>
        </p:nvSpPr>
        <p:spPr>
          <a:xfrm>
            <a:off x="3297017" y="3596961"/>
            <a:ext cx="62865" cy="62865"/>
          </a:xfrm>
          <a:custGeom>
            <a:avLst/>
            <a:gdLst/>
            <a:ahLst/>
            <a:cxnLst/>
            <a:rect l="l" t="t" r="r" b="b"/>
            <a:pathLst>
              <a:path w="62864" h="62864">
                <a:moveTo>
                  <a:pt x="31318" y="62636"/>
                </a:moveTo>
                <a:lnTo>
                  <a:pt x="19127" y="60175"/>
                </a:lnTo>
                <a:lnTo>
                  <a:pt x="9172" y="53463"/>
                </a:lnTo>
                <a:lnTo>
                  <a:pt x="2461" y="43509"/>
                </a:lnTo>
                <a:lnTo>
                  <a:pt x="0" y="31318"/>
                </a:lnTo>
                <a:lnTo>
                  <a:pt x="2461" y="19127"/>
                </a:lnTo>
                <a:lnTo>
                  <a:pt x="9172" y="9172"/>
                </a:lnTo>
                <a:lnTo>
                  <a:pt x="19127" y="2461"/>
                </a:lnTo>
                <a:lnTo>
                  <a:pt x="31318" y="0"/>
                </a:lnTo>
                <a:lnTo>
                  <a:pt x="43509" y="2461"/>
                </a:lnTo>
                <a:lnTo>
                  <a:pt x="53463" y="9172"/>
                </a:lnTo>
                <a:lnTo>
                  <a:pt x="60175" y="19127"/>
                </a:lnTo>
                <a:lnTo>
                  <a:pt x="62636" y="31318"/>
                </a:lnTo>
                <a:lnTo>
                  <a:pt x="60175" y="43509"/>
                </a:lnTo>
                <a:lnTo>
                  <a:pt x="53463" y="53463"/>
                </a:lnTo>
                <a:lnTo>
                  <a:pt x="43509" y="60175"/>
                </a:lnTo>
                <a:lnTo>
                  <a:pt x="31318" y="62636"/>
                </a:lnTo>
                <a:close/>
              </a:path>
            </a:pathLst>
          </a:custGeom>
          <a:solidFill>
            <a:srgbClr val="C6C3B9">
              <a:alpha val="18998"/>
            </a:srgbClr>
          </a:solidFill>
        </p:spPr>
        <p:txBody>
          <a:bodyPr wrap="square" lIns="0" tIns="0" rIns="0" bIns="0" rtlCol="0"/>
          <a:lstStyle/>
          <a:p>
            <a:endParaRPr/>
          </a:p>
        </p:txBody>
      </p:sp>
      <p:pic>
        <p:nvPicPr>
          <p:cNvPr id="108" name="bg object 108"/>
          <p:cNvPicPr/>
          <p:nvPr/>
        </p:nvPicPr>
        <p:blipFill>
          <a:blip r:embed="rId37" cstate="print"/>
          <a:stretch>
            <a:fillRect/>
          </a:stretch>
        </p:blipFill>
        <p:spPr>
          <a:xfrm>
            <a:off x="7478798" y="1576315"/>
            <a:ext cx="239572" cy="239560"/>
          </a:xfrm>
          <a:prstGeom prst="rect">
            <a:avLst/>
          </a:prstGeom>
        </p:spPr>
      </p:pic>
      <p:sp>
        <p:nvSpPr>
          <p:cNvPr id="109" name="bg object 109"/>
          <p:cNvSpPr/>
          <p:nvPr/>
        </p:nvSpPr>
        <p:spPr>
          <a:xfrm>
            <a:off x="7049575" y="1924437"/>
            <a:ext cx="320040" cy="320040"/>
          </a:xfrm>
          <a:custGeom>
            <a:avLst/>
            <a:gdLst/>
            <a:ahLst/>
            <a:cxnLst/>
            <a:rect l="l" t="t" r="r" b="b"/>
            <a:pathLst>
              <a:path w="320040"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ABC8BD">
              <a:alpha val="18998"/>
            </a:srgbClr>
          </a:solidFill>
        </p:spPr>
        <p:txBody>
          <a:bodyPr wrap="square" lIns="0" tIns="0" rIns="0" bIns="0" rtlCol="0"/>
          <a:lstStyle/>
          <a:p>
            <a:endParaRPr/>
          </a:p>
        </p:txBody>
      </p:sp>
      <p:sp>
        <p:nvSpPr>
          <p:cNvPr id="110" name="bg object 110"/>
          <p:cNvSpPr/>
          <p:nvPr/>
        </p:nvSpPr>
        <p:spPr>
          <a:xfrm>
            <a:off x="7183332" y="883855"/>
            <a:ext cx="52069" cy="52069"/>
          </a:xfrm>
          <a:custGeom>
            <a:avLst/>
            <a:gdLst/>
            <a:ahLst/>
            <a:cxnLst/>
            <a:rect l="l" t="t" r="r" b="b"/>
            <a:pathLst>
              <a:path w="52070" h="52069">
                <a:moveTo>
                  <a:pt x="25958" y="51904"/>
                </a:moveTo>
                <a:lnTo>
                  <a:pt x="15853" y="49865"/>
                </a:lnTo>
                <a:lnTo>
                  <a:pt x="7602" y="44302"/>
                </a:lnTo>
                <a:lnTo>
                  <a:pt x="2039" y="36051"/>
                </a:lnTo>
                <a:lnTo>
                  <a:pt x="0" y="25946"/>
                </a:lnTo>
                <a:lnTo>
                  <a:pt x="2039" y="15848"/>
                </a:lnTo>
                <a:lnTo>
                  <a:pt x="7602" y="7600"/>
                </a:lnTo>
                <a:lnTo>
                  <a:pt x="15853" y="2039"/>
                </a:lnTo>
                <a:lnTo>
                  <a:pt x="25958" y="0"/>
                </a:lnTo>
                <a:lnTo>
                  <a:pt x="36063" y="2039"/>
                </a:lnTo>
                <a:lnTo>
                  <a:pt x="44315" y="7600"/>
                </a:lnTo>
                <a:lnTo>
                  <a:pt x="49877" y="15848"/>
                </a:lnTo>
                <a:lnTo>
                  <a:pt x="51917" y="25946"/>
                </a:lnTo>
                <a:lnTo>
                  <a:pt x="49877" y="36051"/>
                </a:lnTo>
                <a:lnTo>
                  <a:pt x="44315" y="44302"/>
                </a:lnTo>
                <a:lnTo>
                  <a:pt x="36063" y="49865"/>
                </a:lnTo>
                <a:lnTo>
                  <a:pt x="25958" y="51904"/>
                </a:lnTo>
                <a:close/>
              </a:path>
            </a:pathLst>
          </a:custGeom>
          <a:solidFill>
            <a:srgbClr val="A6A594">
              <a:alpha val="18998"/>
            </a:srgbClr>
          </a:solidFill>
        </p:spPr>
        <p:txBody>
          <a:bodyPr wrap="square" lIns="0" tIns="0" rIns="0" bIns="0" rtlCol="0"/>
          <a:lstStyle/>
          <a:p>
            <a:endParaRPr/>
          </a:p>
        </p:txBody>
      </p:sp>
      <p:pic>
        <p:nvPicPr>
          <p:cNvPr id="111" name="bg object 111"/>
          <p:cNvPicPr/>
          <p:nvPr/>
        </p:nvPicPr>
        <p:blipFill>
          <a:blip r:embed="rId38" cstate="print"/>
          <a:stretch>
            <a:fillRect/>
          </a:stretch>
        </p:blipFill>
        <p:spPr>
          <a:xfrm>
            <a:off x="4004633" y="2760002"/>
            <a:ext cx="200583" cy="200571"/>
          </a:xfrm>
          <a:prstGeom prst="rect">
            <a:avLst/>
          </a:prstGeom>
        </p:spPr>
      </p:pic>
      <p:sp>
        <p:nvSpPr>
          <p:cNvPr id="112" name="bg object 112"/>
          <p:cNvSpPr/>
          <p:nvPr/>
        </p:nvSpPr>
        <p:spPr>
          <a:xfrm>
            <a:off x="4333504" y="2700577"/>
            <a:ext cx="320040" cy="320040"/>
          </a:xfrm>
          <a:custGeom>
            <a:avLst/>
            <a:gdLst/>
            <a:ahLst/>
            <a:cxnLst/>
            <a:rect l="l" t="t" r="r" b="b"/>
            <a:pathLst>
              <a:path w="320039"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689888">
              <a:alpha val="18998"/>
            </a:srgbClr>
          </a:solidFill>
        </p:spPr>
        <p:txBody>
          <a:bodyPr wrap="square" lIns="0" tIns="0" rIns="0" bIns="0" rtlCol="0"/>
          <a:lstStyle/>
          <a:p>
            <a:endParaRPr/>
          </a:p>
        </p:txBody>
      </p:sp>
      <p:sp>
        <p:nvSpPr>
          <p:cNvPr id="113" name="bg object 113"/>
          <p:cNvSpPr/>
          <p:nvPr/>
        </p:nvSpPr>
        <p:spPr>
          <a:xfrm>
            <a:off x="5520345" y="1944403"/>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3D6CE">
              <a:alpha val="18998"/>
            </a:srgbClr>
          </a:solidFill>
        </p:spPr>
        <p:txBody>
          <a:bodyPr wrap="square" lIns="0" tIns="0" rIns="0" bIns="0" rtlCol="0"/>
          <a:lstStyle/>
          <a:p>
            <a:endParaRPr/>
          </a:p>
        </p:txBody>
      </p:sp>
      <p:sp>
        <p:nvSpPr>
          <p:cNvPr id="114" name="bg object 114"/>
          <p:cNvSpPr/>
          <p:nvPr/>
        </p:nvSpPr>
        <p:spPr>
          <a:xfrm>
            <a:off x="6700129" y="2295525"/>
            <a:ext cx="339725" cy="339725"/>
          </a:xfrm>
          <a:custGeom>
            <a:avLst/>
            <a:gdLst/>
            <a:ahLst/>
            <a:cxnLst/>
            <a:rect l="l" t="t" r="r" b="b"/>
            <a:pathLst>
              <a:path w="339725" h="339725">
                <a:moveTo>
                  <a:pt x="169697" y="339382"/>
                </a:moveTo>
                <a:lnTo>
                  <a:pt x="124587" y="333320"/>
                </a:lnTo>
                <a:lnTo>
                  <a:pt x="84051" y="316214"/>
                </a:lnTo>
                <a:lnTo>
                  <a:pt x="49706" y="289680"/>
                </a:lnTo>
                <a:lnTo>
                  <a:pt x="23170" y="255336"/>
                </a:lnTo>
                <a:lnTo>
                  <a:pt x="6062" y="214798"/>
                </a:lnTo>
                <a:lnTo>
                  <a:pt x="0" y="169684"/>
                </a:lnTo>
                <a:lnTo>
                  <a:pt x="6062" y="124576"/>
                </a:lnTo>
                <a:lnTo>
                  <a:pt x="23170" y="84042"/>
                </a:lnTo>
                <a:lnTo>
                  <a:pt x="49706" y="49699"/>
                </a:lnTo>
                <a:lnTo>
                  <a:pt x="84051" y="23167"/>
                </a:lnTo>
                <a:lnTo>
                  <a:pt x="124587" y="6061"/>
                </a:lnTo>
                <a:lnTo>
                  <a:pt x="169697" y="0"/>
                </a:lnTo>
                <a:lnTo>
                  <a:pt x="214806" y="6061"/>
                </a:lnTo>
                <a:lnTo>
                  <a:pt x="255343" y="23167"/>
                </a:lnTo>
                <a:lnTo>
                  <a:pt x="289688" y="49699"/>
                </a:lnTo>
                <a:lnTo>
                  <a:pt x="316224" y="84042"/>
                </a:lnTo>
                <a:lnTo>
                  <a:pt x="333332" y="124576"/>
                </a:lnTo>
                <a:lnTo>
                  <a:pt x="339394" y="169684"/>
                </a:lnTo>
                <a:lnTo>
                  <a:pt x="333332" y="214798"/>
                </a:lnTo>
                <a:lnTo>
                  <a:pt x="316224" y="255336"/>
                </a:lnTo>
                <a:lnTo>
                  <a:pt x="289688" y="289680"/>
                </a:lnTo>
                <a:lnTo>
                  <a:pt x="255343" y="316214"/>
                </a:lnTo>
                <a:lnTo>
                  <a:pt x="214806" y="333320"/>
                </a:lnTo>
                <a:lnTo>
                  <a:pt x="169697" y="339382"/>
                </a:lnTo>
                <a:close/>
              </a:path>
            </a:pathLst>
          </a:custGeom>
          <a:solidFill>
            <a:srgbClr val="78AD9A">
              <a:alpha val="18998"/>
            </a:srgbClr>
          </a:solidFill>
        </p:spPr>
        <p:txBody>
          <a:bodyPr wrap="square" lIns="0" tIns="0" rIns="0" bIns="0" rtlCol="0"/>
          <a:lstStyle/>
          <a:p>
            <a:endParaRPr/>
          </a:p>
        </p:txBody>
      </p:sp>
      <p:sp>
        <p:nvSpPr>
          <p:cNvPr id="115" name="bg object 115"/>
          <p:cNvSpPr/>
          <p:nvPr/>
        </p:nvSpPr>
        <p:spPr>
          <a:xfrm>
            <a:off x="6251019" y="1506438"/>
            <a:ext cx="379730" cy="379730"/>
          </a:xfrm>
          <a:custGeom>
            <a:avLst/>
            <a:gdLst/>
            <a:ahLst/>
            <a:cxnLst/>
            <a:rect l="l" t="t" r="r" b="b"/>
            <a:pathLst>
              <a:path w="379729" h="379730">
                <a:moveTo>
                  <a:pt x="189661" y="379310"/>
                </a:moveTo>
                <a:lnTo>
                  <a:pt x="139241" y="372536"/>
                </a:lnTo>
                <a:lnTo>
                  <a:pt x="93934" y="353417"/>
                </a:lnTo>
                <a:lnTo>
                  <a:pt x="55549" y="323761"/>
                </a:lnTo>
                <a:lnTo>
                  <a:pt x="25893" y="285376"/>
                </a:lnTo>
                <a:lnTo>
                  <a:pt x="6774" y="240069"/>
                </a:lnTo>
                <a:lnTo>
                  <a:pt x="0" y="189649"/>
                </a:lnTo>
                <a:lnTo>
                  <a:pt x="6774" y="139234"/>
                </a:lnTo>
                <a:lnTo>
                  <a:pt x="25893" y="93931"/>
                </a:lnTo>
                <a:lnTo>
                  <a:pt x="55549" y="55548"/>
                </a:lnTo>
                <a:lnTo>
                  <a:pt x="93934" y="25893"/>
                </a:lnTo>
                <a:lnTo>
                  <a:pt x="139241" y="6774"/>
                </a:lnTo>
                <a:lnTo>
                  <a:pt x="189661" y="0"/>
                </a:lnTo>
                <a:lnTo>
                  <a:pt x="240082" y="6774"/>
                </a:lnTo>
                <a:lnTo>
                  <a:pt x="285388" y="25893"/>
                </a:lnTo>
                <a:lnTo>
                  <a:pt x="323773" y="55548"/>
                </a:lnTo>
                <a:lnTo>
                  <a:pt x="353429" y="93931"/>
                </a:lnTo>
                <a:lnTo>
                  <a:pt x="372548" y="139234"/>
                </a:lnTo>
                <a:lnTo>
                  <a:pt x="379323" y="189649"/>
                </a:lnTo>
                <a:lnTo>
                  <a:pt x="372548" y="240069"/>
                </a:lnTo>
                <a:lnTo>
                  <a:pt x="353429" y="285376"/>
                </a:lnTo>
                <a:lnTo>
                  <a:pt x="323773" y="323761"/>
                </a:lnTo>
                <a:lnTo>
                  <a:pt x="285388" y="353417"/>
                </a:lnTo>
                <a:lnTo>
                  <a:pt x="240082" y="372536"/>
                </a:lnTo>
                <a:lnTo>
                  <a:pt x="189661" y="379310"/>
                </a:lnTo>
                <a:close/>
              </a:path>
            </a:pathLst>
          </a:custGeom>
          <a:solidFill>
            <a:srgbClr val="BAB8AB">
              <a:alpha val="18998"/>
            </a:srgbClr>
          </a:solidFill>
        </p:spPr>
        <p:txBody>
          <a:bodyPr wrap="square" lIns="0" tIns="0" rIns="0" bIns="0" rtlCol="0"/>
          <a:lstStyle/>
          <a:p>
            <a:endParaRPr/>
          </a:p>
        </p:txBody>
      </p:sp>
      <p:pic>
        <p:nvPicPr>
          <p:cNvPr id="116" name="bg object 116"/>
          <p:cNvPicPr/>
          <p:nvPr/>
        </p:nvPicPr>
        <p:blipFill>
          <a:blip r:embed="rId39" cstate="print"/>
          <a:stretch>
            <a:fillRect/>
          </a:stretch>
        </p:blipFill>
        <p:spPr>
          <a:xfrm>
            <a:off x="4373433" y="3127795"/>
            <a:ext cx="239572" cy="239560"/>
          </a:xfrm>
          <a:prstGeom prst="rect">
            <a:avLst/>
          </a:prstGeom>
        </p:spPr>
      </p:pic>
      <p:sp>
        <p:nvSpPr>
          <p:cNvPr id="117" name="bg object 117"/>
          <p:cNvSpPr/>
          <p:nvPr/>
        </p:nvSpPr>
        <p:spPr>
          <a:xfrm>
            <a:off x="4353469" y="1944403"/>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C6C3B9">
              <a:alpha val="18998"/>
            </a:srgbClr>
          </a:solidFill>
        </p:spPr>
        <p:txBody>
          <a:bodyPr wrap="square" lIns="0" tIns="0" rIns="0" bIns="0" rtlCol="0"/>
          <a:lstStyle/>
          <a:p>
            <a:endParaRPr/>
          </a:p>
        </p:txBody>
      </p:sp>
      <p:sp>
        <p:nvSpPr>
          <p:cNvPr id="118" name="bg object 118"/>
          <p:cNvSpPr/>
          <p:nvPr/>
        </p:nvSpPr>
        <p:spPr>
          <a:xfrm>
            <a:off x="5851743" y="1107160"/>
            <a:ext cx="399415" cy="399415"/>
          </a:xfrm>
          <a:custGeom>
            <a:avLst/>
            <a:gdLst/>
            <a:ahLst/>
            <a:cxnLst/>
            <a:rect l="l" t="t" r="r" b="b"/>
            <a:pathLst>
              <a:path w="399414" h="399415">
                <a:moveTo>
                  <a:pt x="199644" y="399275"/>
                </a:moveTo>
                <a:lnTo>
                  <a:pt x="153867" y="394002"/>
                </a:lnTo>
                <a:lnTo>
                  <a:pt x="111845" y="378983"/>
                </a:lnTo>
                <a:lnTo>
                  <a:pt x="74776" y="355416"/>
                </a:lnTo>
                <a:lnTo>
                  <a:pt x="43859" y="324498"/>
                </a:lnTo>
                <a:lnTo>
                  <a:pt x="20291" y="287430"/>
                </a:lnTo>
                <a:lnTo>
                  <a:pt x="5272" y="245408"/>
                </a:lnTo>
                <a:lnTo>
                  <a:pt x="0" y="199631"/>
                </a:lnTo>
                <a:lnTo>
                  <a:pt x="5272" y="153859"/>
                </a:lnTo>
                <a:lnTo>
                  <a:pt x="20291" y="111840"/>
                </a:lnTo>
                <a:lnTo>
                  <a:pt x="43859" y="74774"/>
                </a:lnTo>
                <a:lnTo>
                  <a:pt x="74776" y="43858"/>
                </a:lnTo>
                <a:lnTo>
                  <a:pt x="111845" y="20291"/>
                </a:lnTo>
                <a:lnTo>
                  <a:pt x="153867" y="5272"/>
                </a:lnTo>
                <a:lnTo>
                  <a:pt x="199644" y="0"/>
                </a:lnTo>
                <a:lnTo>
                  <a:pt x="245420" y="5272"/>
                </a:lnTo>
                <a:lnTo>
                  <a:pt x="287442" y="20291"/>
                </a:lnTo>
                <a:lnTo>
                  <a:pt x="324511" y="43858"/>
                </a:lnTo>
                <a:lnTo>
                  <a:pt x="355428" y="74774"/>
                </a:lnTo>
                <a:lnTo>
                  <a:pt x="378996" y="111840"/>
                </a:lnTo>
                <a:lnTo>
                  <a:pt x="394015" y="153859"/>
                </a:lnTo>
                <a:lnTo>
                  <a:pt x="399288" y="199631"/>
                </a:lnTo>
                <a:lnTo>
                  <a:pt x="394015" y="245408"/>
                </a:lnTo>
                <a:lnTo>
                  <a:pt x="378996" y="287430"/>
                </a:lnTo>
                <a:lnTo>
                  <a:pt x="355428" y="324498"/>
                </a:lnTo>
                <a:lnTo>
                  <a:pt x="324511" y="355416"/>
                </a:lnTo>
                <a:lnTo>
                  <a:pt x="287442" y="378983"/>
                </a:lnTo>
                <a:lnTo>
                  <a:pt x="245420" y="394002"/>
                </a:lnTo>
                <a:lnTo>
                  <a:pt x="199644" y="399275"/>
                </a:lnTo>
                <a:close/>
              </a:path>
            </a:pathLst>
          </a:custGeom>
          <a:solidFill>
            <a:srgbClr val="A6A594">
              <a:alpha val="18998"/>
            </a:srgbClr>
          </a:solidFill>
        </p:spPr>
        <p:txBody>
          <a:bodyPr wrap="square" lIns="0" tIns="0" rIns="0" bIns="0" rtlCol="0"/>
          <a:lstStyle/>
          <a:p>
            <a:endParaRPr/>
          </a:p>
        </p:txBody>
      </p:sp>
      <p:sp>
        <p:nvSpPr>
          <p:cNvPr id="119" name="bg object 119"/>
          <p:cNvSpPr/>
          <p:nvPr/>
        </p:nvSpPr>
        <p:spPr>
          <a:xfrm>
            <a:off x="3915263" y="3057918"/>
            <a:ext cx="379730" cy="379730"/>
          </a:xfrm>
          <a:custGeom>
            <a:avLst/>
            <a:gdLst/>
            <a:ahLst/>
            <a:cxnLst/>
            <a:rect l="l" t="t" r="r" b="b"/>
            <a:pathLst>
              <a:path w="379729" h="379729">
                <a:moveTo>
                  <a:pt x="189661" y="379310"/>
                </a:moveTo>
                <a:lnTo>
                  <a:pt x="139241" y="372536"/>
                </a:lnTo>
                <a:lnTo>
                  <a:pt x="93934" y="353417"/>
                </a:lnTo>
                <a:lnTo>
                  <a:pt x="55549" y="323761"/>
                </a:lnTo>
                <a:lnTo>
                  <a:pt x="25893" y="285376"/>
                </a:lnTo>
                <a:lnTo>
                  <a:pt x="6774" y="240069"/>
                </a:lnTo>
                <a:lnTo>
                  <a:pt x="0" y="189649"/>
                </a:lnTo>
                <a:lnTo>
                  <a:pt x="6774" y="139234"/>
                </a:lnTo>
                <a:lnTo>
                  <a:pt x="25893" y="93931"/>
                </a:lnTo>
                <a:lnTo>
                  <a:pt x="55549" y="55548"/>
                </a:lnTo>
                <a:lnTo>
                  <a:pt x="93934" y="25893"/>
                </a:lnTo>
                <a:lnTo>
                  <a:pt x="139241" y="6774"/>
                </a:lnTo>
                <a:lnTo>
                  <a:pt x="189661" y="0"/>
                </a:lnTo>
                <a:lnTo>
                  <a:pt x="240082" y="6774"/>
                </a:lnTo>
                <a:lnTo>
                  <a:pt x="285388" y="25893"/>
                </a:lnTo>
                <a:lnTo>
                  <a:pt x="323773" y="55548"/>
                </a:lnTo>
                <a:lnTo>
                  <a:pt x="353429" y="93931"/>
                </a:lnTo>
                <a:lnTo>
                  <a:pt x="372548" y="139234"/>
                </a:lnTo>
                <a:lnTo>
                  <a:pt x="379323" y="189649"/>
                </a:lnTo>
                <a:lnTo>
                  <a:pt x="372548" y="240069"/>
                </a:lnTo>
                <a:lnTo>
                  <a:pt x="353429" y="285376"/>
                </a:lnTo>
                <a:lnTo>
                  <a:pt x="323773" y="323761"/>
                </a:lnTo>
                <a:lnTo>
                  <a:pt x="285388" y="353417"/>
                </a:lnTo>
                <a:lnTo>
                  <a:pt x="240082" y="372536"/>
                </a:lnTo>
                <a:lnTo>
                  <a:pt x="189661" y="379310"/>
                </a:lnTo>
                <a:close/>
              </a:path>
            </a:pathLst>
          </a:custGeom>
          <a:solidFill>
            <a:srgbClr val="8AADA0">
              <a:alpha val="18998"/>
            </a:srgbClr>
          </a:solidFill>
        </p:spPr>
        <p:txBody>
          <a:bodyPr wrap="square" lIns="0" tIns="0" rIns="0" bIns="0" rtlCol="0"/>
          <a:lstStyle/>
          <a:p>
            <a:endParaRPr/>
          </a:p>
        </p:txBody>
      </p:sp>
      <p:pic>
        <p:nvPicPr>
          <p:cNvPr id="120" name="bg object 120"/>
          <p:cNvPicPr/>
          <p:nvPr/>
        </p:nvPicPr>
        <p:blipFill>
          <a:blip r:embed="rId32" cstate="print"/>
          <a:stretch>
            <a:fillRect/>
          </a:stretch>
        </p:blipFill>
        <p:spPr>
          <a:xfrm>
            <a:off x="3636772" y="1616232"/>
            <a:ext cx="159715" cy="159715"/>
          </a:xfrm>
          <a:prstGeom prst="rect">
            <a:avLst/>
          </a:prstGeom>
        </p:spPr>
      </p:pic>
      <p:sp>
        <p:nvSpPr>
          <p:cNvPr id="121" name="bg object 121"/>
          <p:cNvSpPr/>
          <p:nvPr/>
        </p:nvSpPr>
        <p:spPr>
          <a:xfrm>
            <a:off x="3576879" y="2329241"/>
            <a:ext cx="280035" cy="280035"/>
          </a:xfrm>
          <a:custGeom>
            <a:avLst/>
            <a:gdLst/>
            <a:ahLst/>
            <a:cxnLst/>
            <a:rect l="l" t="t" r="r" b="b"/>
            <a:pathLst>
              <a:path w="280035" h="280035">
                <a:moveTo>
                  <a:pt x="139750" y="279488"/>
                </a:moveTo>
                <a:lnTo>
                  <a:pt x="95580" y="272363"/>
                </a:lnTo>
                <a:lnTo>
                  <a:pt x="57217" y="252523"/>
                </a:lnTo>
                <a:lnTo>
                  <a:pt x="26965" y="222271"/>
                </a:lnTo>
                <a:lnTo>
                  <a:pt x="7125" y="183908"/>
                </a:lnTo>
                <a:lnTo>
                  <a:pt x="0" y="139738"/>
                </a:lnTo>
                <a:lnTo>
                  <a:pt x="7125" y="95569"/>
                </a:lnTo>
                <a:lnTo>
                  <a:pt x="26965" y="57209"/>
                </a:lnTo>
                <a:lnTo>
                  <a:pt x="57217" y="26960"/>
                </a:lnTo>
                <a:lnTo>
                  <a:pt x="95580" y="7123"/>
                </a:lnTo>
                <a:lnTo>
                  <a:pt x="139750" y="0"/>
                </a:lnTo>
                <a:lnTo>
                  <a:pt x="183921" y="7123"/>
                </a:lnTo>
                <a:lnTo>
                  <a:pt x="222283" y="26960"/>
                </a:lnTo>
                <a:lnTo>
                  <a:pt x="252536" y="57209"/>
                </a:lnTo>
                <a:lnTo>
                  <a:pt x="272376" y="95569"/>
                </a:lnTo>
                <a:lnTo>
                  <a:pt x="279501" y="139738"/>
                </a:lnTo>
                <a:lnTo>
                  <a:pt x="272376" y="183908"/>
                </a:lnTo>
                <a:lnTo>
                  <a:pt x="252536" y="222271"/>
                </a:lnTo>
                <a:lnTo>
                  <a:pt x="222283" y="252523"/>
                </a:lnTo>
                <a:lnTo>
                  <a:pt x="183921" y="272363"/>
                </a:lnTo>
                <a:lnTo>
                  <a:pt x="139750" y="279488"/>
                </a:lnTo>
                <a:close/>
              </a:path>
            </a:pathLst>
          </a:custGeom>
          <a:solidFill>
            <a:srgbClr val="B8B6A8">
              <a:alpha val="18998"/>
            </a:srgbClr>
          </a:solidFill>
        </p:spPr>
        <p:txBody>
          <a:bodyPr wrap="square" lIns="0" tIns="0" rIns="0" bIns="0" rtlCol="0"/>
          <a:lstStyle/>
          <a:p>
            <a:endParaRPr/>
          </a:p>
        </p:txBody>
      </p:sp>
      <p:pic>
        <p:nvPicPr>
          <p:cNvPr id="122" name="bg object 122"/>
          <p:cNvPicPr/>
          <p:nvPr/>
        </p:nvPicPr>
        <p:blipFill>
          <a:blip r:embed="rId40" cstate="print"/>
          <a:stretch>
            <a:fillRect/>
          </a:stretch>
        </p:blipFill>
        <p:spPr>
          <a:xfrm>
            <a:off x="6722169" y="1596268"/>
            <a:ext cx="199644" cy="199644"/>
          </a:xfrm>
          <a:prstGeom prst="rect">
            <a:avLst/>
          </a:prstGeom>
        </p:spPr>
      </p:pic>
      <p:pic>
        <p:nvPicPr>
          <p:cNvPr id="123" name="bg object 123"/>
          <p:cNvPicPr/>
          <p:nvPr/>
        </p:nvPicPr>
        <p:blipFill>
          <a:blip r:embed="rId41" cstate="print"/>
          <a:stretch>
            <a:fillRect/>
          </a:stretch>
        </p:blipFill>
        <p:spPr>
          <a:xfrm>
            <a:off x="6776576" y="864382"/>
            <a:ext cx="90830" cy="90843"/>
          </a:xfrm>
          <a:prstGeom prst="rect">
            <a:avLst/>
          </a:prstGeom>
        </p:spPr>
      </p:pic>
      <p:sp>
        <p:nvSpPr>
          <p:cNvPr id="124" name="bg object 124"/>
          <p:cNvSpPr/>
          <p:nvPr/>
        </p:nvSpPr>
        <p:spPr>
          <a:xfrm>
            <a:off x="3556915" y="1924437"/>
            <a:ext cx="320040" cy="320040"/>
          </a:xfrm>
          <a:custGeom>
            <a:avLst/>
            <a:gdLst/>
            <a:ahLst/>
            <a:cxnLst/>
            <a:rect l="l" t="t" r="r" b="b"/>
            <a:pathLst>
              <a:path w="320039" h="320039">
                <a:moveTo>
                  <a:pt x="159715" y="319417"/>
                </a:moveTo>
                <a:lnTo>
                  <a:pt x="109235" y="311275"/>
                </a:lnTo>
                <a:lnTo>
                  <a:pt x="65392" y="288603"/>
                </a:lnTo>
                <a:lnTo>
                  <a:pt x="30817" y="254030"/>
                </a:lnTo>
                <a:lnTo>
                  <a:pt x="8143" y="210187"/>
                </a:lnTo>
                <a:lnTo>
                  <a:pt x="0" y="159702"/>
                </a:lnTo>
                <a:lnTo>
                  <a:pt x="8143" y="109224"/>
                </a:lnTo>
                <a:lnTo>
                  <a:pt x="30817" y="65384"/>
                </a:lnTo>
                <a:lnTo>
                  <a:pt x="65392" y="30813"/>
                </a:lnTo>
                <a:lnTo>
                  <a:pt x="109235" y="8141"/>
                </a:lnTo>
                <a:lnTo>
                  <a:pt x="159715" y="0"/>
                </a:lnTo>
                <a:lnTo>
                  <a:pt x="210194" y="8141"/>
                </a:lnTo>
                <a:lnTo>
                  <a:pt x="254037" y="30813"/>
                </a:lnTo>
                <a:lnTo>
                  <a:pt x="288612" y="65384"/>
                </a:lnTo>
                <a:lnTo>
                  <a:pt x="311287" y="109224"/>
                </a:lnTo>
                <a:lnTo>
                  <a:pt x="319430" y="159702"/>
                </a:lnTo>
                <a:lnTo>
                  <a:pt x="311287" y="210187"/>
                </a:lnTo>
                <a:lnTo>
                  <a:pt x="288612" y="254030"/>
                </a:lnTo>
                <a:lnTo>
                  <a:pt x="254037" y="288603"/>
                </a:lnTo>
                <a:lnTo>
                  <a:pt x="210194" y="311275"/>
                </a:lnTo>
                <a:lnTo>
                  <a:pt x="159715" y="319417"/>
                </a:lnTo>
                <a:close/>
              </a:path>
            </a:pathLst>
          </a:custGeom>
          <a:solidFill>
            <a:srgbClr val="ABC8BD">
              <a:alpha val="18998"/>
            </a:srgbClr>
          </a:solidFill>
        </p:spPr>
        <p:txBody>
          <a:bodyPr wrap="square" lIns="0" tIns="0" rIns="0" bIns="0" rtlCol="0"/>
          <a:lstStyle/>
          <a:p>
            <a:endParaRPr/>
          </a:p>
        </p:txBody>
      </p:sp>
      <p:pic>
        <p:nvPicPr>
          <p:cNvPr id="125" name="bg object 125"/>
          <p:cNvPicPr/>
          <p:nvPr/>
        </p:nvPicPr>
        <p:blipFill>
          <a:blip r:embed="rId29" cstate="print"/>
          <a:stretch>
            <a:fillRect/>
          </a:stretch>
        </p:blipFill>
        <p:spPr>
          <a:xfrm>
            <a:off x="5222390" y="1646180"/>
            <a:ext cx="99822" cy="99822"/>
          </a:xfrm>
          <a:prstGeom prst="rect">
            <a:avLst/>
          </a:prstGeom>
        </p:spPr>
      </p:pic>
      <p:pic>
        <p:nvPicPr>
          <p:cNvPr id="126" name="bg object 126"/>
          <p:cNvPicPr/>
          <p:nvPr/>
        </p:nvPicPr>
        <p:blipFill>
          <a:blip r:embed="rId42" cstate="print"/>
          <a:stretch>
            <a:fillRect/>
          </a:stretch>
        </p:blipFill>
        <p:spPr>
          <a:xfrm>
            <a:off x="3238495" y="3157730"/>
            <a:ext cx="179679" cy="179679"/>
          </a:xfrm>
          <a:prstGeom prst="rect">
            <a:avLst/>
          </a:prstGeom>
        </p:spPr>
      </p:pic>
      <p:sp>
        <p:nvSpPr>
          <p:cNvPr id="2" name="Holder 2"/>
          <p:cNvSpPr>
            <a:spLocks noGrp="1"/>
          </p:cNvSpPr>
          <p:nvPr>
            <p:ph type="ctrTitle"/>
          </p:nvPr>
        </p:nvSpPr>
        <p:spPr>
          <a:xfrm>
            <a:off x="799839" y="330431"/>
            <a:ext cx="4869180" cy="1439545"/>
          </a:xfrm>
          <a:prstGeom prst="rect">
            <a:avLst/>
          </a:prstGeom>
        </p:spPr>
        <p:txBody>
          <a:bodyPr wrap="square" lIns="0" tIns="0" rIns="0" bIns="0">
            <a:spAutoFit/>
          </a:bodyPr>
          <a:lstStyle>
            <a:lvl1pPr>
              <a:defRPr sz="4800" b="1" i="0">
                <a:solidFill>
                  <a:srgbClr val="231F20"/>
                </a:solidFill>
                <a:latin typeface="Garamond"/>
                <a:cs typeface="Garamond"/>
              </a:defRPr>
            </a:lvl1pPr>
          </a:lstStyle>
          <a:p>
            <a:endParaRPr/>
          </a:p>
        </p:txBody>
      </p:sp>
      <p:sp>
        <p:nvSpPr>
          <p:cNvPr id="3" name="Holder 3"/>
          <p:cNvSpPr>
            <a:spLocks noGrp="1"/>
          </p:cNvSpPr>
          <p:nvPr>
            <p:ph type="subTitle" idx="4"/>
          </p:nvPr>
        </p:nvSpPr>
        <p:spPr>
          <a:xfrm>
            <a:off x="1296352" y="2723896"/>
            <a:ext cx="6049645" cy="1216025"/>
          </a:xfrm>
          <a:prstGeom prst="rect">
            <a:avLst/>
          </a:prstGeom>
        </p:spPr>
        <p:txBody>
          <a:bodyPr wrap="square" lIns="0" tIns="0" rIns="0" bIns="0">
            <a:spAutoFit/>
          </a:bodyPr>
          <a:lstStyle>
            <a:lvl1pPr>
              <a:defRPr sz="1400" b="0" i="0">
                <a:solidFill>
                  <a:srgbClr val="231F20"/>
                </a:solidFill>
                <a:latin typeface="Garamond"/>
                <a:cs typeface="Garamond"/>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231F20"/>
                </a:solidFill>
                <a:latin typeface="Garamond"/>
                <a:cs typeface="Garamond"/>
              </a:defRPr>
            </a:lvl1pPr>
          </a:lstStyle>
          <a:p>
            <a:endParaRPr/>
          </a:p>
        </p:txBody>
      </p:sp>
      <p:sp>
        <p:nvSpPr>
          <p:cNvPr id="3" name="Holder 3"/>
          <p:cNvSpPr>
            <a:spLocks noGrp="1"/>
          </p:cNvSpPr>
          <p:nvPr>
            <p:ph type="body" idx="1"/>
          </p:nvPr>
        </p:nvSpPr>
        <p:spPr/>
        <p:txBody>
          <a:bodyPr lIns="0" tIns="0" rIns="0" bIns="0"/>
          <a:lstStyle>
            <a:lvl1pPr>
              <a:defRPr sz="1400" b="0" i="0">
                <a:solidFill>
                  <a:srgbClr val="231F20"/>
                </a:solidFill>
                <a:latin typeface="Garamond"/>
                <a:cs typeface="Garamond"/>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231F20"/>
                </a:solidFill>
                <a:latin typeface="Garamond"/>
                <a:cs typeface="Garamond"/>
              </a:defRPr>
            </a:lvl1pPr>
          </a:lstStyle>
          <a:p>
            <a:endParaRPr/>
          </a:p>
        </p:txBody>
      </p:sp>
      <p:sp>
        <p:nvSpPr>
          <p:cNvPr id="3" name="Holder 3"/>
          <p:cNvSpPr>
            <a:spLocks noGrp="1"/>
          </p:cNvSpPr>
          <p:nvPr>
            <p:ph sz="half" idx="2"/>
          </p:nvPr>
        </p:nvSpPr>
        <p:spPr>
          <a:xfrm>
            <a:off x="432117" y="1118743"/>
            <a:ext cx="3759422" cy="321030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450810" y="1118743"/>
            <a:ext cx="3759422" cy="321030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rgbClr val="231F20"/>
                </a:solidFill>
                <a:latin typeface="Garamond"/>
                <a:cs typeface="Garamond"/>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4E8F0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33475" y="1692820"/>
            <a:ext cx="6369050" cy="1167384"/>
          </a:xfrm>
          <a:solidFill>
            <a:srgbClr val="FFFFFF"/>
          </a:solidFill>
          <a:ln w="38100">
            <a:solidFill>
              <a:srgbClr val="404040"/>
            </a:solidFill>
          </a:ln>
        </p:spPr>
        <p:txBody>
          <a:bodyPr lIns="274320" rIns="274320" anchor="ctr" anchorCtr="1">
            <a:normAutofit/>
          </a:bodyPr>
          <a:lstStyle>
            <a:lvl1pPr algn="ctr">
              <a:defRPr sz="2692">
                <a:solidFill>
                  <a:srgbClr val="262626"/>
                </a:solidFill>
              </a:defRPr>
            </a:lvl1pPr>
          </a:lstStyle>
          <a:p>
            <a:r>
              <a:rPr lang="en-GB"/>
              <a:t>Click to edit Master title style</a:t>
            </a:r>
            <a:endParaRPr lang="en-US"/>
          </a:p>
        </p:txBody>
      </p:sp>
      <p:sp>
        <p:nvSpPr>
          <p:cNvPr id="3" name="Subtitle 2"/>
          <p:cNvSpPr>
            <a:spLocks noGrp="1"/>
          </p:cNvSpPr>
          <p:nvPr>
            <p:ph type="subTitle" idx="1"/>
          </p:nvPr>
        </p:nvSpPr>
        <p:spPr>
          <a:xfrm>
            <a:off x="1909096" y="3087082"/>
            <a:ext cx="4817809" cy="879406"/>
          </a:xfrm>
          <a:noFill/>
        </p:spPr>
        <p:txBody>
          <a:bodyPr>
            <a:normAutofit/>
          </a:bodyPr>
          <a:lstStyle>
            <a:lvl1pPr marL="0" indent="0" algn="ctr">
              <a:buNone/>
              <a:defRPr sz="1417">
                <a:solidFill>
                  <a:schemeClr val="tx1">
                    <a:lumMod val="75000"/>
                    <a:lumOff val="25000"/>
                  </a:schemeClr>
                </a:solidFill>
              </a:defRPr>
            </a:lvl1pPr>
            <a:lvl2pPr marL="323835" indent="0" algn="ctr">
              <a:buNone/>
              <a:defRPr sz="1417"/>
            </a:lvl2pPr>
            <a:lvl3pPr marL="647670" indent="0" algn="ctr">
              <a:buNone/>
              <a:defRPr sz="1275"/>
            </a:lvl3pPr>
            <a:lvl4pPr marL="971504" indent="0" algn="ctr">
              <a:buNone/>
              <a:defRPr sz="1133"/>
            </a:lvl4pPr>
            <a:lvl5pPr marL="1295339" indent="0" algn="ctr">
              <a:buNone/>
              <a:defRPr sz="1133"/>
            </a:lvl5pPr>
            <a:lvl6pPr marL="1619174" indent="0" algn="ctr">
              <a:buNone/>
              <a:defRPr sz="1133"/>
            </a:lvl6pPr>
            <a:lvl7pPr marL="1943009" indent="0" algn="ctr">
              <a:buNone/>
              <a:defRPr sz="1133"/>
            </a:lvl7pPr>
            <a:lvl8pPr marL="2266843" indent="0" algn="ctr">
              <a:buNone/>
              <a:defRPr sz="1133"/>
            </a:lvl8pPr>
            <a:lvl9pPr marL="2590678" indent="0" algn="ctr">
              <a:buNone/>
              <a:defRPr sz="1133"/>
            </a:lvl9pPr>
          </a:lstStyle>
          <a:p>
            <a:r>
              <a:rPr lang="en-GB"/>
              <a:t>Click to edit Master subtitle style</a:t>
            </a:r>
            <a:endParaRPr lang="en-US"/>
          </a:p>
        </p:txBody>
      </p:sp>
    </p:spTree>
    <p:extLst>
      <p:ext uri="{BB962C8B-B14F-4D97-AF65-F5344CB8AC3E}">
        <p14:creationId xmlns:p14="http://schemas.microsoft.com/office/powerpoint/2010/main" val="80595537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690461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120521" y="1871057"/>
            <a:ext cx="3025838" cy="220010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489640" y="1871057"/>
            <a:ext cx="3024758" cy="220010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6541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21601" y="1640824"/>
            <a:ext cx="3024759" cy="499380"/>
          </a:xfrm>
        </p:spPr>
        <p:txBody>
          <a:bodyPr anchor="b" anchorCtr="1">
            <a:normAutofit/>
          </a:bodyPr>
          <a:lstStyle>
            <a:lvl1pPr marL="0" indent="0" algn="ctr">
              <a:buNone/>
              <a:defRPr sz="1346" b="0" cap="all" spc="71" baseline="0">
                <a:solidFill>
                  <a:schemeClr val="accent2">
                    <a:lumMod val="75000"/>
                  </a:schemeClr>
                </a:solidFill>
              </a:defRPr>
            </a:lvl1pPr>
            <a:lvl2pPr marL="323835" indent="0">
              <a:buNone/>
              <a:defRPr sz="1346" b="1"/>
            </a:lvl2pPr>
            <a:lvl3pPr marL="647670" indent="0">
              <a:buNone/>
              <a:defRPr sz="1275" b="1"/>
            </a:lvl3pPr>
            <a:lvl4pPr marL="971504" indent="0">
              <a:buNone/>
              <a:defRPr sz="1133" b="1"/>
            </a:lvl4pPr>
            <a:lvl5pPr marL="1295339" indent="0">
              <a:buNone/>
              <a:defRPr sz="1133" b="1"/>
            </a:lvl5pPr>
            <a:lvl6pPr marL="1619174" indent="0">
              <a:buNone/>
              <a:defRPr sz="1133" b="1"/>
            </a:lvl6pPr>
            <a:lvl7pPr marL="1943009" indent="0">
              <a:buNone/>
              <a:defRPr sz="1133" b="1"/>
            </a:lvl7pPr>
            <a:lvl8pPr marL="2266843" indent="0">
              <a:buNone/>
              <a:defRPr sz="1133" b="1"/>
            </a:lvl8pPr>
            <a:lvl9pPr marL="2590678" indent="0">
              <a:buNone/>
              <a:defRPr sz="1133" b="1"/>
            </a:lvl9pPr>
          </a:lstStyle>
          <a:p>
            <a:pPr lvl="0"/>
            <a:r>
              <a:rPr lang="en-GB"/>
              <a:t>Click to edit Master text styles</a:t>
            </a:r>
          </a:p>
        </p:txBody>
      </p:sp>
      <p:sp>
        <p:nvSpPr>
          <p:cNvPr id="4" name="Content Placeholder 3"/>
          <p:cNvSpPr>
            <a:spLocks noGrp="1"/>
          </p:cNvSpPr>
          <p:nvPr>
            <p:ph sz="half" idx="2"/>
          </p:nvPr>
        </p:nvSpPr>
        <p:spPr>
          <a:xfrm>
            <a:off x="1121601" y="2229379"/>
            <a:ext cx="3024759" cy="18417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Content Placeholder 5"/>
          <p:cNvSpPr>
            <a:spLocks noGrp="1"/>
          </p:cNvSpPr>
          <p:nvPr>
            <p:ph sz="quarter" idx="4"/>
          </p:nvPr>
        </p:nvSpPr>
        <p:spPr>
          <a:xfrm>
            <a:off x="4489640" y="2229379"/>
            <a:ext cx="3012885" cy="1841787"/>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1" name="Text Placeholder 4"/>
          <p:cNvSpPr>
            <a:spLocks noGrp="1"/>
          </p:cNvSpPr>
          <p:nvPr>
            <p:ph type="body" sz="quarter" idx="13"/>
          </p:nvPr>
        </p:nvSpPr>
        <p:spPr>
          <a:xfrm>
            <a:off x="4489641" y="1640824"/>
            <a:ext cx="3024759" cy="499380"/>
          </a:xfrm>
        </p:spPr>
        <p:txBody>
          <a:bodyPr anchor="b" anchorCtr="1">
            <a:normAutofit/>
          </a:bodyPr>
          <a:lstStyle>
            <a:lvl1pPr marL="0" indent="0" algn="ctr">
              <a:buNone/>
              <a:defRPr sz="1346" b="0" cap="all" spc="71" baseline="0">
                <a:solidFill>
                  <a:schemeClr val="accent2">
                    <a:lumMod val="75000"/>
                  </a:schemeClr>
                </a:solidFill>
              </a:defRPr>
            </a:lvl1pPr>
            <a:lvl2pPr marL="323835" indent="0">
              <a:buNone/>
              <a:defRPr sz="1346" b="1"/>
            </a:lvl2pPr>
            <a:lvl3pPr marL="647670" indent="0">
              <a:buNone/>
              <a:defRPr sz="1275" b="1"/>
            </a:lvl3pPr>
            <a:lvl4pPr marL="971504" indent="0">
              <a:buNone/>
              <a:defRPr sz="1133" b="1"/>
            </a:lvl4pPr>
            <a:lvl5pPr marL="1295339" indent="0">
              <a:buNone/>
              <a:defRPr sz="1133" b="1"/>
            </a:lvl5pPr>
            <a:lvl6pPr marL="1619174" indent="0">
              <a:buNone/>
              <a:defRPr sz="1133" b="1"/>
            </a:lvl6pPr>
            <a:lvl7pPr marL="1943009" indent="0">
              <a:buNone/>
              <a:defRPr sz="1133" b="1"/>
            </a:lvl7pPr>
            <a:lvl8pPr marL="2266843" indent="0">
              <a:buNone/>
              <a:defRPr sz="1133" b="1"/>
            </a:lvl8pPr>
            <a:lvl9pPr marL="2590678" indent="0">
              <a:buNone/>
              <a:defRPr sz="1133" b="1"/>
            </a:lvl9pPr>
          </a:lstStyle>
          <a:p>
            <a:pPr lvl="0"/>
            <a:r>
              <a:rPr lang="en-GB"/>
              <a:t>Click to edit Master text styles</a:t>
            </a:r>
          </a:p>
        </p:txBody>
      </p:sp>
      <p:sp>
        <p:nvSpPr>
          <p:cNvPr id="10" name="Title 9"/>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21567570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2949911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16605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318000" cy="48641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569976" y="1591456"/>
            <a:ext cx="3178048" cy="809617"/>
          </a:xfrm>
          <a:solidFill>
            <a:srgbClr val="FFFFFF"/>
          </a:solidFill>
          <a:ln>
            <a:solidFill>
              <a:srgbClr val="404040"/>
            </a:solidFill>
          </a:ln>
        </p:spPr>
        <p:txBody>
          <a:bodyPr anchor="ctr" anchorCtr="1">
            <a:normAutofit/>
          </a:bodyPr>
          <a:lstStyle>
            <a:lvl1pPr>
              <a:defRPr sz="1558">
                <a:solidFill>
                  <a:srgbClr val="262626"/>
                </a:solidFill>
              </a:defRPr>
            </a:lvl1pPr>
          </a:lstStyle>
          <a:p>
            <a:r>
              <a:rPr lang="en-GB"/>
              <a:t>Click to edit Master title style</a:t>
            </a:r>
            <a:endParaRPr lang="en-US"/>
          </a:p>
        </p:txBody>
      </p:sp>
      <p:sp>
        <p:nvSpPr>
          <p:cNvPr id="3" name="Content Placeholder 2"/>
          <p:cNvSpPr>
            <a:spLocks noGrp="1"/>
          </p:cNvSpPr>
          <p:nvPr>
            <p:ph idx="1"/>
          </p:nvPr>
        </p:nvSpPr>
        <p:spPr>
          <a:xfrm>
            <a:off x="4771390" y="570721"/>
            <a:ext cx="3411220" cy="3722658"/>
          </a:xfrm>
        </p:spPr>
        <p:txBody>
          <a:bodyPr>
            <a:normAutofit/>
          </a:bodyPr>
          <a:lstStyle>
            <a:lvl1pPr>
              <a:defRPr sz="1346">
                <a:solidFill>
                  <a:schemeClr val="tx1"/>
                </a:solidFill>
              </a:defRPr>
            </a:lvl1pPr>
            <a:lvl2pPr>
              <a:defRPr sz="1133">
                <a:solidFill>
                  <a:schemeClr val="tx1"/>
                </a:solidFill>
              </a:defRPr>
            </a:lvl2pPr>
            <a:lvl3pPr>
              <a:defRPr sz="1133">
                <a:solidFill>
                  <a:schemeClr val="tx1"/>
                </a:solidFill>
              </a:defRPr>
            </a:lvl3pPr>
            <a:lvl4pPr>
              <a:defRPr sz="1133">
                <a:solidFill>
                  <a:schemeClr val="tx1"/>
                </a:solidFill>
              </a:defRPr>
            </a:lvl4pPr>
            <a:lvl5pPr>
              <a:defRPr sz="1133">
                <a:solidFill>
                  <a:schemeClr val="tx1"/>
                </a:solidFill>
              </a:defRPr>
            </a:lvl5pPr>
            <a:lvl6pPr>
              <a:defRPr sz="1133"/>
            </a:lvl6pPr>
            <a:lvl7pPr>
              <a:defRPr sz="1133"/>
            </a:lvl7pPr>
            <a:lvl8pPr>
              <a:defRPr sz="1133"/>
            </a:lvl8pPr>
            <a:lvl9pPr>
              <a:defRPr sz="1133"/>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790194" y="2517812"/>
            <a:ext cx="2687955" cy="1556140"/>
          </a:xfrm>
        </p:spPr>
        <p:txBody>
          <a:bodyPr anchor="t" anchorCtr="1">
            <a:normAutofit/>
          </a:bodyPr>
          <a:lstStyle>
            <a:lvl1pPr marL="0" indent="0" algn="ctr">
              <a:buNone/>
              <a:defRPr sz="1062">
                <a:solidFill>
                  <a:srgbClr val="FFFFFF"/>
                </a:solidFill>
              </a:defRPr>
            </a:lvl1pPr>
            <a:lvl2pPr marL="323835" indent="0">
              <a:buNone/>
              <a:defRPr sz="992"/>
            </a:lvl2pPr>
            <a:lvl3pPr marL="647670" indent="0">
              <a:buNone/>
              <a:defRPr sz="850"/>
            </a:lvl3pPr>
            <a:lvl4pPr marL="971504" indent="0">
              <a:buNone/>
              <a:defRPr sz="708"/>
            </a:lvl4pPr>
            <a:lvl5pPr marL="1295339" indent="0">
              <a:buNone/>
              <a:defRPr sz="708"/>
            </a:lvl5pPr>
            <a:lvl6pPr marL="1619174" indent="0">
              <a:buNone/>
              <a:defRPr sz="708"/>
            </a:lvl6pPr>
            <a:lvl7pPr marL="1943009" indent="0">
              <a:buNone/>
              <a:defRPr sz="708"/>
            </a:lvl7pPr>
            <a:lvl8pPr marL="2266843" indent="0">
              <a:buNone/>
              <a:defRPr sz="708"/>
            </a:lvl8pPr>
            <a:lvl9pPr marL="2590678" indent="0">
              <a:buNone/>
              <a:defRPr sz="708"/>
            </a:lvl9pPr>
          </a:lstStyle>
          <a:p>
            <a:pPr lvl="0"/>
            <a:r>
              <a:rPr lang="en-GB"/>
              <a:t>Click to edit Master text styles</a:t>
            </a:r>
          </a:p>
        </p:txBody>
      </p:sp>
    </p:spTree>
    <p:extLst>
      <p:ext uri="{BB962C8B-B14F-4D97-AF65-F5344CB8AC3E}">
        <p14:creationId xmlns:p14="http://schemas.microsoft.com/office/powerpoint/2010/main" val="13954180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317999" cy="48641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572704" y="1591456"/>
            <a:ext cx="3183957" cy="804754"/>
          </a:xfrm>
          <a:solidFill>
            <a:srgbClr val="FFFFFF"/>
          </a:solidFill>
          <a:ln>
            <a:solidFill>
              <a:srgbClr val="404040"/>
            </a:solidFill>
          </a:ln>
        </p:spPr>
        <p:txBody>
          <a:bodyPr anchor="ctr" anchorCtr="1">
            <a:noAutofit/>
          </a:bodyPr>
          <a:lstStyle>
            <a:lvl1pPr>
              <a:defRPr sz="1558">
                <a:solidFill>
                  <a:srgbClr val="262626"/>
                </a:solidFill>
              </a:defRPr>
            </a:lvl1pPr>
          </a:lstStyle>
          <a:p>
            <a:r>
              <a:rPr lang="en-GB"/>
              <a:t>Click to edit Master title style</a:t>
            </a:r>
            <a:endParaRPr lang="en-US"/>
          </a:p>
        </p:txBody>
      </p:sp>
      <p:sp>
        <p:nvSpPr>
          <p:cNvPr id="3" name="Picture Placeholder 2"/>
          <p:cNvSpPr>
            <a:spLocks noGrp="1" noChangeAspect="1"/>
          </p:cNvSpPr>
          <p:nvPr>
            <p:ph type="pic" idx="1"/>
          </p:nvPr>
        </p:nvSpPr>
        <p:spPr>
          <a:xfrm>
            <a:off x="4318000" y="0"/>
            <a:ext cx="4322319" cy="4864100"/>
          </a:xfrm>
          <a:solidFill>
            <a:schemeClr val="bg1">
              <a:lumMod val="75000"/>
            </a:schemeClr>
          </a:solidFill>
        </p:spPr>
        <p:txBody>
          <a:bodyPr anchor="t"/>
          <a:lstStyle>
            <a:lvl1pPr marL="0" indent="0">
              <a:buNone/>
              <a:defRPr sz="2267">
                <a:solidFill>
                  <a:schemeClr val="bg1">
                    <a:lumMod val="85000"/>
                    <a:lumOff val="15000"/>
                  </a:schemeClr>
                </a:solidFill>
              </a:defRPr>
            </a:lvl1pPr>
            <a:lvl2pPr marL="323835" indent="0">
              <a:buNone/>
              <a:defRPr sz="1983"/>
            </a:lvl2pPr>
            <a:lvl3pPr marL="647670" indent="0">
              <a:buNone/>
              <a:defRPr sz="1700"/>
            </a:lvl3pPr>
            <a:lvl4pPr marL="971504" indent="0">
              <a:buNone/>
              <a:defRPr sz="1417"/>
            </a:lvl4pPr>
            <a:lvl5pPr marL="1295339" indent="0">
              <a:buNone/>
              <a:defRPr sz="1417"/>
            </a:lvl5pPr>
            <a:lvl6pPr marL="1619174" indent="0">
              <a:buNone/>
              <a:defRPr sz="1417"/>
            </a:lvl6pPr>
            <a:lvl7pPr marL="1943009" indent="0">
              <a:buNone/>
              <a:defRPr sz="1417"/>
            </a:lvl7pPr>
            <a:lvl8pPr marL="2266843" indent="0">
              <a:buNone/>
              <a:defRPr sz="1417"/>
            </a:lvl8pPr>
            <a:lvl9pPr marL="2590678" indent="0">
              <a:buNone/>
              <a:defRPr sz="1417"/>
            </a:lvl9pPr>
          </a:lstStyle>
          <a:p>
            <a:r>
              <a:rPr lang="en-GB"/>
              <a:t>Click icon to add picture</a:t>
            </a:r>
            <a:endParaRPr lang="en-US"/>
          </a:p>
        </p:txBody>
      </p:sp>
      <p:sp>
        <p:nvSpPr>
          <p:cNvPr id="4" name="Text Placeholder 3"/>
          <p:cNvSpPr>
            <a:spLocks noGrp="1"/>
          </p:cNvSpPr>
          <p:nvPr>
            <p:ph type="body" sz="half" idx="2"/>
          </p:nvPr>
        </p:nvSpPr>
        <p:spPr>
          <a:xfrm>
            <a:off x="790194" y="2517813"/>
            <a:ext cx="2687955" cy="1556141"/>
          </a:xfrm>
        </p:spPr>
        <p:txBody>
          <a:bodyPr anchor="t" anchorCtr="1">
            <a:normAutofit/>
          </a:bodyPr>
          <a:lstStyle>
            <a:lvl1pPr marL="0" indent="0" algn="ctr">
              <a:buNone/>
              <a:defRPr sz="1062">
                <a:solidFill>
                  <a:srgbClr val="FFFFFF"/>
                </a:solidFill>
              </a:defRPr>
            </a:lvl1pPr>
            <a:lvl2pPr marL="323835" indent="0">
              <a:buNone/>
              <a:defRPr sz="992"/>
            </a:lvl2pPr>
            <a:lvl3pPr marL="647670" indent="0">
              <a:buNone/>
              <a:defRPr sz="850"/>
            </a:lvl3pPr>
            <a:lvl4pPr marL="971504" indent="0">
              <a:buNone/>
              <a:defRPr sz="708"/>
            </a:lvl4pPr>
            <a:lvl5pPr marL="1295339" indent="0">
              <a:buNone/>
              <a:defRPr sz="708"/>
            </a:lvl5pPr>
            <a:lvl6pPr marL="1619174" indent="0">
              <a:buNone/>
              <a:defRPr sz="708"/>
            </a:lvl6pPr>
            <a:lvl7pPr marL="1943009" indent="0">
              <a:buNone/>
              <a:defRPr sz="708"/>
            </a:lvl7pPr>
            <a:lvl8pPr marL="2266843" indent="0">
              <a:buNone/>
              <a:defRPr sz="708"/>
            </a:lvl8pPr>
            <a:lvl9pPr marL="2590678" indent="0">
              <a:buNone/>
              <a:defRPr sz="708"/>
            </a:lvl9pPr>
          </a:lstStyle>
          <a:p>
            <a:pPr lvl="0"/>
            <a:r>
              <a:rPr lang="en-GB"/>
              <a:t>Click to edit Master text styles</a:t>
            </a:r>
          </a:p>
        </p:txBody>
      </p:sp>
    </p:spTree>
    <p:extLst>
      <p:ext uri="{BB962C8B-B14F-4D97-AF65-F5344CB8AC3E}">
        <p14:creationId xmlns:p14="http://schemas.microsoft.com/office/powerpoint/2010/main" val="33417740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0918324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129288" y="664761"/>
            <a:ext cx="919847" cy="3534579"/>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1580389" y="664761"/>
            <a:ext cx="4390596" cy="353457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566092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Vertical Title and Text">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13050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eal small">
    <p:spTree>
      <p:nvGrpSpPr>
        <p:cNvPr id="1" name=""/>
        <p:cNvGrpSpPr/>
        <p:nvPr/>
      </p:nvGrpSpPr>
      <p:grpSpPr>
        <a:xfrm>
          <a:off x="0" y="0"/>
          <a:ext cx="0" cy="0"/>
          <a:chOff x="0" y="0"/>
          <a:chExt cx="0" cy="0"/>
        </a:xfrm>
      </p:grpSpPr>
      <p:sp>
        <p:nvSpPr>
          <p:cNvPr id="11" name="Rectangle 7"/>
          <p:cNvSpPr/>
          <p:nvPr userDrawn="1"/>
        </p:nvSpPr>
        <p:spPr>
          <a:xfrm>
            <a:off x="0" y="0"/>
            <a:ext cx="8640498" cy="48641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227949" y="-4267"/>
            <a:ext cx="7413317" cy="4864100"/>
          </a:xfrm>
          <a:prstGeom prst="rect">
            <a:avLst/>
          </a:prstGeom>
        </p:spPr>
      </p:pic>
      <p:sp>
        <p:nvSpPr>
          <p:cNvPr id="20" name="Titel 2">
            <a:extLst>
              <a:ext uri="{FF2B5EF4-FFF2-40B4-BE49-F238E27FC236}">
                <a16:creationId xmlns:a16="http://schemas.microsoft.com/office/drawing/2014/main" id="{916BA171-A8D6-BD97-B474-75F02EF18BA1}"/>
              </a:ext>
            </a:extLst>
          </p:cNvPr>
          <p:cNvSpPr>
            <a:spLocks noGrp="1"/>
          </p:cNvSpPr>
          <p:nvPr>
            <p:ph type="ctrTitle"/>
          </p:nvPr>
        </p:nvSpPr>
        <p:spPr>
          <a:xfrm>
            <a:off x="0" y="1610793"/>
            <a:ext cx="4221296" cy="2762707"/>
          </a:xfrm>
          <a:blipFill>
            <a:blip r:embed="rId3"/>
            <a:stretch>
              <a:fillRect/>
            </a:stretch>
          </a:blipFill>
        </p:spPr>
        <p:txBody>
          <a:bodyPr lIns="540000" tIns="468000" rIns="360000" bIns="2340000" anchor="b" anchorCtr="0">
            <a:noAutofit/>
          </a:bodyPr>
          <a:lstStyle>
            <a:lvl1pPr algn="l">
              <a:lnSpc>
                <a:spcPts val="2833"/>
              </a:lnSpc>
              <a:defRPr sz="2550">
                <a:solidFill>
                  <a:schemeClr val="bg1"/>
                </a:solidFill>
              </a:defRPr>
            </a:lvl1pPr>
          </a:lstStyle>
          <a:p>
            <a:r>
              <a:rPr lang="en-US"/>
              <a:t>Click to edit Master title style</a:t>
            </a:r>
            <a:endParaRPr lang="en-GB"/>
          </a:p>
        </p:txBody>
      </p:sp>
      <p:sp>
        <p:nvSpPr>
          <p:cNvPr id="10" name="Titel 1"/>
          <p:cNvSpPr>
            <a:spLocks noGrp="1"/>
          </p:cNvSpPr>
          <p:nvPr>
            <p:ph type="body" sz="quarter" idx="14" hasCustomPrompt="1"/>
          </p:nvPr>
        </p:nvSpPr>
        <p:spPr>
          <a:xfrm>
            <a:off x="416058" y="1851834"/>
            <a:ext cx="3503876" cy="786806"/>
          </a:xfrm>
        </p:spPr>
        <p:txBody>
          <a:bodyPr rIns="0">
            <a:noAutofit/>
          </a:bodyPr>
          <a:lstStyle>
            <a:lvl1pPr marL="0" indent="0">
              <a:lnSpc>
                <a:spcPct val="100000"/>
              </a:lnSpc>
              <a:spcBef>
                <a:spcPts val="0"/>
              </a:spcBef>
              <a:buNone/>
              <a:defRPr sz="2550" baseline="0">
                <a:solidFill>
                  <a:schemeClr val="accent1"/>
                </a:solidFill>
                <a:latin typeface="+mj-lt"/>
              </a:defRPr>
            </a:lvl1pPr>
          </a:lstStyle>
          <a:p>
            <a:pPr lvl="0"/>
            <a:r>
              <a:rPr lang="en-GB"/>
              <a:t>Click to add title</a:t>
            </a:r>
          </a:p>
        </p:txBody>
      </p:sp>
      <p:sp>
        <p:nvSpPr>
          <p:cNvPr id="15" name="Pladsholder til tekst 14"/>
          <p:cNvSpPr>
            <a:spLocks noGrp="1"/>
          </p:cNvSpPr>
          <p:nvPr>
            <p:ph type="body" sz="quarter" idx="13" hasCustomPrompt="1"/>
          </p:nvPr>
        </p:nvSpPr>
        <p:spPr>
          <a:xfrm>
            <a:off x="417183" y="2875054"/>
            <a:ext cx="3503876" cy="638167"/>
          </a:xfrm>
        </p:spPr>
        <p:txBody>
          <a:bodyPr rIns="0">
            <a:noAutofit/>
          </a:bodyPr>
          <a:lstStyle>
            <a:lvl1pPr marL="0" indent="0">
              <a:lnSpc>
                <a:spcPct val="100000"/>
              </a:lnSpc>
              <a:spcBef>
                <a:spcPts val="0"/>
              </a:spcBef>
              <a:buNone/>
              <a:defRPr sz="1275" baseline="0"/>
            </a:lvl1pPr>
          </a:lstStyle>
          <a:p>
            <a:pPr lvl="0"/>
            <a:r>
              <a:rPr lang="en-GB"/>
              <a:t>Name of speaker, UCPH unit, place and date</a:t>
            </a:r>
            <a:br>
              <a:rPr lang="en-GB"/>
            </a:br>
            <a:endParaRPr lang="en-GB"/>
          </a:p>
        </p:txBody>
      </p:sp>
      <p:sp>
        <p:nvSpPr>
          <p:cNvPr id="4" name="Pladsholder til dato 3" hidden="1"/>
          <p:cNvSpPr>
            <a:spLocks noGrp="1"/>
          </p:cNvSpPr>
          <p:nvPr>
            <p:ph type="dt" sz="half" idx="10"/>
          </p:nvPr>
        </p:nvSpPr>
        <p:spPr>
          <a:xfrm>
            <a:off x="0" y="4864100"/>
            <a:ext cx="0" cy="0"/>
          </a:xfrm>
        </p:spPr>
        <p:txBody>
          <a:bodyPr/>
          <a:lstStyle>
            <a:lvl1pPr>
              <a:defRPr sz="100">
                <a:noFill/>
              </a:defRPr>
            </a:lvl1pPr>
          </a:lstStyle>
          <a:p>
            <a:fld id="{664F7F37-C978-4070-A8C9-9984E7C2ABE6}" type="datetime1">
              <a:rPr lang="en-GB" smtClean="0"/>
              <a:t>26/05/2026</a:t>
            </a:fld>
            <a:endParaRPr lang="en-GB"/>
          </a:p>
        </p:txBody>
      </p:sp>
      <p:sp>
        <p:nvSpPr>
          <p:cNvPr id="5" name="Pladsholder til sidefod 4" hidden="1"/>
          <p:cNvSpPr>
            <a:spLocks noGrp="1"/>
          </p:cNvSpPr>
          <p:nvPr>
            <p:ph type="ftr" sz="quarter" idx="11"/>
          </p:nvPr>
        </p:nvSpPr>
        <p:spPr>
          <a:xfrm>
            <a:off x="0" y="4864100"/>
            <a:ext cx="0" cy="0"/>
          </a:xfrm>
        </p:spPr>
        <p:txBody>
          <a:bodyPr/>
          <a:lstStyle>
            <a:lvl1pPr>
              <a:defRPr sz="100">
                <a:noFill/>
              </a:defRPr>
            </a:lvl1pPr>
          </a:lstStyle>
          <a:p>
            <a:endParaRPr lang="en-GB"/>
          </a:p>
        </p:txBody>
      </p:sp>
      <p:sp>
        <p:nvSpPr>
          <p:cNvPr id="6" name="Pladsholder til slidenummer 5" hidden="1"/>
          <p:cNvSpPr>
            <a:spLocks noGrp="1"/>
          </p:cNvSpPr>
          <p:nvPr>
            <p:ph type="sldNum" sz="quarter" idx="12"/>
          </p:nvPr>
        </p:nvSpPr>
        <p:spPr>
          <a:xfrm>
            <a:off x="0" y="4864100"/>
            <a:ext cx="0" cy="0"/>
          </a:xfrm>
        </p:spPr>
        <p:txBody>
          <a:bodyPr/>
          <a:lstStyle>
            <a:lvl1pPr>
              <a:defRPr sz="100">
                <a:noFill/>
              </a:defRPr>
            </a:lvl1pPr>
          </a:lstStyle>
          <a:p>
            <a:fld id="{091A926C-488A-4E3E-9C21-57CAA120E114}" type="slidenum">
              <a:rPr lang="en-GB" smtClean="0"/>
              <a:pPr/>
              <a:t>‹nr.›</a:t>
            </a:fld>
            <a:endParaRPr lang="en-GB"/>
          </a:p>
        </p:txBody>
      </p:sp>
    </p:spTree>
    <p:extLst>
      <p:ext uri="{BB962C8B-B14F-4D97-AF65-F5344CB8AC3E}">
        <p14:creationId xmlns:p14="http://schemas.microsoft.com/office/powerpoint/2010/main" val="13155554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eal large">
    <p:spTree>
      <p:nvGrpSpPr>
        <p:cNvPr id="1" name=""/>
        <p:cNvGrpSpPr/>
        <p:nvPr/>
      </p:nvGrpSpPr>
      <p:grpSpPr>
        <a:xfrm>
          <a:off x="0" y="0"/>
          <a:ext cx="0" cy="0"/>
          <a:chOff x="0" y="0"/>
          <a:chExt cx="0" cy="0"/>
        </a:xfrm>
      </p:grpSpPr>
      <p:sp>
        <p:nvSpPr>
          <p:cNvPr id="8" name="Rectangle 7"/>
          <p:cNvSpPr/>
          <p:nvPr userDrawn="1"/>
        </p:nvSpPr>
        <p:spPr>
          <a:xfrm>
            <a:off x="0" y="0"/>
            <a:ext cx="8640498" cy="4864100"/>
          </a:xfrm>
          <a:prstGeom prst="rect">
            <a:avLst/>
          </a:prstGeom>
          <a:gradFill flip="none" rotWithShape="1">
            <a:gsLst>
              <a:gs pos="0">
                <a:srgbClr val="DDDDDD"/>
              </a:gs>
              <a:gs pos="100000">
                <a:schemeClr val="bg1"/>
              </a:gs>
            </a:gsLst>
            <a:lin ang="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7" name="Picture 8"/>
          <p:cNvPicPr>
            <a:picLocks noChangeAspect="1"/>
          </p:cNvPicPr>
          <p:nvPr userDrawn="1"/>
        </p:nvPicPr>
        <p:blipFill rotWithShape="1">
          <a:blip r:embed="rId2">
            <a:extLst>
              <a:ext uri="{28A0092B-C50C-407E-A947-70E740481C1C}">
                <a14:useLocalDpi xmlns:a14="http://schemas.microsoft.com/office/drawing/2010/main" val="0"/>
              </a:ext>
            </a:extLst>
          </a:blip>
          <a:srcRect t="-1661"/>
          <a:stretch/>
        </p:blipFill>
        <p:spPr>
          <a:xfrm>
            <a:off x="1227949" y="-4267"/>
            <a:ext cx="7413317" cy="4864100"/>
          </a:xfrm>
          <a:prstGeom prst="rect">
            <a:avLst/>
          </a:prstGeom>
        </p:spPr>
      </p:pic>
      <p:sp>
        <p:nvSpPr>
          <p:cNvPr id="11" name="Titel 2">
            <a:extLst>
              <a:ext uri="{FF2B5EF4-FFF2-40B4-BE49-F238E27FC236}">
                <a16:creationId xmlns:a16="http://schemas.microsoft.com/office/drawing/2014/main" id="{F3CC8A4E-DD42-3359-871D-736513372237}"/>
              </a:ext>
            </a:extLst>
          </p:cNvPr>
          <p:cNvSpPr>
            <a:spLocks noGrp="1"/>
          </p:cNvSpPr>
          <p:nvPr>
            <p:ph type="ctrTitle" hasCustomPrompt="1"/>
          </p:nvPr>
        </p:nvSpPr>
        <p:spPr>
          <a:xfrm>
            <a:off x="0" y="490677"/>
            <a:ext cx="4221296" cy="3882510"/>
          </a:xfrm>
          <a:blipFill>
            <a:blip r:embed="rId3"/>
            <a:stretch>
              <a:fillRect/>
            </a:stretch>
          </a:blipFill>
        </p:spPr>
        <p:txBody>
          <a:bodyPr lIns="540000" tIns="468000" rIns="360000" bIns="3384000" anchor="b" anchorCtr="0">
            <a:noAutofit/>
          </a:bodyPr>
          <a:lstStyle>
            <a:lvl1pPr algn="l">
              <a:lnSpc>
                <a:spcPct val="900000"/>
              </a:lnSpc>
              <a:defRPr sz="2550">
                <a:solidFill>
                  <a:schemeClr val="bg1"/>
                </a:solidFill>
              </a:defRPr>
            </a:lvl1pPr>
          </a:lstStyle>
          <a:p>
            <a:r>
              <a:rPr lang="en-GB"/>
              <a:t>master</a:t>
            </a:r>
          </a:p>
        </p:txBody>
      </p:sp>
      <p:sp>
        <p:nvSpPr>
          <p:cNvPr id="12" name="Titel 1"/>
          <p:cNvSpPr>
            <a:spLocks noGrp="1"/>
          </p:cNvSpPr>
          <p:nvPr>
            <p:ph type="body" sz="quarter" idx="14" hasCustomPrompt="1"/>
          </p:nvPr>
        </p:nvSpPr>
        <p:spPr>
          <a:xfrm>
            <a:off x="416058" y="723587"/>
            <a:ext cx="3503876" cy="954249"/>
          </a:xfrm>
        </p:spPr>
        <p:txBody>
          <a:bodyPr rIns="0">
            <a:noAutofit/>
          </a:bodyPr>
          <a:lstStyle>
            <a:lvl1pPr marL="0" indent="0">
              <a:lnSpc>
                <a:spcPct val="100000"/>
              </a:lnSpc>
              <a:spcBef>
                <a:spcPts val="0"/>
              </a:spcBef>
              <a:buNone/>
              <a:defRPr sz="2550" baseline="0">
                <a:solidFill>
                  <a:schemeClr val="accent1"/>
                </a:solidFill>
                <a:latin typeface="+mj-lt"/>
              </a:defRPr>
            </a:lvl1pPr>
          </a:lstStyle>
          <a:p>
            <a:pPr lvl="0"/>
            <a:r>
              <a:rPr lang="en-GB"/>
              <a:t>Click to add title</a:t>
            </a:r>
          </a:p>
        </p:txBody>
      </p:sp>
      <p:sp>
        <p:nvSpPr>
          <p:cNvPr id="37" name="Undertitel 2"/>
          <p:cNvSpPr>
            <a:spLocks noGrp="1"/>
          </p:cNvSpPr>
          <p:nvPr>
            <p:ph type="subTitle" idx="1" hasCustomPrompt="1"/>
          </p:nvPr>
        </p:nvSpPr>
        <p:spPr>
          <a:xfrm>
            <a:off x="417183" y="2132945"/>
            <a:ext cx="3503876" cy="515231"/>
          </a:xfrm>
        </p:spPr>
        <p:txBody>
          <a:bodyPr rIns="0">
            <a:noAutofit/>
          </a:bodyPr>
          <a:lstStyle>
            <a:lvl1pPr marL="0" indent="0" algn="l">
              <a:lnSpc>
                <a:spcPct val="100000"/>
              </a:lnSpc>
              <a:buNone/>
              <a:defRPr sz="1700"/>
            </a:lvl1pPr>
            <a:lvl2pPr marL="323835" indent="0" algn="ctr">
              <a:buNone/>
              <a:defRPr sz="1417"/>
            </a:lvl2pPr>
            <a:lvl3pPr marL="647670" indent="0" algn="ctr">
              <a:buNone/>
              <a:defRPr sz="1275"/>
            </a:lvl3pPr>
            <a:lvl4pPr marL="971504" indent="0" algn="ctr">
              <a:buNone/>
              <a:defRPr sz="1133"/>
            </a:lvl4pPr>
            <a:lvl5pPr marL="1295339" indent="0" algn="ctr">
              <a:buNone/>
              <a:defRPr sz="1133"/>
            </a:lvl5pPr>
            <a:lvl6pPr marL="1619174" indent="0" algn="ctr">
              <a:buNone/>
              <a:defRPr sz="1133"/>
            </a:lvl6pPr>
            <a:lvl7pPr marL="1943009" indent="0" algn="ctr">
              <a:buNone/>
              <a:defRPr sz="1133"/>
            </a:lvl7pPr>
            <a:lvl8pPr marL="2266843" indent="0" algn="ctr">
              <a:buNone/>
              <a:defRPr sz="1133"/>
            </a:lvl8pPr>
            <a:lvl9pPr marL="2590678" indent="0" algn="ctr">
              <a:buNone/>
              <a:defRPr sz="1133"/>
            </a:lvl9pPr>
          </a:lstStyle>
          <a:p>
            <a:r>
              <a:rPr lang="en-GB"/>
              <a:t>Click to add subtitle</a:t>
            </a:r>
          </a:p>
        </p:txBody>
      </p:sp>
      <p:sp>
        <p:nvSpPr>
          <p:cNvPr id="38" name="Pladsholder til tekst 14"/>
          <p:cNvSpPr>
            <a:spLocks noGrp="1"/>
          </p:cNvSpPr>
          <p:nvPr>
            <p:ph type="body" sz="quarter" idx="13" hasCustomPrompt="1"/>
          </p:nvPr>
        </p:nvSpPr>
        <p:spPr>
          <a:xfrm>
            <a:off x="417183" y="2875054"/>
            <a:ext cx="3503876" cy="638167"/>
          </a:xfrm>
        </p:spPr>
        <p:txBody>
          <a:bodyPr rIns="0">
            <a:noAutofit/>
          </a:bodyPr>
          <a:lstStyle>
            <a:lvl1pPr marL="0" indent="0">
              <a:lnSpc>
                <a:spcPct val="100000"/>
              </a:lnSpc>
              <a:spcBef>
                <a:spcPts val="0"/>
              </a:spcBef>
              <a:buNone/>
              <a:defRPr sz="1275" baseline="0"/>
            </a:lvl1pPr>
          </a:lstStyle>
          <a:p>
            <a:pPr lvl="0"/>
            <a:r>
              <a:rPr lang="en-GB"/>
              <a:t>Name of speaker, UCPH unit, place and date</a:t>
            </a:r>
          </a:p>
        </p:txBody>
      </p:sp>
      <p:sp>
        <p:nvSpPr>
          <p:cNvPr id="4" name="Pladsholder til dato 3" hidden="1"/>
          <p:cNvSpPr>
            <a:spLocks noGrp="1"/>
          </p:cNvSpPr>
          <p:nvPr>
            <p:ph type="dt" sz="half" idx="10"/>
          </p:nvPr>
        </p:nvSpPr>
        <p:spPr>
          <a:xfrm>
            <a:off x="0" y="4864100"/>
            <a:ext cx="0" cy="0"/>
          </a:xfrm>
        </p:spPr>
        <p:txBody>
          <a:bodyPr/>
          <a:lstStyle>
            <a:lvl1pPr>
              <a:defRPr sz="100">
                <a:noFill/>
              </a:defRPr>
            </a:lvl1pPr>
          </a:lstStyle>
          <a:p>
            <a:fld id="{41282B6A-0E05-4999-B083-B58431580830}" type="datetime1">
              <a:rPr lang="en-GB" smtClean="0"/>
              <a:t>26/05/2026</a:t>
            </a:fld>
            <a:endParaRPr lang="en-GB"/>
          </a:p>
        </p:txBody>
      </p:sp>
      <p:sp>
        <p:nvSpPr>
          <p:cNvPr id="5" name="Pladsholder til sidefod 4" hidden="1"/>
          <p:cNvSpPr>
            <a:spLocks noGrp="1"/>
          </p:cNvSpPr>
          <p:nvPr>
            <p:ph type="ftr" sz="quarter" idx="11"/>
          </p:nvPr>
        </p:nvSpPr>
        <p:spPr>
          <a:xfrm>
            <a:off x="0" y="4864100"/>
            <a:ext cx="0" cy="0"/>
          </a:xfrm>
        </p:spPr>
        <p:txBody>
          <a:bodyPr/>
          <a:lstStyle>
            <a:lvl1pPr>
              <a:defRPr sz="100">
                <a:noFill/>
              </a:defRPr>
            </a:lvl1pPr>
          </a:lstStyle>
          <a:p>
            <a:endParaRPr lang="en-GB"/>
          </a:p>
        </p:txBody>
      </p:sp>
      <p:sp>
        <p:nvSpPr>
          <p:cNvPr id="6" name="Pladsholder til slidenummer 5" hidden="1"/>
          <p:cNvSpPr>
            <a:spLocks noGrp="1"/>
          </p:cNvSpPr>
          <p:nvPr>
            <p:ph type="sldNum" sz="quarter" idx="12"/>
          </p:nvPr>
        </p:nvSpPr>
        <p:spPr>
          <a:xfrm>
            <a:off x="0" y="4864100"/>
            <a:ext cx="0" cy="0"/>
          </a:xfrm>
        </p:spPr>
        <p:txBody>
          <a:bodyPr/>
          <a:lstStyle>
            <a:lvl1pPr>
              <a:defRPr sz="100">
                <a:noFill/>
              </a:defRPr>
            </a:lvl1pPr>
          </a:lstStyle>
          <a:p>
            <a:fld id="{091A926C-488A-4E3E-9C21-57CAA120E114}" type="slidenum">
              <a:rPr lang="en-GB" smtClean="0"/>
              <a:pPr/>
              <a:t>‹nr.›</a:t>
            </a:fld>
            <a:endParaRPr lang="en-GB"/>
          </a:p>
        </p:txBody>
      </p:sp>
    </p:spTree>
    <p:extLst>
      <p:ext uri="{BB962C8B-B14F-4D97-AF65-F5344CB8AC3E}">
        <p14:creationId xmlns:p14="http://schemas.microsoft.com/office/powerpoint/2010/main" val="40621477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image small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8636000" cy="4864100"/>
          </a:xfrm>
          <a:blipFill>
            <a:blip r:embed="rId2"/>
            <a:stretch>
              <a:fillRect/>
            </a:stretch>
          </a:blipFill>
        </p:spPr>
        <p:txBody>
          <a:bodyPr lIns="1080000" tIns="0" rIns="6408000" anchor="ctr" anchorCtr="0"/>
          <a:lstStyle>
            <a:lvl1pPr marL="0" indent="0" algn="r">
              <a:buNone/>
              <a:defRPr sz="1700" b="1" i="0" baseline="0">
                <a:solidFill>
                  <a:schemeClr val="bg1"/>
                </a:solidFill>
                <a:sym typeface="Wingdings" panose="05000000000000000000" pitchFamily="2" charset="2"/>
              </a:defRPr>
            </a:lvl1pPr>
          </a:lstStyle>
          <a:p>
            <a:r>
              <a:rPr lang="en-GB"/>
              <a:t>Click icon to insert image  </a:t>
            </a:r>
          </a:p>
        </p:txBody>
      </p:sp>
      <p:sp>
        <p:nvSpPr>
          <p:cNvPr id="11" name="Titel 2">
            <a:extLst>
              <a:ext uri="{FF2B5EF4-FFF2-40B4-BE49-F238E27FC236}">
                <a16:creationId xmlns:a16="http://schemas.microsoft.com/office/drawing/2014/main" id="{A35AA5B6-111C-4735-AFC4-EBC2CB1BF4A3}"/>
              </a:ext>
            </a:extLst>
          </p:cNvPr>
          <p:cNvSpPr>
            <a:spLocks noGrp="1"/>
          </p:cNvSpPr>
          <p:nvPr>
            <p:ph type="ctrTitle"/>
          </p:nvPr>
        </p:nvSpPr>
        <p:spPr>
          <a:xfrm>
            <a:off x="4422577" y="1610793"/>
            <a:ext cx="4213423" cy="2762707"/>
          </a:xfrm>
          <a:blipFill>
            <a:blip r:embed="rId3"/>
            <a:stretch>
              <a:fillRect/>
            </a:stretch>
          </a:blipFill>
        </p:spPr>
        <p:txBody>
          <a:bodyPr lIns="360000" tIns="468000" rIns="540000" bIns="2448000" anchor="b" anchorCtr="0">
            <a:noAutofit/>
          </a:bodyPr>
          <a:lstStyle>
            <a:lvl1pPr algn="l">
              <a:lnSpc>
                <a:spcPts val="2833"/>
              </a:lnSpc>
              <a:defRPr sz="2550">
                <a:solidFill>
                  <a:schemeClr val="bg1"/>
                </a:solidFill>
              </a:defRPr>
            </a:lvl1pPr>
          </a:lstStyle>
          <a:p>
            <a:r>
              <a:rPr lang="en-US"/>
              <a:t>Click to edit Master title style</a:t>
            </a:r>
            <a:endParaRPr lang="en-GB"/>
          </a:p>
        </p:txBody>
      </p:sp>
      <p:sp>
        <p:nvSpPr>
          <p:cNvPr id="10" name="Titel 1"/>
          <p:cNvSpPr>
            <a:spLocks noGrp="1"/>
          </p:cNvSpPr>
          <p:nvPr>
            <p:ph type="body" sz="quarter" idx="15" hasCustomPrompt="1"/>
          </p:nvPr>
        </p:nvSpPr>
        <p:spPr>
          <a:xfrm>
            <a:off x="4690766" y="1851834"/>
            <a:ext cx="3515402" cy="786806"/>
          </a:xfrm>
        </p:spPr>
        <p:txBody>
          <a:bodyPr rIns="0">
            <a:noAutofit/>
          </a:bodyPr>
          <a:lstStyle>
            <a:lvl1pPr marL="0" indent="0">
              <a:lnSpc>
                <a:spcPct val="100000"/>
              </a:lnSpc>
              <a:spcBef>
                <a:spcPts val="0"/>
              </a:spcBef>
              <a:buNone/>
              <a:defRPr sz="2550" b="0" i="0" baseline="0">
                <a:solidFill>
                  <a:schemeClr val="accent1"/>
                </a:solidFill>
                <a:latin typeface="+mj-lt"/>
              </a:defRPr>
            </a:lvl1pPr>
          </a:lstStyle>
          <a:p>
            <a:pPr lvl="0"/>
            <a:r>
              <a:rPr lang="en-GB"/>
              <a:t>Click to add title</a:t>
            </a:r>
          </a:p>
        </p:txBody>
      </p:sp>
      <p:sp>
        <p:nvSpPr>
          <p:cNvPr id="9" name="Pladsholder til tekst 14"/>
          <p:cNvSpPr>
            <a:spLocks noGrp="1"/>
          </p:cNvSpPr>
          <p:nvPr>
            <p:ph type="body" sz="quarter" idx="13" hasCustomPrompt="1"/>
          </p:nvPr>
        </p:nvSpPr>
        <p:spPr>
          <a:xfrm>
            <a:off x="4690766" y="2875054"/>
            <a:ext cx="3526928" cy="638167"/>
          </a:xfrm>
        </p:spPr>
        <p:txBody>
          <a:bodyPr rIns="0">
            <a:noAutofit/>
          </a:bodyPr>
          <a:lstStyle>
            <a:lvl1pPr marL="0" marR="0" indent="0" algn="l" defTabSz="647670" rtl="0" eaLnBrk="1" fontAlgn="auto" latinLnBrk="0" hangingPunct="1">
              <a:lnSpc>
                <a:spcPct val="100000"/>
              </a:lnSpc>
              <a:spcBef>
                <a:spcPts val="0"/>
              </a:spcBef>
              <a:spcAft>
                <a:spcPts val="0"/>
              </a:spcAft>
              <a:buClrTx/>
              <a:buSzTx/>
              <a:buFont typeface="Arial" panose="020B0604020202020204" pitchFamily="34" charset="0"/>
              <a:buNone/>
              <a:tabLst/>
              <a:defRPr sz="1275" b="0" i="0" baseline="0"/>
            </a:lvl1pPr>
          </a:lstStyle>
          <a:p>
            <a:pPr lvl="0"/>
            <a:r>
              <a:rPr lang="en-GB"/>
              <a:t>Name of speaker, UCPH unit, place and date</a:t>
            </a:r>
          </a:p>
        </p:txBody>
      </p:sp>
      <p:sp>
        <p:nvSpPr>
          <p:cNvPr id="4" name="Pladsholder til dato 3"/>
          <p:cNvSpPr>
            <a:spLocks noGrp="1"/>
          </p:cNvSpPr>
          <p:nvPr>
            <p:ph type="dt" sz="half" idx="10"/>
          </p:nvPr>
        </p:nvSpPr>
        <p:spPr>
          <a:xfrm>
            <a:off x="0" y="4864100"/>
            <a:ext cx="0" cy="0"/>
          </a:xfrm>
        </p:spPr>
        <p:txBody>
          <a:bodyPr/>
          <a:lstStyle>
            <a:lvl1pPr>
              <a:defRPr sz="100">
                <a:noFill/>
              </a:defRPr>
            </a:lvl1pPr>
          </a:lstStyle>
          <a:p>
            <a:fld id="{3ECB2203-00D5-4F87-8F9D-D0B17AC42B67}" type="datetime1">
              <a:rPr lang="en-GB" smtClean="0"/>
              <a:t>26/05/2026</a:t>
            </a:fld>
            <a:endParaRPr lang="en-GB"/>
          </a:p>
        </p:txBody>
      </p:sp>
      <p:sp>
        <p:nvSpPr>
          <p:cNvPr id="5" name="Pladsholder til sidefod 4"/>
          <p:cNvSpPr>
            <a:spLocks noGrp="1"/>
          </p:cNvSpPr>
          <p:nvPr>
            <p:ph type="ftr" sz="quarter" idx="11"/>
          </p:nvPr>
        </p:nvSpPr>
        <p:spPr>
          <a:xfrm>
            <a:off x="0" y="4864100"/>
            <a:ext cx="0" cy="0"/>
          </a:xfrm>
        </p:spPr>
        <p:txBody>
          <a:bodyPr/>
          <a:lstStyle>
            <a:lvl1pPr>
              <a:defRPr sz="100">
                <a:noFill/>
              </a:defRPr>
            </a:lvl1pPr>
          </a:lstStyle>
          <a:p>
            <a:endParaRPr lang="en-GB"/>
          </a:p>
        </p:txBody>
      </p:sp>
      <p:sp>
        <p:nvSpPr>
          <p:cNvPr id="6" name="Pladsholder til slidenummer 5"/>
          <p:cNvSpPr>
            <a:spLocks noGrp="1"/>
          </p:cNvSpPr>
          <p:nvPr>
            <p:ph type="sldNum" sz="quarter" idx="12"/>
          </p:nvPr>
        </p:nvSpPr>
        <p:spPr>
          <a:xfrm>
            <a:off x="0" y="4864100"/>
            <a:ext cx="0" cy="0"/>
          </a:xfrm>
        </p:spPr>
        <p:txBody>
          <a:bodyPr/>
          <a:lstStyle>
            <a:lvl1pPr>
              <a:defRPr sz="100">
                <a:noFill/>
              </a:defRPr>
            </a:lvl1pPr>
          </a:lstStyle>
          <a:p>
            <a:fld id="{091A926C-488A-4E3E-9C21-57CAA120E114}" type="slidenum">
              <a:rPr lang="en-GB" smtClean="0"/>
              <a:pPr/>
              <a:t>‹nr.›</a:t>
            </a:fld>
            <a:endParaRPr lang="en-GB"/>
          </a:p>
        </p:txBody>
      </p:sp>
    </p:spTree>
    <p:extLst>
      <p:ext uri="{BB962C8B-B14F-4D97-AF65-F5344CB8AC3E}">
        <p14:creationId xmlns:p14="http://schemas.microsoft.com/office/powerpoint/2010/main" val="39986229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image large righ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8636000" cy="4864100"/>
          </a:xfrm>
          <a:blipFill>
            <a:blip r:embed="rId2"/>
            <a:stretch>
              <a:fillRect/>
            </a:stretch>
          </a:blipFill>
        </p:spPr>
        <p:txBody>
          <a:bodyPr lIns="1080000" tIns="0" rIns="6408000" anchor="ctr" anchorCtr="0"/>
          <a:lstStyle>
            <a:lvl1pPr marL="0" indent="0" algn="r">
              <a:buNone/>
              <a:defRPr sz="1700" b="1" i="0" baseline="0">
                <a:solidFill>
                  <a:schemeClr val="bg1"/>
                </a:solidFill>
                <a:sym typeface="Wingdings" panose="05000000000000000000" pitchFamily="2" charset="2"/>
              </a:defRPr>
            </a:lvl1pPr>
          </a:lstStyle>
          <a:p>
            <a:r>
              <a:rPr lang="en-GB"/>
              <a:t>Click icon to insert image   </a:t>
            </a:r>
          </a:p>
        </p:txBody>
      </p:sp>
      <p:sp>
        <p:nvSpPr>
          <p:cNvPr id="17" name="Titel 2">
            <a:extLst>
              <a:ext uri="{FF2B5EF4-FFF2-40B4-BE49-F238E27FC236}">
                <a16:creationId xmlns:a16="http://schemas.microsoft.com/office/drawing/2014/main" id="{5841F5BD-07B0-188F-6A65-1A9CB9107526}"/>
              </a:ext>
            </a:extLst>
          </p:cNvPr>
          <p:cNvSpPr>
            <a:spLocks noGrp="1"/>
          </p:cNvSpPr>
          <p:nvPr>
            <p:ph type="ctrTitle" hasCustomPrompt="1"/>
          </p:nvPr>
        </p:nvSpPr>
        <p:spPr>
          <a:xfrm>
            <a:off x="4422577" y="490677"/>
            <a:ext cx="4213423" cy="3882510"/>
          </a:xfrm>
          <a:blipFill>
            <a:blip r:embed="rId3"/>
            <a:stretch>
              <a:fillRect/>
            </a:stretch>
          </a:blipFill>
        </p:spPr>
        <p:txBody>
          <a:bodyPr lIns="360000" tIns="468000" rIns="540000" bIns="3384000" anchor="b" anchorCtr="0">
            <a:noAutofit/>
          </a:bodyPr>
          <a:lstStyle>
            <a:lvl1pPr algn="l">
              <a:lnSpc>
                <a:spcPts val="2833"/>
              </a:lnSpc>
              <a:defRPr sz="2550">
                <a:solidFill>
                  <a:schemeClr val="bg1"/>
                </a:solidFill>
              </a:defRPr>
            </a:lvl1pPr>
          </a:lstStyle>
          <a:p>
            <a:r>
              <a:rPr lang="en-GB"/>
              <a:t>master</a:t>
            </a:r>
          </a:p>
        </p:txBody>
      </p:sp>
      <p:sp>
        <p:nvSpPr>
          <p:cNvPr id="12" name="Pladsholder til tekst 14">
            <a:extLst>
              <a:ext uri="{FF2B5EF4-FFF2-40B4-BE49-F238E27FC236}">
                <a16:creationId xmlns:a16="http://schemas.microsoft.com/office/drawing/2014/main" id="{7AF680B5-5F7B-7C42-BF08-E9B604FEDFF4}"/>
              </a:ext>
            </a:extLst>
          </p:cNvPr>
          <p:cNvSpPr>
            <a:spLocks noGrp="1"/>
          </p:cNvSpPr>
          <p:nvPr>
            <p:ph type="body" sz="quarter" idx="13" hasCustomPrompt="1"/>
          </p:nvPr>
        </p:nvSpPr>
        <p:spPr>
          <a:xfrm>
            <a:off x="4690766" y="2875054"/>
            <a:ext cx="3526928" cy="638167"/>
          </a:xfrm>
        </p:spPr>
        <p:txBody>
          <a:bodyPr rIns="0">
            <a:noAutofit/>
          </a:bodyPr>
          <a:lstStyle>
            <a:lvl1pPr marL="0" indent="0">
              <a:spcBef>
                <a:spcPts val="0"/>
              </a:spcBef>
              <a:buNone/>
              <a:defRPr sz="1275" b="0" i="0" baseline="0"/>
            </a:lvl1pPr>
          </a:lstStyle>
          <a:p>
            <a:pPr lvl="0"/>
            <a:r>
              <a:rPr lang="en-GB"/>
              <a:t>Name of speaker, UCPH unit, place and date</a:t>
            </a:r>
          </a:p>
        </p:txBody>
      </p:sp>
      <p:sp>
        <p:nvSpPr>
          <p:cNvPr id="13" name="Undertitel 2">
            <a:extLst>
              <a:ext uri="{FF2B5EF4-FFF2-40B4-BE49-F238E27FC236}">
                <a16:creationId xmlns:a16="http://schemas.microsoft.com/office/drawing/2014/main" id="{E8639E81-1331-644F-9855-3A9C253754AE}"/>
              </a:ext>
            </a:extLst>
          </p:cNvPr>
          <p:cNvSpPr>
            <a:spLocks noGrp="1"/>
          </p:cNvSpPr>
          <p:nvPr>
            <p:ph type="subTitle" idx="1" hasCustomPrompt="1"/>
          </p:nvPr>
        </p:nvSpPr>
        <p:spPr>
          <a:xfrm>
            <a:off x="4690766" y="2132945"/>
            <a:ext cx="3526928" cy="515231"/>
          </a:xfrm>
        </p:spPr>
        <p:txBody>
          <a:bodyPr>
            <a:noAutofit/>
          </a:bodyPr>
          <a:lstStyle>
            <a:lvl1pPr marL="0" indent="0" algn="l">
              <a:lnSpc>
                <a:spcPct val="100000"/>
              </a:lnSpc>
              <a:buNone/>
              <a:defRPr sz="1700" b="0" i="0" baseline="0"/>
            </a:lvl1pPr>
            <a:lvl2pPr marL="323835" indent="0" algn="ctr">
              <a:buNone/>
              <a:defRPr sz="1417"/>
            </a:lvl2pPr>
            <a:lvl3pPr marL="647670" indent="0" algn="ctr">
              <a:buNone/>
              <a:defRPr sz="1275"/>
            </a:lvl3pPr>
            <a:lvl4pPr marL="971504" indent="0" algn="ctr">
              <a:buNone/>
              <a:defRPr sz="1133"/>
            </a:lvl4pPr>
            <a:lvl5pPr marL="1295339" indent="0" algn="ctr">
              <a:buNone/>
              <a:defRPr sz="1133"/>
            </a:lvl5pPr>
            <a:lvl6pPr marL="1619174" indent="0" algn="ctr">
              <a:buNone/>
              <a:defRPr sz="1133"/>
            </a:lvl6pPr>
            <a:lvl7pPr marL="1943009" indent="0" algn="ctr">
              <a:buNone/>
              <a:defRPr sz="1133"/>
            </a:lvl7pPr>
            <a:lvl8pPr marL="2266843" indent="0" algn="ctr">
              <a:buNone/>
              <a:defRPr sz="1133"/>
            </a:lvl8pPr>
            <a:lvl9pPr marL="2590678" indent="0" algn="ctr">
              <a:buNone/>
              <a:defRPr sz="1133"/>
            </a:lvl9pPr>
          </a:lstStyle>
          <a:p>
            <a:r>
              <a:rPr lang="en-GB"/>
              <a:t>Click to add subtitle</a:t>
            </a:r>
          </a:p>
        </p:txBody>
      </p:sp>
      <p:sp>
        <p:nvSpPr>
          <p:cNvPr id="14" name="Titel 1">
            <a:extLst>
              <a:ext uri="{FF2B5EF4-FFF2-40B4-BE49-F238E27FC236}">
                <a16:creationId xmlns:a16="http://schemas.microsoft.com/office/drawing/2014/main" id="{B7A6A120-00EE-3144-9AB3-0695A4240B49}"/>
              </a:ext>
            </a:extLst>
          </p:cNvPr>
          <p:cNvSpPr>
            <a:spLocks noGrp="1"/>
          </p:cNvSpPr>
          <p:nvPr>
            <p:ph type="body" sz="quarter" idx="15" hasCustomPrompt="1"/>
          </p:nvPr>
        </p:nvSpPr>
        <p:spPr>
          <a:xfrm>
            <a:off x="4690766" y="723587"/>
            <a:ext cx="3525804" cy="954249"/>
          </a:xfrm>
        </p:spPr>
        <p:txBody>
          <a:bodyPr rIns="0">
            <a:noAutofit/>
          </a:bodyPr>
          <a:lstStyle>
            <a:lvl1pPr marL="0" indent="0">
              <a:lnSpc>
                <a:spcPct val="100000"/>
              </a:lnSpc>
              <a:spcBef>
                <a:spcPts val="0"/>
              </a:spcBef>
              <a:buNone/>
              <a:defRPr sz="2550" b="0" i="0" baseline="0">
                <a:solidFill>
                  <a:schemeClr val="accent1"/>
                </a:solidFill>
                <a:latin typeface="+mj-lt"/>
              </a:defRPr>
            </a:lvl1pPr>
          </a:lstStyle>
          <a:p>
            <a:pPr lvl="0"/>
            <a:r>
              <a:rPr lang="en-GB"/>
              <a:t>Click to add title</a:t>
            </a:r>
          </a:p>
        </p:txBody>
      </p:sp>
      <p:sp>
        <p:nvSpPr>
          <p:cNvPr id="10" name="Pladsholder til dato 3" hidden="1">
            <a:extLst>
              <a:ext uri="{FF2B5EF4-FFF2-40B4-BE49-F238E27FC236}">
                <a16:creationId xmlns:a16="http://schemas.microsoft.com/office/drawing/2014/main" id="{5D6F800E-E8DB-D1E9-A292-CDCB828E80AD}"/>
              </a:ext>
            </a:extLst>
          </p:cNvPr>
          <p:cNvSpPr>
            <a:spLocks noGrp="1"/>
          </p:cNvSpPr>
          <p:nvPr>
            <p:ph type="dt" sz="half" idx="10"/>
          </p:nvPr>
        </p:nvSpPr>
        <p:spPr>
          <a:xfrm>
            <a:off x="0" y="4864100"/>
            <a:ext cx="0" cy="0"/>
          </a:xfrm>
        </p:spPr>
        <p:txBody>
          <a:bodyPr/>
          <a:lstStyle>
            <a:lvl1pPr>
              <a:defRPr sz="100">
                <a:noFill/>
              </a:defRPr>
            </a:lvl1pPr>
          </a:lstStyle>
          <a:p>
            <a:fld id="{D700EDC7-A33F-4ACB-87EF-882B537199F0}" type="datetime1">
              <a:rPr lang="en-GB" smtClean="0"/>
              <a:t>26/05/2026</a:t>
            </a:fld>
            <a:endParaRPr lang="en-GB"/>
          </a:p>
        </p:txBody>
      </p:sp>
      <p:sp>
        <p:nvSpPr>
          <p:cNvPr id="15" name="Pladsholder til sidefod 4" hidden="1">
            <a:extLst>
              <a:ext uri="{FF2B5EF4-FFF2-40B4-BE49-F238E27FC236}">
                <a16:creationId xmlns:a16="http://schemas.microsoft.com/office/drawing/2014/main" id="{75F96715-1FD5-51ED-7CC1-42E30D0821E3}"/>
              </a:ext>
            </a:extLst>
          </p:cNvPr>
          <p:cNvSpPr>
            <a:spLocks noGrp="1"/>
          </p:cNvSpPr>
          <p:nvPr>
            <p:ph type="ftr" sz="quarter" idx="11"/>
          </p:nvPr>
        </p:nvSpPr>
        <p:spPr>
          <a:xfrm>
            <a:off x="0" y="4864100"/>
            <a:ext cx="0" cy="0"/>
          </a:xfrm>
        </p:spPr>
        <p:txBody>
          <a:bodyPr/>
          <a:lstStyle>
            <a:lvl1pPr>
              <a:defRPr sz="100">
                <a:noFill/>
              </a:defRPr>
            </a:lvl1pPr>
          </a:lstStyle>
          <a:p>
            <a:endParaRPr lang="en-GB"/>
          </a:p>
        </p:txBody>
      </p:sp>
      <p:sp>
        <p:nvSpPr>
          <p:cNvPr id="16" name="Pladsholder til slidenummer 5" hidden="1">
            <a:extLst>
              <a:ext uri="{FF2B5EF4-FFF2-40B4-BE49-F238E27FC236}">
                <a16:creationId xmlns:a16="http://schemas.microsoft.com/office/drawing/2014/main" id="{FF7B57F8-B201-8F25-4597-86F1EE0AFA0C}"/>
              </a:ext>
            </a:extLst>
          </p:cNvPr>
          <p:cNvSpPr>
            <a:spLocks noGrp="1"/>
          </p:cNvSpPr>
          <p:nvPr>
            <p:ph type="sldNum" sz="quarter" idx="12"/>
          </p:nvPr>
        </p:nvSpPr>
        <p:spPr>
          <a:xfrm>
            <a:off x="0" y="4864100"/>
            <a:ext cx="0" cy="0"/>
          </a:xfrm>
        </p:spPr>
        <p:txBody>
          <a:bodyPr/>
          <a:lstStyle>
            <a:lvl1pPr>
              <a:defRPr sz="100">
                <a:noFill/>
              </a:defRPr>
            </a:lvl1pPr>
          </a:lstStyle>
          <a:p>
            <a:fld id="{091A926C-488A-4E3E-9C21-57CAA120E114}" type="slidenum">
              <a:rPr lang="en-GB" smtClean="0"/>
              <a:pPr/>
              <a:t>‹nr.›</a:t>
            </a:fld>
            <a:endParaRPr lang="en-GB"/>
          </a:p>
        </p:txBody>
      </p:sp>
    </p:spTree>
    <p:extLst>
      <p:ext uri="{BB962C8B-B14F-4D97-AF65-F5344CB8AC3E}">
        <p14:creationId xmlns:p14="http://schemas.microsoft.com/office/powerpoint/2010/main" val="680380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image small left">
    <p:spTree>
      <p:nvGrpSpPr>
        <p:cNvPr id="1" name=""/>
        <p:cNvGrpSpPr/>
        <p:nvPr/>
      </p:nvGrpSpPr>
      <p:grpSpPr>
        <a:xfrm>
          <a:off x="0" y="0"/>
          <a:ext cx="0" cy="0"/>
          <a:chOff x="0" y="0"/>
          <a:chExt cx="0" cy="0"/>
        </a:xfrm>
      </p:grpSpPr>
      <p:sp>
        <p:nvSpPr>
          <p:cNvPr id="30" name="Pladsholder til billede 9"/>
          <p:cNvSpPr>
            <a:spLocks noGrp="1"/>
          </p:cNvSpPr>
          <p:nvPr>
            <p:ph type="pic" sz="quarter" idx="14" hasCustomPrompt="1"/>
          </p:nvPr>
        </p:nvSpPr>
        <p:spPr>
          <a:xfrm>
            <a:off x="0" y="0"/>
            <a:ext cx="8636000" cy="4864100"/>
          </a:xfrm>
          <a:solidFill>
            <a:schemeClr val="bg1">
              <a:lumMod val="75000"/>
            </a:schemeClr>
          </a:solidFill>
        </p:spPr>
        <p:txBody>
          <a:bodyPr lIns="6408000" tIns="0" rIns="720000" anchor="ctr" anchorCtr="0"/>
          <a:lstStyle>
            <a:lvl1pPr marL="0" indent="0" algn="l" defTabSz="647670" rtl="0" eaLnBrk="1" latinLnBrk="0" hangingPunct="1">
              <a:lnSpc>
                <a:spcPct val="100000"/>
              </a:lnSpc>
              <a:spcBef>
                <a:spcPts val="708"/>
              </a:spcBef>
              <a:buFont typeface="Arial" panose="020B0604020202020204" pitchFamily="34" charset="0"/>
              <a:buNone/>
              <a:defRPr lang="da-DK" sz="1700" kern="1200" baseline="0" dirty="0">
                <a:solidFill>
                  <a:schemeClr val="bg1"/>
                </a:solidFill>
                <a:latin typeface="+mn-lt"/>
                <a:ea typeface="+mn-ea"/>
                <a:cs typeface="+mn-cs"/>
                <a:sym typeface="Wingdings" panose="05000000000000000000" pitchFamily="2" charset="2"/>
              </a:defRPr>
            </a:lvl1pPr>
          </a:lstStyle>
          <a:p>
            <a:r>
              <a:rPr lang="en-GB"/>
              <a:t> Click icon to insert image</a:t>
            </a:r>
          </a:p>
        </p:txBody>
      </p:sp>
      <p:sp>
        <p:nvSpPr>
          <p:cNvPr id="13" name="Titel 2">
            <a:extLst>
              <a:ext uri="{FF2B5EF4-FFF2-40B4-BE49-F238E27FC236}">
                <a16:creationId xmlns:a16="http://schemas.microsoft.com/office/drawing/2014/main" id="{A98E7E85-8DE3-687D-4837-DB9872BFCE68}"/>
              </a:ext>
            </a:extLst>
          </p:cNvPr>
          <p:cNvSpPr>
            <a:spLocks noGrp="1"/>
          </p:cNvSpPr>
          <p:nvPr>
            <p:ph type="ctrTitle"/>
          </p:nvPr>
        </p:nvSpPr>
        <p:spPr>
          <a:xfrm>
            <a:off x="0" y="1610793"/>
            <a:ext cx="4221296" cy="2762707"/>
          </a:xfrm>
          <a:blipFill>
            <a:blip r:embed="rId2"/>
            <a:stretch>
              <a:fillRect/>
            </a:stretch>
          </a:blipFill>
        </p:spPr>
        <p:txBody>
          <a:bodyPr lIns="540000" tIns="468000" rIns="360000" bIns="2340000" anchor="b" anchorCtr="0">
            <a:noAutofit/>
          </a:bodyPr>
          <a:lstStyle>
            <a:lvl1pPr algn="l">
              <a:lnSpc>
                <a:spcPts val="2833"/>
              </a:lnSpc>
              <a:defRPr sz="2550">
                <a:solidFill>
                  <a:schemeClr val="bg1"/>
                </a:solidFill>
              </a:defRPr>
            </a:lvl1pPr>
          </a:lstStyle>
          <a:p>
            <a:r>
              <a:rPr lang="en-US"/>
              <a:t>Click to edit Master title style</a:t>
            </a:r>
            <a:endParaRPr lang="en-GB"/>
          </a:p>
        </p:txBody>
      </p:sp>
      <p:sp>
        <p:nvSpPr>
          <p:cNvPr id="9" name="Titel 1"/>
          <p:cNvSpPr>
            <a:spLocks noGrp="1"/>
          </p:cNvSpPr>
          <p:nvPr>
            <p:ph type="body" sz="quarter" idx="15" hasCustomPrompt="1"/>
          </p:nvPr>
        </p:nvSpPr>
        <p:spPr>
          <a:xfrm>
            <a:off x="416058" y="1851834"/>
            <a:ext cx="3503876" cy="786806"/>
          </a:xfrm>
        </p:spPr>
        <p:txBody>
          <a:bodyPr rIns="0">
            <a:noAutofit/>
          </a:bodyPr>
          <a:lstStyle>
            <a:lvl1pPr marL="0" indent="0">
              <a:lnSpc>
                <a:spcPct val="100000"/>
              </a:lnSpc>
              <a:spcBef>
                <a:spcPts val="0"/>
              </a:spcBef>
              <a:buNone/>
              <a:defRPr sz="2550" baseline="0">
                <a:solidFill>
                  <a:schemeClr val="accent1"/>
                </a:solidFill>
                <a:latin typeface="+mj-lt"/>
              </a:defRPr>
            </a:lvl1pPr>
          </a:lstStyle>
          <a:p>
            <a:pPr lvl="0"/>
            <a:r>
              <a:rPr lang="en-GB"/>
              <a:t>Click to add title</a:t>
            </a:r>
          </a:p>
        </p:txBody>
      </p:sp>
      <p:sp>
        <p:nvSpPr>
          <p:cNvPr id="26" name="Pladsholder til tekst 14"/>
          <p:cNvSpPr>
            <a:spLocks noGrp="1"/>
          </p:cNvSpPr>
          <p:nvPr>
            <p:ph type="body" sz="quarter" idx="13" hasCustomPrompt="1"/>
          </p:nvPr>
        </p:nvSpPr>
        <p:spPr>
          <a:xfrm>
            <a:off x="417182" y="2867326"/>
            <a:ext cx="3529740" cy="638167"/>
          </a:xfrm>
        </p:spPr>
        <p:txBody>
          <a:bodyPr rIns="0">
            <a:noAutofit/>
          </a:bodyPr>
          <a:lstStyle>
            <a:lvl1pPr marL="0" indent="0">
              <a:spcBef>
                <a:spcPts val="0"/>
              </a:spcBef>
              <a:buNone/>
              <a:defRPr sz="1275" baseline="0"/>
            </a:lvl1pPr>
          </a:lstStyle>
          <a:p>
            <a:pPr lvl="0"/>
            <a:r>
              <a:rPr lang="en-GB"/>
              <a:t>Name of speaker, UCPH unit, place and date</a:t>
            </a:r>
          </a:p>
        </p:txBody>
      </p:sp>
      <p:sp>
        <p:nvSpPr>
          <p:cNvPr id="10" name="Pladsholder til dato 3" hidden="1">
            <a:extLst>
              <a:ext uri="{FF2B5EF4-FFF2-40B4-BE49-F238E27FC236}">
                <a16:creationId xmlns:a16="http://schemas.microsoft.com/office/drawing/2014/main" id="{1570F19F-11E9-F8A1-DCD4-0B2BD4223DC2}"/>
              </a:ext>
            </a:extLst>
          </p:cNvPr>
          <p:cNvSpPr>
            <a:spLocks noGrp="1"/>
          </p:cNvSpPr>
          <p:nvPr>
            <p:ph type="dt" sz="half" idx="10"/>
          </p:nvPr>
        </p:nvSpPr>
        <p:spPr>
          <a:xfrm>
            <a:off x="0" y="4864100"/>
            <a:ext cx="0" cy="0"/>
          </a:xfrm>
        </p:spPr>
        <p:txBody>
          <a:bodyPr/>
          <a:lstStyle>
            <a:lvl1pPr>
              <a:defRPr sz="100">
                <a:noFill/>
              </a:defRPr>
            </a:lvl1pPr>
          </a:lstStyle>
          <a:p>
            <a:fld id="{6732F916-FBB8-40A8-BEA6-3A387B65F474}" type="datetime1">
              <a:rPr lang="en-GB" smtClean="0"/>
              <a:t>26/05/2026</a:t>
            </a:fld>
            <a:endParaRPr lang="en-GB"/>
          </a:p>
        </p:txBody>
      </p:sp>
      <p:sp>
        <p:nvSpPr>
          <p:cNvPr id="11" name="Pladsholder til sidefod 4" hidden="1">
            <a:extLst>
              <a:ext uri="{FF2B5EF4-FFF2-40B4-BE49-F238E27FC236}">
                <a16:creationId xmlns:a16="http://schemas.microsoft.com/office/drawing/2014/main" id="{B7D930ED-6F01-0E90-6740-D9E50AA5B833}"/>
              </a:ext>
            </a:extLst>
          </p:cNvPr>
          <p:cNvSpPr>
            <a:spLocks noGrp="1"/>
          </p:cNvSpPr>
          <p:nvPr>
            <p:ph type="ftr" sz="quarter" idx="11"/>
          </p:nvPr>
        </p:nvSpPr>
        <p:spPr>
          <a:xfrm>
            <a:off x="0" y="4864100"/>
            <a:ext cx="0" cy="0"/>
          </a:xfrm>
        </p:spPr>
        <p:txBody>
          <a:bodyPr/>
          <a:lstStyle>
            <a:lvl1pPr>
              <a:defRPr sz="100">
                <a:noFill/>
              </a:defRPr>
            </a:lvl1pPr>
          </a:lstStyle>
          <a:p>
            <a:endParaRPr lang="en-GB"/>
          </a:p>
        </p:txBody>
      </p:sp>
      <p:sp>
        <p:nvSpPr>
          <p:cNvPr id="12" name="Pladsholder til slidenummer 5" hidden="1">
            <a:extLst>
              <a:ext uri="{FF2B5EF4-FFF2-40B4-BE49-F238E27FC236}">
                <a16:creationId xmlns:a16="http://schemas.microsoft.com/office/drawing/2014/main" id="{ADD5A7A0-1930-6FDD-F270-B46368D36A8B}"/>
              </a:ext>
            </a:extLst>
          </p:cNvPr>
          <p:cNvSpPr>
            <a:spLocks noGrp="1"/>
          </p:cNvSpPr>
          <p:nvPr>
            <p:ph type="sldNum" sz="quarter" idx="12"/>
          </p:nvPr>
        </p:nvSpPr>
        <p:spPr>
          <a:xfrm>
            <a:off x="0" y="4864100"/>
            <a:ext cx="0" cy="0"/>
          </a:xfrm>
        </p:spPr>
        <p:txBody>
          <a:bodyPr/>
          <a:lstStyle>
            <a:lvl1pPr>
              <a:defRPr sz="100">
                <a:noFill/>
              </a:defRPr>
            </a:lvl1pPr>
          </a:lstStyle>
          <a:p>
            <a:fld id="{091A926C-488A-4E3E-9C21-57CAA120E114}" type="slidenum">
              <a:rPr lang="en-GB" smtClean="0"/>
              <a:pPr/>
              <a:t>‹nr.›</a:t>
            </a:fld>
            <a:endParaRPr lang="en-GB"/>
          </a:p>
        </p:txBody>
      </p:sp>
    </p:spTree>
    <p:extLst>
      <p:ext uri="{BB962C8B-B14F-4D97-AF65-F5344CB8AC3E}">
        <p14:creationId xmlns:p14="http://schemas.microsoft.com/office/powerpoint/2010/main" val="21898969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image large left">
    <p:spTree>
      <p:nvGrpSpPr>
        <p:cNvPr id="1" name=""/>
        <p:cNvGrpSpPr/>
        <p:nvPr/>
      </p:nvGrpSpPr>
      <p:grpSpPr>
        <a:xfrm>
          <a:off x="0" y="0"/>
          <a:ext cx="0" cy="0"/>
          <a:chOff x="0" y="0"/>
          <a:chExt cx="0" cy="0"/>
        </a:xfrm>
      </p:grpSpPr>
      <p:sp>
        <p:nvSpPr>
          <p:cNvPr id="10" name="Pladsholder til billede 9"/>
          <p:cNvSpPr>
            <a:spLocks noGrp="1"/>
          </p:cNvSpPr>
          <p:nvPr>
            <p:ph type="pic" sz="quarter" idx="14" hasCustomPrompt="1"/>
          </p:nvPr>
        </p:nvSpPr>
        <p:spPr>
          <a:xfrm>
            <a:off x="0" y="0"/>
            <a:ext cx="8636000" cy="4864100"/>
          </a:xfrm>
          <a:solidFill>
            <a:schemeClr val="bg1">
              <a:lumMod val="75000"/>
            </a:schemeClr>
          </a:solidFill>
        </p:spPr>
        <p:txBody>
          <a:bodyPr lIns="6408000" tIns="0" rIns="720000" anchor="ctr" anchorCtr="0"/>
          <a:lstStyle>
            <a:lvl1pPr marL="0" indent="0" algn="l">
              <a:buNone/>
              <a:defRPr sz="1700" baseline="0">
                <a:solidFill>
                  <a:schemeClr val="bg1"/>
                </a:solidFill>
                <a:sym typeface="Wingdings" panose="05000000000000000000" pitchFamily="2" charset="2"/>
              </a:defRPr>
            </a:lvl1pPr>
          </a:lstStyle>
          <a:p>
            <a:r>
              <a:rPr lang="en-GB"/>
              <a:t> Click icon to insert image</a:t>
            </a:r>
          </a:p>
        </p:txBody>
      </p:sp>
      <p:sp>
        <p:nvSpPr>
          <p:cNvPr id="16" name="Titel 2">
            <a:extLst>
              <a:ext uri="{FF2B5EF4-FFF2-40B4-BE49-F238E27FC236}">
                <a16:creationId xmlns:a16="http://schemas.microsoft.com/office/drawing/2014/main" id="{92A049D1-BE16-6369-9C11-6D9136DAE0D9}"/>
              </a:ext>
            </a:extLst>
          </p:cNvPr>
          <p:cNvSpPr>
            <a:spLocks noGrp="1"/>
          </p:cNvSpPr>
          <p:nvPr>
            <p:ph type="ctrTitle" hasCustomPrompt="1"/>
          </p:nvPr>
        </p:nvSpPr>
        <p:spPr>
          <a:xfrm>
            <a:off x="0" y="490677"/>
            <a:ext cx="4221296" cy="3882510"/>
          </a:xfrm>
          <a:blipFill>
            <a:blip r:embed="rId2"/>
            <a:stretch>
              <a:fillRect/>
            </a:stretch>
          </a:blipFill>
        </p:spPr>
        <p:txBody>
          <a:bodyPr lIns="540000" tIns="468000" rIns="360000" bIns="3384000" anchor="b" anchorCtr="0">
            <a:noAutofit/>
          </a:bodyPr>
          <a:lstStyle>
            <a:lvl1pPr algn="l">
              <a:lnSpc>
                <a:spcPct val="900000"/>
              </a:lnSpc>
              <a:defRPr sz="2550">
                <a:solidFill>
                  <a:schemeClr val="bg1"/>
                </a:solidFill>
              </a:defRPr>
            </a:lvl1pPr>
          </a:lstStyle>
          <a:p>
            <a:r>
              <a:rPr lang="en-GB"/>
              <a:t>master</a:t>
            </a:r>
          </a:p>
        </p:txBody>
      </p:sp>
      <p:sp>
        <p:nvSpPr>
          <p:cNvPr id="12" name="Titel 1"/>
          <p:cNvSpPr>
            <a:spLocks noGrp="1"/>
          </p:cNvSpPr>
          <p:nvPr>
            <p:ph type="body" sz="quarter" idx="15" hasCustomPrompt="1"/>
          </p:nvPr>
        </p:nvSpPr>
        <p:spPr>
          <a:xfrm>
            <a:off x="416058" y="723587"/>
            <a:ext cx="3503876" cy="954249"/>
          </a:xfrm>
        </p:spPr>
        <p:txBody>
          <a:bodyPr rIns="0">
            <a:noAutofit/>
          </a:bodyPr>
          <a:lstStyle>
            <a:lvl1pPr marL="0" indent="0">
              <a:lnSpc>
                <a:spcPct val="100000"/>
              </a:lnSpc>
              <a:spcBef>
                <a:spcPts val="0"/>
              </a:spcBef>
              <a:buNone/>
              <a:defRPr sz="2550" baseline="0">
                <a:solidFill>
                  <a:schemeClr val="accent1"/>
                </a:solidFill>
                <a:latin typeface="+mj-lt"/>
              </a:defRPr>
            </a:lvl1pPr>
          </a:lstStyle>
          <a:p>
            <a:pPr lvl="0"/>
            <a:r>
              <a:rPr lang="en-GB"/>
              <a:t>Click to add title</a:t>
            </a:r>
          </a:p>
        </p:txBody>
      </p:sp>
      <p:sp>
        <p:nvSpPr>
          <p:cNvPr id="9" name="Undertitel 2"/>
          <p:cNvSpPr>
            <a:spLocks noGrp="1"/>
          </p:cNvSpPr>
          <p:nvPr>
            <p:ph type="subTitle" idx="1" hasCustomPrompt="1"/>
          </p:nvPr>
        </p:nvSpPr>
        <p:spPr>
          <a:xfrm>
            <a:off x="417182" y="2132945"/>
            <a:ext cx="3503876" cy="515231"/>
          </a:xfrm>
        </p:spPr>
        <p:txBody>
          <a:bodyPr rIns="0">
            <a:noAutofit/>
          </a:bodyPr>
          <a:lstStyle>
            <a:lvl1pPr marL="0" indent="0" algn="l">
              <a:lnSpc>
                <a:spcPct val="100000"/>
              </a:lnSpc>
              <a:buNone/>
              <a:defRPr sz="1700"/>
            </a:lvl1pPr>
            <a:lvl2pPr marL="323835" indent="0" algn="ctr">
              <a:buNone/>
              <a:defRPr sz="1417"/>
            </a:lvl2pPr>
            <a:lvl3pPr marL="647670" indent="0" algn="ctr">
              <a:buNone/>
              <a:defRPr sz="1275"/>
            </a:lvl3pPr>
            <a:lvl4pPr marL="971504" indent="0" algn="ctr">
              <a:buNone/>
              <a:defRPr sz="1133"/>
            </a:lvl4pPr>
            <a:lvl5pPr marL="1295339" indent="0" algn="ctr">
              <a:buNone/>
              <a:defRPr sz="1133"/>
            </a:lvl5pPr>
            <a:lvl6pPr marL="1619174" indent="0" algn="ctr">
              <a:buNone/>
              <a:defRPr sz="1133"/>
            </a:lvl6pPr>
            <a:lvl7pPr marL="1943009" indent="0" algn="ctr">
              <a:buNone/>
              <a:defRPr sz="1133"/>
            </a:lvl7pPr>
            <a:lvl8pPr marL="2266843" indent="0" algn="ctr">
              <a:buNone/>
              <a:defRPr sz="1133"/>
            </a:lvl8pPr>
            <a:lvl9pPr marL="2590678" indent="0" algn="ctr">
              <a:buNone/>
              <a:defRPr sz="1133"/>
            </a:lvl9pPr>
          </a:lstStyle>
          <a:p>
            <a:r>
              <a:rPr lang="en-GB"/>
              <a:t>Click to add subtitle</a:t>
            </a:r>
          </a:p>
        </p:txBody>
      </p:sp>
      <p:sp>
        <p:nvSpPr>
          <p:cNvPr id="11" name="Pladsholder til tekst 14"/>
          <p:cNvSpPr>
            <a:spLocks noGrp="1"/>
          </p:cNvSpPr>
          <p:nvPr>
            <p:ph type="body" sz="quarter" idx="13" hasCustomPrompt="1"/>
          </p:nvPr>
        </p:nvSpPr>
        <p:spPr>
          <a:xfrm>
            <a:off x="417181" y="2875054"/>
            <a:ext cx="3503877" cy="638167"/>
          </a:xfrm>
        </p:spPr>
        <p:txBody>
          <a:bodyPr rIns="0">
            <a:noAutofit/>
          </a:bodyPr>
          <a:lstStyle>
            <a:lvl1pPr marL="0" indent="0">
              <a:lnSpc>
                <a:spcPct val="100000"/>
              </a:lnSpc>
              <a:spcBef>
                <a:spcPts val="0"/>
              </a:spcBef>
              <a:buNone/>
              <a:defRPr sz="1275" baseline="0"/>
            </a:lvl1pPr>
          </a:lstStyle>
          <a:p>
            <a:pPr lvl="0"/>
            <a:r>
              <a:rPr lang="en-GB"/>
              <a:t>Name of speaker, UCPH unit, place and date</a:t>
            </a:r>
          </a:p>
        </p:txBody>
      </p:sp>
      <p:sp>
        <p:nvSpPr>
          <p:cNvPr id="13" name="Pladsholder til dato 3" hidden="1">
            <a:extLst>
              <a:ext uri="{FF2B5EF4-FFF2-40B4-BE49-F238E27FC236}">
                <a16:creationId xmlns:a16="http://schemas.microsoft.com/office/drawing/2014/main" id="{B280A661-856C-E622-1331-CDB60AB08622}"/>
              </a:ext>
            </a:extLst>
          </p:cNvPr>
          <p:cNvSpPr>
            <a:spLocks noGrp="1"/>
          </p:cNvSpPr>
          <p:nvPr>
            <p:ph type="dt" sz="half" idx="10"/>
          </p:nvPr>
        </p:nvSpPr>
        <p:spPr>
          <a:xfrm>
            <a:off x="0" y="4864100"/>
            <a:ext cx="0" cy="0"/>
          </a:xfrm>
        </p:spPr>
        <p:txBody>
          <a:bodyPr/>
          <a:lstStyle>
            <a:lvl1pPr>
              <a:defRPr sz="100">
                <a:noFill/>
              </a:defRPr>
            </a:lvl1pPr>
          </a:lstStyle>
          <a:p>
            <a:fld id="{6C2548D2-4180-4C59-97F2-D3D2E14098F1}" type="datetime1">
              <a:rPr lang="en-GB" smtClean="0"/>
              <a:t>26/05/2026</a:t>
            </a:fld>
            <a:endParaRPr lang="en-GB"/>
          </a:p>
        </p:txBody>
      </p:sp>
      <p:sp>
        <p:nvSpPr>
          <p:cNvPr id="14" name="Pladsholder til sidefod 4" hidden="1">
            <a:extLst>
              <a:ext uri="{FF2B5EF4-FFF2-40B4-BE49-F238E27FC236}">
                <a16:creationId xmlns:a16="http://schemas.microsoft.com/office/drawing/2014/main" id="{82F7776B-57AF-971B-A75B-223AFE263EAC}"/>
              </a:ext>
            </a:extLst>
          </p:cNvPr>
          <p:cNvSpPr>
            <a:spLocks noGrp="1"/>
          </p:cNvSpPr>
          <p:nvPr>
            <p:ph type="ftr" sz="quarter" idx="11"/>
          </p:nvPr>
        </p:nvSpPr>
        <p:spPr>
          <a:xfrm>
            <a:off x="0" y="4864100"/>
            <a:ext cx="0" cy="0"/>
          </a:xfrm>
        </p:spPr>
        <p:txBody>
          <a:bodyPr/>
          <a:lstStyle>
            <a:lvl1pPr>
              <a:defRPr sz="100">
                <a:noFill/>
              </a:defRPr>
            </a:lvl1pPr>
          </a:lstStyle>
          <a:p>
            <a:endParaRPr lang="en-GB"/>
          </a:p>
        </p:txBody>
      </p:sp>
      <p:sp>
        <p:nvSpPr>
          <p:cNvPr id="15" name="Pladsholder til slidenummer 5" hidden="1">
            <a:extLst>
              <a:ext uri="{FF2B5EF4-FFF2-40B4-BE49-F238E27FC236}">
                <a16:creationId xmlns:a16="http://schemas.microsoft.com/office/drawing/2014/main" id="{EFF41101-1901-1836-D8DB-6C08E169D0B8}"/>
              </a:ext>
            </a:extLst>
          </p:cNvPr>
          <p:cNvSpPr>
            <a:spLocks noGrp="1"/>
          </p:cNvSpPr>
          <p:nvPr>
            <p:ph type="sldNum" sz="quarter" idx="12"/>
          </p:nvPr>
        </p:nvSpPr>
        <p:spPr>
          <a:xfrm>
            <a:off x="0" y="4864100"/>
            <a:ext cx="0" cy="0"/>
          </a:xfrm>
        </p:spPr>
        <p:txBody>
          <a:bodyPr/>
          <a:lstStyle>
            <a:lvl1pPr>
              <a:defRPr sz="100">
                <a:noFill/>
              </a:defRPr>
            </a:lvl1pPr>
          </a:lstStyle>
          <a:p>
            <a:fld id="{091A926C-488A-4E3E-9C21-57CAA120E114}" type="slidenum">
              <a:rPr lang="en-GB" smtClean="0"/>
              <a:pPr/>
              <a:t>‹nr.›</a:t>
            </a:fld>
            <a:endParaRPr lang="en-GB"/>
          </a:p>
        </p:txBody>
      </p:sp>
    </p:spTree>
    <p:extLst>
      <p:ext uri="{BB962C8B-B14F-4D97-AF65-F5344CB8AC3E}">
        <p14:creationId xmlns:p14="http://schemas.microsoft.com/office/powerpoint/2010/main" val="4242002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17182" y="440247"/>
            <a:ext cx="7800512" cy="612516"/>
          </a:xfrm>
        </p:spPr>
        <p:txBody>
          <a:bodyPr/>
          <a:lstStyle>
            <a:lvl1pPr>
              <a:defRPr b="0" i="0" baseline="0"/>
            </a:lvl1pPr>
          </a:lstStyle>
          <a:p>
            <a:pPr lvl="0"/>
            <a:r>
              <a:rPr lang="en-GB"/>
              <a:t>Click to add title</a:t>
            </a:r>
          </a:p>
        </p:txBody>
      </p:sp>
      <p:sp>
        <p:nvSpPr>
          <p:cNvPr id="3" name="Pladsholder til indhold 2"/>
          <p:cNvSpPr>
            <a:spLocks noGrp="1"/>
          </p:cNvSpPr>
          <p:nvPr>
            <p:ph idx="1" hasCustomPrompt="1"/>
          </p:nvPr>
        </p:nvSpPr>
        <p:spPr>
          <a:xfrm>
            <a:off x="417182" y="1155224"/>
            <a:ext cx="7800512" cy="3314794"/>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509365" indent="0">
              <a:buNone/>
              <a:defRPr/>
            </a:lvl4pPr>
          </a:lstStyle>
          <a:p>
            <a:pPr lvl="0"/>
            <a:r>
              <a:rPr lang="en-GB"/>
              <a:t>Click to add text</a:t>
            </a:r>
          </a:p>
          <a:p>
            <a:pPr lvl="1"/>
            <a:r>
              <a:rPr lang="en-GB" err="1"/>
              <a:t>Andet</a:t>
            </a:r>
            <a:r>
              <a:rPr lang="en-GB"/>
              <a:t> </a:t>
            </a:r>
            <a:r>
              <a:rPr lang="en-GB" err="1"/>
              <a:t>niveau</a:t>
            </a:r>
            <a:endParaRPr lang="en-GB"/>
          </a:p>
          <a:p>
            <a:pPr lvl="2"/>
            <a:r>
              <a:rPr lang="en-GB" err="1"/>
              <a:t>Tredje</a:t>
            </a:r>
            <a:r>
              <a:rPr lang="en-GB"/>
              <a:t> </a:t>
            </a:r>
            <a:r>
              <a:rPr lang="en-GB" err="1"/>
              <a:t>niveau</a:t>
            </a:r>
            <a:endParaRPr lang="en-GB"/>
          </a:p>
        </p:txBody>
      </p:sp>
      <p:sp>
        <p:nvSpPr>
          <p:cNvPr id="4" name="Pladsholder til dato 3"/>
          <p:cNvSpPr>
            <a:spLocks noGrp="1"/>
          </p:cNvSpPr>
          <p:nvPr>
            <p:ph type="dt" sz="half" idx="10"/>
          </p:nvPr>
        </p:nvSpPr>
        <p:spPr/>
        <p:txBody>
          <a:bodyPr/>
          <a:lstStyle/>
          <a:p>
            <a:fld id="{544BA8A8-9DAA-499A-8FC3-E3166163C612}" type="datetime1">
              <a:rPr lang="en-GB" smtClean="0"/>
              <a:t>26/05/2026</a:t>
            </a:fld>
            <a:endParaRPr lang="en-GB"/>
          </a:p>
        </p:txBody>
      </p:sp>
      <p:sp>
        <p:nvSpPr>
          <p:cNvPr id="5" name="Pladsholder til sidefod 4"/>
          <p:cNvSpPr>
            <a:spLocks noGrp="1"/>
          </p:cNvSpPr>
          <p:nvPr>
            <p:ph type="ftr" sz="quarter" idx="11"/>
          </p:nvPr>
        </p:nvSpPr>
        <p:spPr/>
        <p:txBody>
          <a:bodyPr/>
          <a:lstStyle/>
          <a:p>
            <a:endParaRPr lang="en-GB"/>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17434085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itle and two content objects">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17183" y="440247"/>
            <a:ext cx="7800511" cy="613641"/>
          </a:xfrm>
        </p:spPr>
        <p:txBody>
          <a:bodyPr/>
          <a:lstStyle>
            <a:lvl1pPr>
              <a:defRPr b="0" i="0" baseline="0"/>
            </a:lvl1pPr>
          </a:lstStyle>
          <a:p>
            <a:pPr lvl="0"/>
            <a:r>
              <a:rPr lang="en-GB"/>
              <a:t>Click to add title</a:t>
            </a:r>
          </a:p>
        </p:txBody>
      </p:sp>
      <p:sp>
        <p:nvSpPr>
          <p:cNvPr id="3" name="Pladsholder til indhold 2"/>
          <p:cNvSpPr>
            <a:spLocks noGrp="1"/>
          </p:cNvSpPr>
          <p:nvPr>
            <p:ph sz="half" idx="1" hasCustomPrompt="1"/>
          </p:nvPr>
        </p:nvSpPr>
        <p:spPr>
          <a:xfrm>
            <a:off x="417183" y="1155224"/>
            <a:ext cx="3794400" cy="3314227"/>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b="0" i="0" baseline="0" dirty="0" smtClean="0"/>
            </a:lvl4pPr>
          </a:lstStyle>
          <a:p>
            <a:pPr lvl="0"/>
            <a:r>
              <a:rPr lang="en-GB"/>
              <a:t>Click to add text</a:t>
            </a:r>
          </a:p>
          <a:p>
            <a:pPr lvl="1"/>
            <a:r>
              <a:rPr lang="en-GB" err="1"/>
              <a:t>Andet</a:t>
            </a:r>
            <a:r>
              <a:rPr lang="en-GB"/>
              <a:t> </a:t>
            </a:r>
            <a:r>
              <a:rPr lang="en-GB" err="1"/>
              <a:t>niveau</a:t>
            </a:r>
            <a:endParaRPr lang="en-GB"/>
          </a:p>
          <a:p>
            <a:pPr lvl="2"/>
            <a:r>
              <a:rPr lang="en-GB" err="1"/>
              <a:t>Tredje</a:t>
            </a:r>
            <a:r>
              <a:rPr lang="en-GB"/>
              <a:t> </a:t>
            </a:r>
            <a:r>
              <a:rPr lang="en-GB" err="1"/>
              <a:t>niveau</a:t>
            </a:r>
            <a:endParaRPr lang="en-GB"/>
          </a:p>
          <a:p>
            <a:pPr lvl="3"/>
            <a:endParaRPr lang="en-GB"/>
          </a:p>
        </p:txBody>
      </p:sp>
      <p:sp>
        <p:nvSpPr>
          <p:cNvPr id="4" name="Pladsholder til indhold 3"/>
          <p:cNvSpPr>
            <a:spLocks noGrp="1"/>
          </p:cNvSpPr>
          <p:nvPr>
            <p:ph sz="half" idx="2" hasCustomPrompt="1"/>
          </p:nvPr>
        </p:nvSpPr>
        <p:spPr>
          <a:xfrm>
            <a:off x="4424250" y="1155224"/>
            <a:ext cx="3794400" cy="3314227"/>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marL="509365" indent="0">
              <a:buNone/>
              <a:defRPr lang="da-DK" dirty="0" smtClean="0"/>
            </a:lvl4pPr>
            <a:lvl5pPr>
              <a:defRPr lang="da-DK" dirty="0"/>
            </a:lvl5pPr>
            <a:lvl8pPr marL="509365" indent="0">
              <a:buNone/>
              <a:defRPr/>
            </a:lvl8pPr>
          </a:lstStyle>
          <a:p>
            <a:pPr lvl="0"/>
            <a:r>
              <a:rPr lang="en-GB"/>
              <a:t>Click to add text</a:t>
            </a:r>
          </a:p>
          <a:p>
            <a:pPr lvl="1"/>
            <a:r>
              <a:rPr lang="en-GB" err="1"/>
              <a:t>Andet</a:t>
            </a:r>
            <a:r>
              <a:rPr lang="en-GB"/>
              <a:t> </a:t>
            </a:r>
            <a:r>
              <a:rPr lang="en-GB" err="1"/>
              <a:t>niveau</a:t>
            </a:r>
            <a:endParaRPr lang="en-GB"/>
          </a:p>
          <a:p>
            <a:pPr lvl="2"/>
            <a:r>
              <a:rPr lang="en-GB" err="1"/>
              <a:t>Tredje</a:t>
            </a:r>
            <a:r>
              <a:rPr lang="en-GB"/>
              <a:t> </a:t>
            </a:r>
            <a:r>
              <a:rPr lang="en-GB" err="1"/>
              <a:t>niveau</a:t>
            </a:r>
            <a:endParaRPr lang="en-GB"/>
          </a:p>
        </p:txBody>
      </p:sp>
      <p:sp>
        <p:nvSpPr>
          <p:cNvPr id="5" name="Pladsholder til dato 4"/>
          <p:cNvSpPr>
            <a:spLocks noGrp="1"/>
          </p:cNvSpPr>
          <p:nvPr>
            <p:ph type="dt" sz="half" idx="10"/>
          </p:nvPr>
        </p:nvSpPr>
        <p:spPr/>
        <p:txBody>
          <a:bodyPr/>
          <a:lstStyle/>
          <a:p>
            <a:fld id="{BAE4B30B-D853-4AE6-9B99-718FF91CCB22}"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1777026084"/>
      </p:ext>
    </p:extLst>
  </p:cSld>
  <p:clrMapOvr>
    <a:masterClrMapping/>
  </p:clrMapOvr>
  <p:extLst>
    <p:ext uri="{DCECCB84-F9BA-43D5-87BE-67443E8EF086}">
      <p15:sldGuideLst xmlns:p15="http://schemas.microsoft.com/office/powerpoint/2012/main">
        <p15:guide id="1" pos="3934">
          <p15:clr>
            <a:srgbClr val="F26B43"/>
          </p15:clr>
        </p15:guide>
        <p15:guide id="2" pos="3746">
          <p15:clr>
            <a:srgbClr val="F26B43"/>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content,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4423294" y="1155224"/>
            <a:ext cx="3794400" cy="3314227"/>
          </a:xfrm>
          <a:solidFill>
            <a:schemeClr val="bg1">
              <a:lumMod val="75000"/>
            </a:schemeClr>
          </a:solidFill>
        </p:spPr>
        <p:txBody>
          <a:bodyPr lIns="360000" tIns="1080000" rIns="360000" anchor="ctr" anchorCtr="0"/>
          <a:lstStyle>
            <a:lvl1pPr marL="0" indent="0" algn="ctr">
              <a:buNone/>
              <a:defRPr sz="1700" baseline="0">
                <a:solidFill>
                  <a:schemeClr val="bg1"/>
                </a:solidFill>
                <a:sym typeface="Wingdings" panose="05000000000000000000" pitchFamily="2" charset="2"/>
              </a:defRPr>
            </a:lvl1pPr>
          </a:lstStyle>
          <a:p>
            <a:r>
              <a:rPr lang="en-GB"/>
              <a:t>Click icon to insert image</a:t>
            </a:r>
          </a:p>
        </p:txBody>
      </p:sp>
      <p:sp>
        <p:nvSpPr>
          <p:cNvPr id="2" name="Titel 1"/>
          <p:cNvSpPr>
            <a:spLocks noGrp="1"/>
          </p:cNvSpPr>
          <p:nvPr>
            <p:ph type="title" hasCustomPrompt="1"/>
          </p:nvPr>
        </p:nvSpPr>
        <p:spPr>
          <a:xfrm>
            <a:off x="417184" y="440246"/>
            <a:ext cx="7800511" cy="613642"/>
          </a:xfrm>
        </p:spPr>
        <p:txBody>
          <a:bodyPr/>
          <a:lstStyle>
            <a:lvl1pPr>
              <a:defRPr b="0" i="0" baseline="0"/>
            </a:lvl1pPr>
          </a:lstStyle>
          <a:p>
            <a:pPr lvl="0"/>
            <a:r>
              <a:rPr lang="en-GB"/>
              <a:t>Click to add title</a:t>
            </a:r>
          </a:p>
        </p:txBody>
      </p:sp>
      <p:sp>
        <p:nvSpPr>
          <p:cNvPr id="3" name="Pladsholder til indhold 2"/>
          <p:cNvSpPr>
            <a:spLocks noGrp="1"/>
          </p:cNvSpPr>
          <p:nvPr>
            <p:ph sz="half" idx="1" hasCustomPrompt="1"/>
          </p:nvPr>
        </p:nvSpPr>
        <p:spPr>
          <a:xfrm>
            <a:off x="417183" y="1155224"/>
            <a:ext cx="3794400" cy="3314227"/>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dirty="0" smtClean="0"/>
            </a:lvl4pPr>
            <a:lvl5pPr>
              <a:defRPr lang="da-DK" dirty="0"/>
            </a:lvl5pPr>
          </a:lstStyle>
          <a:p>
            <a:pPr lvl="0"/>
            <a:r>
              <a:rPr lang="en-GB"/>
              <a:t>Click to add text</a:t>
            </a:r>
          </a:p>
          <a:p>
            <a:pPr lvl="1"/>
            <a:r>
              <a:rPr lang="en-GB" err="1"/>
              <a:t>Andet</a:t>
            </a:r>
            <a:r>
              <a:rPr lang="en-GB"/>
              <a:t> </a:t>
            </a:r>
            <a:r>
              <a:rPr lang="en-GB" err="1"/>
              <a:t>niveau</a:t>
            </a:r>
            <a:endParaRPr lang="en-GB"/>
          </a:p>
          <a:p>
            <a:pPr lvl="2"/>
            <a:r>
              <a:rPr lang="en-GB" err="1"/>
              <a:t>Tredje</a:t>
            </a:r>
            <a:r>
              <a:rPr lang="en-GB"/>
              <a:t> </a:t>
            </a:r>
            <a:r>
              <a:rPr lang="en-GB" err="1"/>
              <a:t>niveau</a:t>
            </a:r>
            <a:endParaRPr lang="en-GB"/>
          </a:p>
        </p:txBody>
      </p:sp>
      <p:sp>
        <p:nvSpPr>
          <p:cNvPr id="5" name="Pladsholder til dato 4"/>
          <p:cNvSpPr>
            <a:spLocks noGrp="1"/>
          </p:cNvSpPr>
          <p:nvPr>
            <p:ph type="dt" sz="half" idx="10"/>
          </p:nvPr>
        </p:nvSpPr>
        <p:spPr/>
        <p:txBody>
          <a:bodyPr/>
          <a:lstStyle/>
          <a:p>
            <a:fld id="{782CEA36-139A-4E3F-B6A0-7BD657AD45E8}"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20879401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417182" y="1155224"/>
            <a:ext cx="7800512" cy="3314794"/>
          </a:xfrm>
          <a:solidFill>
            <a:schemeClr val="bg1">
              <a:lumMod val="75000"/>
            </a:schemeClr>
          </a:solidFill>
        </p:spPr>
        <p:txBody>
          <a:bodyPr lIns="0" tIns="1080000" rIns="0" anchor="ctr" anchorCtr="0"/>
          <a:lstStyle>
            <a:lvl1pPr marL="0" indent="0" algn="ctr">
              <a:buNone/>
              <a:defRPr sz="1700" b="0" i="0" baseline="0">
                <a:solidFill>
                  <a:schemeClr val="bg1"/>
                </a:solidFill>
                <a:sym typeface="Wingdings" panose="05000000000000000000" pitchFamily="2" charset="2"/>
              </a:defRPr>
            </a:lvl1pPr>
          </a:lstStyle>
          <a:p>
            <a:r>
              <a:rPr lang="en-GB"/>
              <a:t>Click icon to insert image</a:t>
            </a:r>
          </a:p>
        </p:txBody>
      </p:sp>
      <p:sp>
        <p:nvSpPr>
          <p:cNvPr id="2" name="Titel 1"/>
          <p:cNvSpPr>
            <a:spLocks noGrp="1"/>
          </p:cNvSpPr>
          <p:nvPr>
            <p:ph type="title" hasCustomPrompt="1"/>
          </p:nvPr>
        </p:nvSpPr>
        <p:spPr>
          <a:xfrm>
            <a:off x="417183" y="440246"/>
            <a:ext cx="7800511" cy="613642"/>
          </a:xfrm>
        </p:spPr>
        <p:txBody>
          <a:bodyPr/>
          <a:lstStyle/>
          <a:p>
            <a:r>
              <a:rPr lang="en-GB"/>
              <a:t>Click to add title</a:t>
            </a:r>
          </a:p>
        </p:txBody>
      </p:sp>
      <p:sp>
        <p:nvSpPr>
          <p:cNvPr id="5" name="Pladsholder til dato 4"/>
          <p:cNvSpPr>
            <a:spLocks noGrp="1"/>
          </p:cNvSpPr>
          <p:nvPr>
            <p:ph type="dt" sz="half" idx="10"/>
          </p:nvPr>
        </p:nvSpPr>
        <p:spPr/>
        <p:txBody>
          <a:bodyPr/>
          <a:lstStyle/>
          <a:p>
            <a:fld id="{1337CCA8-EEC6-4184-AB5B-DDB10B05E1AF}"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36642651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0" i="0" baseline="0"/>
            </a:lvl1pPr>
          </a:lstStyle>
          <a:p>
            <a:r>
              <a:rPr lang="en-GB"/>
              <a:t>Click to add title</a:t>
            </a:r>
          </a:p>
        </p:txBody>
      </p:sp>
      <p:sp>
        <p:nvSpPr>
          <p:cNvPr id="3" name="Pladsholder til dato 2"/>
          <p:cNvSpPr>
            <a:spLocks noGrp="1"/>
          </p:cNvSpPr>
          <p:nvPr>
            <p:ph type="dt" sz="half" idx="10"/>
          </p:nvPr>
        </p:nvSpPr>
        <p:spPr/>
        <p:txBody>
          <a:bodyPr/>
          <a:lstStyle/>
          <a:p>
            <a:fld id="{CA98901C-AD74-491C-9322-C106FC5C099A}" type="datetime1">
              <a:rPr lang="en-GB" smtClean="0"/>
              <a:t>26/05/2026</a:t>
            </a:fld>
            <a:endParaRPr lang="en-GB"/>
          </a:p>
        </p:txBody>
      </p:sp>
      <p:sp>
        <p:nvSpPr>
          <p:cNvPr id="4" name="Pladsholder til sidefod 3"/>
          <p:cNvSpPr>
            <a:spLocks noGrp="1"/>
          </p:cNvSpPr>
          <p:nvPr>
            <p:ph type="ftr" sz="quarter" idx="11"/>
          </p:nvPr>
        </p:nvSpPr>
        <p:spPr/>
        <p:txBody>
          <a:bodyPr/>
          <a:lstStyle/>
          <a:p>
            <a:endParaRPr lang="en-GB"/>
          </a:p>
        </p:txBody>
      </p:sp>
      <p:sp>
        <p:nvSpPr>
          <p:cNvPr id="5" name="Pladsholder til slidenummer 4"/>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23607302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dsholder til dato 1"/>
          <p:cNvSpPr>
            <a:spLocks noGrp="1"/>
          </p:cNvSpPr>
          <p:nvPr>
            <p:ph type="dt" sz="half" idx="10"/>
          </p:nvPr>
        </p:nvSpPr>
        <p:spPr/>
        <p:txBody>
          <a:bodyPr/>
          <a:lstStyle/>
          <a:p>
            <a:fld id="{5B3D2672-5B44-4DB0-8EDF-4BB4CF579FAA}" type="datetime1">
              <a:rPr lang="en-GB" smtClean="0"/>
              <a:t>26/05/2026</a:t>
            </a:fld>
            <a:endParaRPr lang="en-GB"/>
          </a:p>
        </p:txBody>
      </p:sp>
      <p:sp>
        <p:nvSpPr>
          <p:cNvPr id="3" name="Pladsholder til sidefod 2"/>
          <p:cNvSpPr>
            <a:spLocks noGrp="1"/>
          </p:cNvSpPr>
          <p:nvPr>
            <p:ph type="ftr" sz="quarter" idx="11"/>
          </p:nvPr>
        </p:nvSpPr>
        <p:spPr/>
        <p:txBody>
          <a:bodyPr/>
          <a:lstStyle/>
          <a:p>
            <a:endParaRPr lang="en-GB"/>
          </a:p>
        </p:txBody>
      </p:sp>
      <p:sp>
        <p:nvSpPr>
          <p:cNvPr id="4" name="Pladsholder til slidenummer 3"/>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3572513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Pladsholder til dato 3" hidden="1">
            <a:extLst>
              <a:ext uri="{FF2B5EF4-FFF2-40B4-BE49-F238E27FC236}">
                <a16:creationId xmlns:a16="http://schemas.microsoft.com/office/drawing/2014/main" id="{619D26E9-5B2E-9EAD-7ADF-91C2F6F527BC}"/>
              </a:ext>
            </a:extLst>
          </p:cNvPr>
          <p:cNvSpPr>
            <a:spLocks noGrp="1"/>
          </p:cNvSpPr>
          <p:nvPr>
            <p:ph type="dt" sz="half" idx="10"/>
          </p:nvPr>
        </p:nvSpPr>
        <p:spPr>
          <a:xfrm>
            <a:off x="0" y="4864100"/>
            <a:ext cx="0" cy="0"/>
          </a:xfrm>
        </p:spPr>
        <p:txBody>
          <a:bodyPr/>
          <a:lstStyle>
            <a:lvl1pPr>
              <a:defRPr sz="100">
                <a:noFill/>
              </a:defRPr>
            </a:lvl1pPr>
          </a:lstStyle>
          <a:p>
            <a:fld id="{E3466E77-7984-4F3B-92EF-834A85591B11}" type="datetime1">
              <a:rPr lang="en-GB" smtClean="0"/>
              <a:t>26/05/2026</a:t>
            </a:fld>
            <a:endParaRPr lang="en-GB"/>
          </a:p>
        </p:txBody>
      </p:sp>
      <p:sp>
        <p:nvSpPr>
          <p:cNvPr id="4" name="Pladsholder til sidefod 4" hidden="1">
            <a:extLst>
              <a:ext uri="{FF2B5EF4-FFF2-40B4-BE49-F238E27FC236}">
                <a16:creationId xmlns:a16="http://schemas.microsoft.com/office/drawing/2014/main" id="{8A951072-2ED2-FF27-14A1-979FCDF1E51B}"/>
              </a:ext>
            </a:extLst>
          </p:cNvPr>
          <p:cNvSpPr>
            <a:spLocks noGrp="1"/>
          </p:cNvSpPr>
          <p:nvPr>
            <p:ph type="ftr" sz="quarter" idx="11"/>
          </p:nvPr>
        </p:nvSpPr>
        <p:spPr>
          <a:xfrm>
            <a:off x="0" y="4864100"/>
            <a:ext cx="0" cy="0"/>
          </a:xfrm>
        </p:spPr>
        <p:txBody>
          <a:bodyPr/>
          <a:lstStyle>
            <a:lvl1pPr>
              <a:defRPr sz="100">
                <a:noFill/>
              </a:defRPr>
            </a:lvl1pPr>
          </a:lstStyle>
          <a:p>
            <a:endParaRPr lang="en-GB"/>
          </a:p>
        </p:txBody>
      </p:sp>
      <p:sp>
        <p:nvSpPr>
          <p:cNvPr id="5" name="Pladsholder til slidenummer 5" hidden="1">
            <a:extLst>
              <a:ext uri="{FF2B5EF4-FFF2-40B4-BE49-F238E27FC236}">
                <a16:creationId xmlns:a16="http://schemas.microsoft.com/office/drawing/2014/main" id="{E8D58753-B44C-E044-E735-982626059E24}"/>
              </a:ext>
            </a:extLst>
          </p:cNvPr>
          <p:cNvSpPr>
            <a:spLocks noGrp="1"/>
          </p:cNvSpPr>
          <p:nvPr>
            <p:ph type="sldNum" sz="quarter" idx="12"/>
          </p:nvPr>
        </p:nvSpPr>
        <p:spPr>
          <a:xfrm>
            <a:off x="0" y="4864100"/>
            <a:ext cx="0" cy="0"/>
          </a:xfrm>
        </p:spPr>
        <p:txBody>
          <a:bodyPr/>
          <a:lstStyle>
            <a:lvl1pPr>
              <a:defRPr sz="100">
                <a:noFill/>
              </a:defRPr>
            </a:lvl1pPr>
          </a:lstStyle>
          <a:p>
            <a:fld id="{091A926C-488A-4E3E-9C21-57CAA120E114}" type="slidenum">
              <a:rPr lang="en-GB" smtClean="0"/>
              <a:pPr/>
              <a:t>‹nr.›</a:t>
            </a:fld>
            <a:endParaRPr lang="en-GB"/>
          </a:p>
        </p:txBody>
      </p:sp>
    </p:spTree>
    <p:extLst>
      <p:ext uri="{BB962C8B-B14F-4D97-AF65-F5344CB8AC3E}">
        <p14:creationId xmlns:p14="http://schemas.microsoft.com/office/powerpoint/2010/main" val="84241074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two bullet list">
    <p:bg>
      <p:bgPr>
        <a:solidFill>
          <a:schemeClr val="accent1"/>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17183" y="440247"/>
            <a:ext cx="7800511" cy="714977"/>
          </a:xfrm>
        </p:spPr>
        <p:txBody>
          <a:bodyPr tIns="154800"/>
          <a:lstStyle>
            <a:lvl1pPr>
              <a:defRPr sz="4675" b="1" i="0" cap="all" baseline="0">
                <a:solidFill>
                  <a:schemeClr val="tx1"/>
                </a:solidFill>
              </a:defRPr>
            </a:lvl1pPr>
          </a:lstStyle>
          <a:p>
            <a:pPr lvl="0"/>
            <a:r>
              <a:rPr lang="en-GB"/>
              <a:t>Click to add title</a:t>
            </a:r>
          </a:p>
        </p:txBody>
      </p:sp>
      <p:sp>
        <p:nvSpPr>
          <p:cNvPr id="3" name="Pladsholder til indhold 2"/>
          <p:cNvSpPr>
            <a:spLocks noGrp="1"/>
          </p:cNvSpPr>
          <p:nvPr>
            <p:ph sz="half" idx="1" hasCustomPrompt="1"/>
          </p:nvPr>
        </p:nvSpPr>
        <p:spPr>
          <a:xfrm>
            <a:off x="417183" y="1588255"/>
            <a:ext cx="3794400" cy="2881763"/>
          </a:xfrm>
        </p:spPr>
        <p:txBody>
          <a:bodyPr vert="horz" lIns="0" tIns="0" rIns="0" bIns="0" rtlCol="0">
            <a:noAutofit/>
          </a:bodyPr>
          <a:lstStyle>
            <a:lvl1pPr marL="257538" marR="0" indent="-257538" algn="l" defTabSz="647670" rtl="0" eaLnBrk="1" fontAlgn="auto" latinLnBrk="0" hangingPunct="1">
              <a:lnSpc>
                <a:spcPct val="100000"/>
              </a:lnSpc>
              <a:spcBef>
                <a:spcPts val="708"/>
              </a:spcBef>
              <a:spcAft>
                <a:spcPts val="0"/>
              </a:spcAft>
              <a:buClrTx/>
              <a:buSzTx/>
              <a:buFont typeface="Arial" panose="020B0604020202020204" pitchFamily="34" charset="0"/>
              <a:buChar char="•"/>
              <a:tabLst/>
              <a:defRPr lang="da-DK"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759864" indent="-249888">
              <a:lnSpc>
                <a:spcPct val="90000"/>
              </a:lnSpc>
              <a:buFont typeface="Arial" panose="020B0604020202020204" pitchFamily="34" charset="0"/>
              <a:buChar char="•"/>
              <a:defRPr lang="da-DK" b="0" i="0" baseline="0" dirty="0" smtClean="0">
                <a:solidFill>
                  <a:schemeClr val="tx1"/>
                </a:solidFill>
              </a:defRPr>
            </a:lvl4pPr>
            <a:lvl5pPr marL="759864" indent="-249888">
              <a:lnSpc>
                <a:spcPct val="90000"/>
              </a:lnSpc>
              <a:defRPr>
                <a:solidFill>
                  <a:schemeClr val="tx1"/>
                </a:solidFill>
              </a:defRPr>
            </a:lvl5pPr>
            <a:lvl6pPr marL="759864" indent="-249888">
              <a:lnSpc>
                <a:spcPct val="90000"/>
              </a:lnSpc>
              <a:defRPr>
                <a:solidFill>
                  <a:schemeClr val="tx1"/>
                </a:solidFill>
              </a:defRPr>
            </a:lvl6pPr>
            <a:lvl7pPr marL="759864" indent="-249888">
              <a:lnSpc>
                <a:spcPct val="90000"/>
              </a:lnSpc>
              <a:defRPr>
                <a:solidFill>
                  <a:schemeClr val="tx1"/>
                </a:solidFill>
              </a:defRPr>
            </a:lvl7pPr>
            <a:lvl8pPr marL="759864" indent="-249888">
              <a:lnSpc>
                <a:spcPct val="90000"/>
              </a:lnSpc>
              <a:defRPr>
                <a:solidFill>
                  <a:schemeClr val="tx1"/>
                </a:solidFill>
              </a:defRPr>
            </a:lvl8pPr>
            <a:lvl9pPr marL="759864" indent="-249888">
              <a:lnSpc>
                <a:spcPct val="90000"/>
              </a:lnSpc>
              <a:defRPr>
                <a:solidFill>
                  <a:schemeClr val="tx1"/>
                </a:solidFill>
              </a:defRPr>
            </a:lvl9pPr>
          </a:lstStyle>
          <a:p>
            <a:pPr marL="257538" marR="0" lvl="0" indent="-257538" algn="l" defTabSz="647670" rtl="0" eaLnBrk="1" fontAlgn="auto" latinLnBrk="0" hangingPunct="1">
              <a:lnSpc>
                <a:spcPct val="100000"/>
              </a:lnSpc>
              <a:spcBef>
                <a:spcPts val="708"/>
              </a:spcBef>
              <a:spcAft>
                <a:spcPts val="0"/>
              </a:spcAft>
              <a:buClrTx/>
              <a:buSzTx/>
              <a:buFont typeface="Arial" panose="020B0604020202020204" pitchFamily="34" charset="0"/>
              <a:buChar char="•"/>
              <a:tabLst/>
              <a:defRPr/>
            </a:pPr>
            <a:r>
              <a:rPr lang="en-GB"/>
              <a:t>Click to add text</a:t>
            </a:r>
          </a:p>
          <a:p>
            <a:pPr lvl="1"/>
            <a:r>
              <a:rPr lang="en-GB"/>
              <a:t>2</a:t>
            </a:r>
          </a:p>
          <a:p>
            <a:pPr lvl="2"/>
            <a:r>
              <a:rPr lang="en-GB"/>
              <a:t>3</a:t>
            </a:r>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4" name="Pladsholder til indhold 3">
            <a:extLst>
              <a:ext uri="{FF2B5EF4-FFF2-40B4-BE49-F238E27FC236}">
                <a16:creationId xmlns:a16="http://schemas.microsoft.com/office/drawing/2014/main" id="{D13A21B6-F7F5-D15B-402D-6C21868F8788}"/>
              </a:ext>
            </a:extLst>
          </p:cNvPr>
          <p:cNvSpPr>
            <a:spLocks noGrp="1"/>
          </p:cNvSpPr>
          <p:nvPr>
            <p:ph sz="half" idx="2" hasCustomPrompt="1"/>
          </p:nvPr>
        </p:nvSpPr>
        <p:spPr>
          <a:xfrm>
            <a:off x="4424250" y="1588255"/>
            <a:ext cx="3794400" cy="2881764"/>
          </a:xfrm>
        </p:spPr>
        <p:txBody>
          <a:bodyPr vert="horz" lIns="0" tIns="0" rIns="0" bIns="0" rtlCol="0">
            <a:noAutofit/>
          </a:bodyPr>
          <a:lstStyle>
            <a:lvl1pPr>
              <a:defRPr lang="da-DK" b="0" i="0" baseline="0" dirty="0" smtClean="0"/>
            </a:lvl1pPr>
            <a:lvl2pPr>
              <a:defRPr lang="da-DK" b="0" i="0" baseline="0" dirty="0" smtClean="0"/>
            </a:lvl2pPr>
            <a:lvl3pPr marL="759864" indent="-249888">
              <a:lnSpc>
                <a:spcPct val="90000"/>
              </a:lnSpc>
              <a:defRPr lang="da-DK" b="0" i="0" baseline="0" dirty="0" smtClean="0"/>
            </a:lvl3pPr>
            <a:lvl4pPr marL="759864" indent="-249888">
              <a:lnSpc>
                <a:spcPct val="90000"/>
              </a:lnSpc>
              <a:buFont typeface="Arial" panose="020B0604020202020204" pitchFamily="34" charset="0"/>
              <a:buChar char="•"/>
              <a:defRPr lang="da-DK" dirty="0" smtClean="0"/>
            </a:lvl4pPr>
            <a:lvl5pPr marL="759864" indent="-249888">
              <a:lnSpc>
                <a:spcPct val="90000"/>
              </a:lnSpc>
              <a:defRPr lang="da-DK" dirty="0"/>
            </a:lvl5pPr>
            <a:lvl6pPr marL="759864" indent="-249888">
              <a:lnSpc>
                <a:spcPct val="90000"/>
              </a:lnSpc>
              <a:defRPr/>
            </a:lvl6pPr>
            <a:lvl7pPr marL="759864" indent="-249888">
              <a:lnSpc>
                <a:spcPct val="90000"/>
              </a:lnSpc>
              <a:defRPr/>
            </a:lvl7pPr>
            <a:lvl8pPr marL="759864" indent="-249888">
              <a:lnSpc>
                <a:spcPct val="90000"/>
              </a:lnSpc>
              <a:buFont typeface="Arial" panose="020B0604020202020204" pitchFamily="34" charset="0"/>
              <a:buChar char="•"/>
              <a:defRPr/>
            </a:lvl8pPr>
            <a:lvl9pPr marL="759864" indent="-249888">
              <a:lnSpc>
                <a:spcPct val="90000"/>
              </a:lnSpc>
              <a:defRPr/>
            </a:lvl9pPr>
          </a:lstStyle>
          <a:p>
            <a:pPr lvl="0"/>
            <a:r>
              <a:rPr lang="en-GB"/>
              <a:t>Click to add text</a:t>
            </a:r>
          </a:p>
          <a:p>
            <a:pPr lvl="1"/>
            <a:r>
              <a:rPr lang="en-GB" err="1"/>
              <a:t>Andet</a:t>
            </a:r>
            <a:r>
              <a:rPr lang="en-GB"/>
              <a:t> </a:t>
            </a:r>
            <a:r>
              <a:rPr lang="en-GB" err="1"/>
              <a:t>niveau</a:t>
            </a:r>
            <a:endParaRPr lang="en-GB"/>
          </a:p>
          <a:p>
            <a:pPr lvl="2"/>
            <a:r>
              <a:rPr lang="en-GB" err="1"/>
              <a:t>Tredje</a:t>
            </a:r>
            <a:r>
              <a:rPr lang="en-GB"/>
              <a:t> </a:t>
            </a:r>
            <a:r>
              <a:rPr lang="en-GB" err="1"/>
              <a:t>niveau</a:t>
            </a:r>
            <a:endParaRPr lang="en-GB"/>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5" name="Pladsholder til dato 4"/>
          <p:cNvSpPr>
            <a:spLocks noGrp="1"/>
          </p:cNvSpPr>
          <p:nvPr>
            <p:ph type="dt" sz="half" idx="10"/>
          </p:nvPr>
        </p:nvSpPr>
        <p:spPr/>
        <p:txBody>
          <a:bodyPr/>
          <a:lstStyle/>
          <a:p>
            <a:fld id="{2FC8E691-BE0D-4934-9C30-12FC42105A2C}"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
        <p:nvSpPr>
          <p:cNvPr id="8" name="TextBox 1">
            <a:extLst>
              <a:ext uri="{FF2B5EF4-FFF2-40B4-BE49-F238E27FC236}">
                <a16:creationId xmlns:a16="http://schemas.microsoft.com/office/drawing/2014/main" id="{C25972C5-CAD7-9DDE-E435-195811719418}"/>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bg1"/>
                </a:solidFill>
                <a:latin typeface="Microsoft New Tai Lue"/>
              </a:rPr>
              <a:t>Highlight words </a:t>
            </a:r>
            <a:r>
              <a:rPr lang="en-GB" sz="992" b="0">
                <a:solidFill>
                  <a:schemeClr val="bg1"/>
                </a:solidFill>
                <a:latin typeface="Microsoft New Tai Lue"/>
              </a:rPr>
              <a:t>in headline using </a:t>
            </a:r>
            <a:r>
              <a:rPr lang="en-GB" sz="992" b="1">
                <a:solidFill>
                  <a:schemeClr val="bg1"/>
                </a:solidFill>
                <a:latin typeface="Microsoft New Tai Lue"/>
              </a:rPr>
              <a:t>bold   </a:t>
            </a:r>
            <a:endParaRPr lang="en-GB" sz="992" b="0">
              <a:solidFill>
                <a:schemeClr val="bg1"/>
              </a:solidFill>
              <a:latin typeface="Microsoft New Tai Lue"/>
            </a:endParaRPr>
          </a:p>
        </p:txBody>
      </p:sp>
    </p:spTree>
    <p:extLst>
      <p:ext uri="{BB962C8B-B14F-4D97-AF65-F5344CB8AC3E}">
        <p14:creationId xmlns:p14="http://schemas.microsoft.com/office/powerpoint/2010/main" val="141900884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934">
          <p15:clr>
            <a:srgbClr val="F26B43"/>
          </p15:clr>
        </p15:guide>
        <p15:guide id="2" pos="3746">
          <p15:clr>
            <a:srgbClr val="F26B43"/>
          </p15:clr>
        </p15:guide>
        <p15:guide id="3" orient="horz" pos="1410">
          <p15:clr>
            <a:srgbClr val="F26B43"/>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one bullet list">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17182" y="440247"/>
            <a:ext cx="7800512" cy="612516"/>
          </a:xfrm>
        </p:spPr>
        <p:txBody>
          <a:bodyPr/>
          <a:lstStyle>
            <a:lvl1pPr>
              <a:defRPr sz="2267" b="1" i="0" baseline="0">
                <a:solidFill>
                  <a:schemeClr val="tx1"/>
                </a:solidFill>
              </a:defRPr>
            </a:lvl1pPr>
          </a:lstStyle>
          <a:p>
            <a:pPr lvl="0"/>
            <a:r>
              <a:rPr lang="en-GB"/>
              <a:t>Click to add title</a:t>
            </a:r>
          </a:p>
        </p:txBody>
      </p:sp>
      <p:sp>
        <p:nvSpPr>
          <p:cNvPr id="3" name="Pladsholder til indhold 3"/>
          <p:cNvSpPr>
            <a:spLocks noGrp="1"/>
          </p:cNvSpPr>
          <p:nvPr>
            <p:ph idx="1" hasCustomPrompt="1"/>
          </p:nvPr>
        </p:nvSpPr>
        <p:spPr>
          <a:xfrm>
            <a:off x="417182" y="1155224"/>
            <a:ext cx="7800512" cy="3314794"/>
          </a:xfrm>
        </p:spPr>
        <p:txBody>
          <a:bodyPr vert="horz" lIns="0" tIns="0" rIns="0" bIns="0" rtlCol="0">
            <a:noAutofit/>
          </a:bodyPr>
          <a:lstStyle>
            <a:lvl1pPr marL="242876" indent="-242876">
              <a:buFont typeface="Arial" panose="020B0604020202020204" pitchFamily="34" charset="0"/>
              <a:buChar char="•"/>
              <a:defRPr lang="da-DK" sz="2267" b="0" i="0" baseline="0" dirty="0" smtClean="0">
                <a:solidFill>
                  <a:schemeClr val="tx1"/>
                </a:solidFill>
              </a:defRPr>
            </a:lvl1pPr>
            <a:lvl2pPr>
              <a:defRPr lang="da-DK" b="0" i="0" baseline="0" dirty="0" smtClean="0">
                <a:solidFill>
                  <a:schemeClr val="tx1"/>
                </a:solidFill>
              </a:defRPr>
            </a:lvl2pPr>
            <a:lvl3pPr>
              <a:defRPr lang="da-DK" b="0" i="0" baseline="0" dirty="0" smtClean="0">
                <a:solidFill>
                  <a:schemeClr val="tx1"/>
                </a:solidFill>
              </a:defRPr>
            </a:lvl3pPr>
            <a:lvl4pPr marL="759864" indent="-249888">
              <a:buFont typeface="Arial" panose="020B0604020202020204" pitchFamily="34" charset="0"/>
              <a:buChar char="•"/>
              <a:defRPr/>
            </a:lvl4pPr>
          </a:lstStyle>
          <a:p>
            <a:pPr lvl="0"/>
            <a:r>
              <a:rPr lang="en-GB"/>
              <a:t>Click to add text</a:t>
            </a:r>
          </a:p>
        </p:txBody>
      </p:sp>
      <p:sp>
        <p:nvSpPr>
          <p:cNvPr id="4" name="Pladsholder til dato 3"/>
          <p:cNvSpPr>
            <a:spLocks noGrp="1"/>
          </p:cNvSpPr>
          <p:nvPr>
            <p:ph type="dt" sz="half" idx="10"/>
          </p:nvPr>
        </p:nvSpPr>
        <p:spPr/>
        <p:txBody>
          <a:bodyPr/>
          <a:lstStyle/>
          <a:p>
            <a:fld id="{833ABE37-F289-4BB8-B1E0-101EB4AC95E3}" type="datetime1">
              <a:rPr lang="en-GB" smtClean="0"/>
              <a:t>26/05/2026</a:t>
            </a:fld>
            <a:endParaRPr lang="en-GB"/>
          </a:p>
        </p:txBody>
      </p:sp>
      <p:sp>
        <p:nvSpPr>
          <p:cNvPr id="5" name="Pladsholder til sidefod 4"/>
          <p:cNvSpPr>
            <a:spLocks noGrp="1"/>
          </p:cNvSpPr>
          <p:nvPr>
            <p:ph type="ftr" sz="quarter" idx="11"/>
          </p:nvPr>
        </p:nvSpPr>
        <p:spPr/>
        <p:txBody>
          <a:bodyPr/>
          <a:lstStyle/>
          <a:p>
            <a:endParaRPr lang="en-GB"/>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4124516406"/>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10" name="Tekstfelt 8">
            <a:extLst>
              <a:ext uri="{FF2B5EF4-FFF2-40B4-BE49-F238E27FC236}">
                <a16:creationId xmlns:a16="http://schemas.microsoft.com/office/drawing/2014/main" id="{3E866D85-79EE-184D-80E1-3ED545621736}"/>
              </a:ext>
            </a:extLst>
          </p:cNvPr>
          <p:cNvSpPr txBox="1"/>
          <p:nvPr userDrawn="1"/>
        </p:nvSpPr>
        <p:spPr>
          <a:xfrm>
            <a:off x="298407" y="434694"/>
            <a:ext cx="827063" cy="618069"/>
          </a:xfrm>
          <a:prstGeom prst="rect">
            <a:avLst/>
          </a:prstGeom>
          <a:noFill/>
        </p:spPr>
        <p:txBody>
          <a:bodyPr wrap="square" rtlCol="0">
            <a:noAutofit/>
          </a:bodyPr>
          <a:lstStyle/>
          <a:p>
            <a:r>
              <a:rPr lang="en-GB" sz="10625" b="1">
                <a:solidFill>
                  <a:schemeClr val="tx1"/>
                </a:solidFill>
              </a:rPr>
              <a:t>”</a:t>
            </a:r>
          </a:p>
        </p:txBody>
      </p:sp>
      <p:sp>
        <p:nvSpPr>
          <p:cNvPr id="11" name="Pladsholder til tekst 9">
            <a:extLst>
              <a:ext uri="{FF2B5EF4-FFF2-40B4-BE49-F238E27FC236}">
                <a16:creationId xmlns:a16="http://schemas.microsoft.com/office/drawing/2014/main" id="{1B53F7DA-513D-4E4A-A901-E83A56F29ACB}"/>
              </a:ext>
            </a:extLst>
          </p:cNvPr>
          <p:cNvSpPr>
            <a:spLocks noGrp="1"/>
          </p:cNvSpPr>
          <p:nvPr>
            <p:ph type="body" sz="quarter" idx="15" hasCustomPrompt="1"/>
          </p:nvPr>
        </p:nvSpPr>
        <p:spPr>
          <a:xfrm>
            <a:off x="417182" y="1155224"/>
            <a:ext cx="7800512" cy="2918459"/>
          </a:xfrm>
          <a:noFill/>
        </p:spPr>
        <p:txBody>
          <a:bodyPr lIns="0" tIns="0" rIns="0" bIns="0" anchor="t" anchorCtr="0"/>
          <a:lstStyle>
            <a:lvl1pPr marL="0" indent="0" algn="l" defTabSz="647670" rtl="0" eaLnBrk="1" latinLnBrk="0" hangingPunct="1">
              <a:lnSpc>
                <a:spcPct val="90000"/>
              </a:lnSpc>
              <a:buFont typeface="Arial" panose="020B0604020202020204" pitchFamily="34" charset="0"/>
              <a:buNone/>
              <a:defRPr lang="da-DK" sz="3400" b="0" kern="1200" cap="none" baseline="0" dirty="0" smtClean="0">
                <a:solidFill>
                  <a:schemeClr val="tx1"/>
                </a:solidFill>
                <a:latin typeface="+mn-lt"/>
                <a:ea typeface="+mn-ea"/>
                <a:cs typeface="+mn-cs"/>
              </a:defRPr>
            </a:lvl1pPr>
            <a:lvl2pPr marL="0" indent="0" algn="l" defTabSz="647670" rtl="0" eaLnBrk="1" latinLnBrk="0" hangingPunct="1">
              <a:lnSpc>
                <a:spcPct val="90000"/>
              </a:lnSpc>
              <a:buFont typeface="Arial" panose="020B0604020202020204" pitchFamily="34" charset="0"/>
              <a:buNone/>
              <a:defRPr lang="da-DK" sz="3400" b="1" kern="1200" cap="all" baseline="0" dirty="0" smtClean="0">
                <a:solidFill>
                  <a:schemeClr val="bg1"/>
                </a:solidFill>
                <a:latin typeface="+mn-lt"/>
                <a:ea typeface="+mn-ea"/>
                <a:cs typeface="+mn-cs"/>
              </a:defRPr>
            </a:lvl2pPr>
            <a:lvl3pPr marL="0" indent="0" algn="l" defTabSz="647670" rtl="0" eaLnBrk="1" latinLnBrk="0" hangingPunct="1">
              <a:lnSpc>
                <a:spcPct val="90000"/>
              </a:lnSpc>
              <a:buFont typeface="Arial" panose="020B0604020202020204" pitchFamily="34" charset="0"/>
              <a:buNone/>
              <a:defRPr lang="da-DK" sz="3400" b="1" kern="1200" cap="all" baseline="0" dirty="0" smtClean="0">
                <a:solidFill>
                  <a:schemeClr val="bg1"/>
                </a:solidFill>
                <a:latin typeface="+mn-lt"/>
                <a:ea typeface="+mn-ea"/>
                <a:cs typeface="+mn-cs"/>
              </a:defRPr>
            </a:lvl3pPr>
            <a:lvl4pPr marL="0" indent="0" algn="l" defTabSz="647670" rtl="0" eaLnBrk="1" latinLnBrk="0" hangingPunct="1">
              <a:lnSpc>
                <a:spcPct val="90000"/>
              </a:lnSpc>
              <a:buFont typeface="Arial" panose="020B0604020202020204" pitchFamily="34" charset="0"/>
              <a:buNone/>
              <a:defRPr lang="da-DK" sz="3400" b="1" kern="1200" cap="all" baseline="0" dirty="0" smtClean="0">
                <a:solidFill>
                  <a:schemeClr val="bg1"/>
                </a:solidFill>
                <a:latin typeface="+mn-lt"/>
                <a:ea typeface="+mn-ea"/>
                <a:cs typeface="+mn-cs"/>
              </a:defRPr>
            </a:lvl4pPr>
            <a:lvl5pPr marL="0" indent="0" algn="l" defTabSz="647670" rtl="0" eaLnBrk="1" latinLnBrk="0" hangingPunct="1">
              <a:lnSpc>
                <a:spcPct val="90000"/>
              </a:lnSpc>
              <a:buFont typeface="Arial" panose="020B0604020202020204" pitchFamily="34" charset="0"/>
              <a:buNone/>
              <a:defRPr lang="da-DK" sz="3400" b="1" kern="1200" cap="all" baseline="0" dirty="0">
                <a:solidFill>
                  <a:schemeClr val="bg1"/>
                </a:solidFill>
                <a:latin typeface="+mn-lt"/>
                <a:ea typeface="+mn-ea"/>
                <a:cs typeface="+mn-cs"/>
              </a:defRPr>
            </a:lvl5pPr>
          </a:lstStyle>
          <a:p>
            <a:pPr lvl="0"/>
            <a:r>
              <a:rPr lang="en-GB"/>
              <a:t>Click to add text</a:t>
            </a:r>
          </a:p>
        </p:txBody>
      </p:sp>
      <p:sp>
        <p:nvSpPr>
          <p:cNvPr id="12" name="Pladsholder til tekst 14">
            <a:extLst>
              <a:ext uri="{FF2B5EF4-FFF2-40B4-BE49-F238E27FC236}">
                <a16:creationId xmlns:a16="http://schemas.microsoft.com/office/drawing/2014/main" id="{E095D626-8544-1B49-AD85-894AF4011815}"/>
              </a:ext>
            </a:extLst>
          </p:cNvPr>
          <p:cNvSpPr>
            <a:spLocks noGrp="1"/>
          </p:cNvSpPr>
          <p:nvPr>
            <p:ph type="body" sz="quarter" idx="13" hasCustomPrompt="1"/>
          </p:nvPr>
        </p:nvSpPr>
        <p:spPr>
          <a:xfrm>
            <a:off x="418200" y="4209433"/>
            <a:ext cx="7800450" cy="260585"/>
          </a:xfrm>
        </p:spPr>
        <p:txBody>
          <a:bodyPr anchor="b" anchorCtr="0">
            <a:noAutofit/>
          </a:bodyPr>
          <a:lstStyle>
            <a:lvl1pPr marL="0" indent="0">
              <a:spcBef>
                <a:spcPts val="354"/>
              </a:spcBef>
              <a:buNone/>
              <a:defRPr sz="1700" b="0" baseline="0">
                <a:solidFill>
                  <a:schemeClr val="tx1"/>
                </a:solidFill>
              </a:defRPr>
            </a:lvl1pPr>
          </a:lstStyle>
          <a:p>
            <a:pPr lvl="0"/>
            <a:r>
              <a:rPr lang="en-GB"/>
              <a:t>Name, source</a:t>
            </a:r>
          </a:p>
        </p:txBody>
      </p:sp>
      <p:sp>
        <p:nvSpPr>
          <p:cNvPr id="4" name="Pladsholder til dato 3"/>
          <p:cNvSpPr>
            <a:spLocks noGrp="1"/>
          </p:cNvSpPr>
          <p:nvPr>
            <p:ph type="dt" sz="half" idx="10"/>
          </p:nvPr>
        </p:nvSpPr>
        <p:spPr/>
        <p:txBody>
          <a:bodyPr/>
          <a:lstStyle/>
          <a:p>
            <a:fld id="{B5674BC4-6516-49EF-A62A-EB81A07AF391}" type="datetime1">
              <a:rPr lang="en-GB" smtClean="0"/>
              <a:t>26/05/2026</a:t>
            </a:fld>
            <a:endParaRPr lang="en-GB"/>
          </a:p>
        </p:txBody>
      </p:sp>
      <p:sp>
        <p:nvSpPr>
          <p:cNvPr id="5" name="Pladsholder til sidefod 4"/>
          <p:cNvSpPr>
            <a:spLocks noGrp="1"/>
          </p:cNvSpPr>
          <p:nvPr>
            <p:ph type="ftr" sz="quarter" idx="11"/>
          </p:nvPr>
        </p:nvSpPr>
        <p:spPr/>
        <p:txBody>
          <a:bodyPr/>
          <a:lstStyle/>
          <a:p>
            <a:endParaRPr lang="en-GB"/>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3381451640"/>
      </p:ext>
    </p:extLst>
  </p:cSld>
  <p:clrMapOvr>
    <a:overrideClrMapping bg1="dk1" tx1="lt1" bg2="dk2" tx2="lt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ing">
    <p:bg>
      <p:bgPr>
        <a:solidFill>
          <a:schemeClr val="accent4"/>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B606056-13C4-B341-9D8B-68EA38303651}"/>
              </a:ext>
            </a:extLst>
          </p:cNvPr>
          <p:cNvSpPr>
            <a:spLocks noGrp="1"/>
          </p:cNvSpPr>
          <p:nvPr>
            <p:ph type="body" sz="quarter" idx="13" hasCustomPrompt="1"/>
          </p:nvPr>
        </p:nvSpPr>
        <p:spPr>
          <a:xfrm>
            <a:off x="0" y="1792874"/>
            <a:ext cx="8636000" cy="677701"/>
          </a:xfrm>
          <a:noFill/>
        </p:spPr>
        <p:txBody>
          <a:bodyPr anchor="b" anchorCtr="0"/>
          <a:lstStyle>
            <a:lvl1pPr marL="0" indent="0" algn="ctr">
              <a:buFontTx/>
              <a:buNone/>
              <a:defRPr sz="4675" b="1" baseline="0">
                <a:solidFill>
                  <a:schemeClr val="tx1"/>
                </a:solidFill>
              </a:defRPr>
            </a:lvl1pPr>
          </a:lstStyle>
          <a:p>
            <a:pPr lvl="0"/>
            <a:r>
              <a:rPr lang="en-GB"/>
              <a:t>Click to add text</a:t>
            </a:r>
          </a:p>
        </p:txBody>
      </p:sp>
      <p:sp>
        <p:nvSpPr>
          <p:cNvPr id="10" name="Text Placeholder 4">
            <a:extLst>
              <a:ext uri="{FF2B5EF4-FFF2-40B4-BE49-F238E27FC236}">
                <a16:creationId xmlns:a16="http://schemas.microsoft.com/office/drawing/2014/main" id="{9FA67884-B97F-CB46-AABC-75F5273BB984}"/>
              </a:ext>
            </a:extLst>
          </p:cNvPr>
          <p:cNvSpPr>
            <a:spLocks noGrp="1"/>
          </p:cNvSpPr>
          <p:nvPr>
            <p:ph type="body" sz="quarter" idx="15" hasCustomPrompt="1"/>
          </p:nvPr>
        </p:nvSpPr>
        <p:spPr>
          <a:xfrm>
            <a:off x="0" y="2524858"/>
            <a:ext cx="8636000" cy="677701"/>
          </a:xfrm>
          <a:noFill/>
        </p:spPr>
        <p:txBody>
          <a:bodyPr/>
          <a:lstStyle>
            <a:lvl1pPr marL="0" indent="0" algn="ctr">
              <a:buFontTx/>
              <a:buNone/>
              <a:defRPr sz="4675" b="0" baseline="0">
                <a:solidFill>
                  <a:schemeClr val="tx1"/>
                </a:solidFill>
              </a:defRPr>
            </a:lvl1pPr>
          </a:lstStyle>
          <a:p>
            <a:pPr lvl="0"/>
            <a:r>
              <a:rPr lang="en-GB"/>
              <a:t>Click to add text</a:t>
            </a:r>
          </a:p>
        </p:txBody>
      </p:sp>
      <p:sp>
        <p:nvSpPr>
          <p:cNvPr id="4" name="Pladsholder til dato 3"/>
          <p:cNvSpPr>
            <a:spLocks noGrp="1"/>
          </p:cNvSpPr>
          <p:nvPr>
            <p:ph type="dt" sz="half" idx="10"/>
          </p:nvPr>
        </p:nvSpPr>
        <p:spPr/>
        <p:txBody>
          <a:bodyPr/>
          <a:lstStyle/>
          <a:p>
            <a:fld id="{C7ED15D5-9A7E-477A-A544-9723531FD0FA}" type="datetime1">
              <a:rPr lang="en-GB" smtClean="0"/>
              <a:t>26/05/2026</a:t>
            </a:fld>
            <a:endParaRPr lang="en-GB"/>
          </a:p>
        </p:txBody>
      </p:sp>
      <p:sp>
        <p:nvSpPr>
          <p:cNvPr id="5" name="Pladsholder til sidefod 4"/>
          <p:cNvSpPr>
            <a:spLocks noGrp="1"/>
          </p:cNvSpPr>
          <p:nvPr>
            <p:ph type="ftr" sz="quarter" idx="11"/>
          </p:nvPr>
        </p:nvSpPr>
        <p:spPr/>
        <p:txBody>
          <a:bodyPr/>
          <a:lstStyle/>
          <a:p>
            <a:endParaRPr lang="en-GB"/>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1227730678"/>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Numbers">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8BDF7CB8-A29D-FD7D-E01C-9FA290029336}"/>
              </a:ext>
            </a:extLst>
          </p:cNvPr>
          <p:cNvSpPr>
            <a:spLocks noGrp="1" noChangeAspect="1"/>
          </p:cNvSpPr>
          <p:nvPr>
            <p:ph type="body" sz="quarter" idx="38" hasCustomPrompt="1"/>
          </p:nvPr>
        </p:nvSpPr>
        <p:spPr>
          <a:xfrm>
            <a:off x="420072" y="704082"/>
            <a:ext cx="823650" cy="824727"/>
          </a:xfrm>
          <a:prstGeom prst="ellipse">
            <a:avLst/>
          </a:prstGeom>
          <a:solidFill>
            <a:schemeClr val="tx1">
              <a:alpha val="20000"/>
            </a:schemeClr>
          </a:solidFill>
        </p:spPr>
        <p:txBody>
          <a:bodyPr tIns="72000" anchor="ctr" anchorCtr="0"/>
          <a:lstStyle>
            <a:lvl1pPr marL="0" indent="0" algn="ctr">
              <a:spcBef>
                <a:spcPts val="0"/>
              </a:spcBef>
              <a:buNone/>
              <a:defRPr sz="4250" b="1"/>
            </a:lvl1pPr>
          </a:lstStyle>
          <a:p>
            <a:pPr lvl="0"/>
            <a:r>
              <a:rPr lang="en-GB"/>
              <a:t>1</a:t>
            </a:r>
          </a:p>
        </p:txBody>
      </p:sp>
      <p:sp>
        <p:nvSpPr>
          <p:cNvPr id="9" name="Text Placeholder 8">
            <a:extLst>
              <a:ext uri="{FF2B5EF4-FFF2-40B4-BE49-F238E27FC236}">
                <a16:creationId xmlns:a16="http://schemas.microsoft.com/office/drawing/2014/main" id="{80999F43-7DCD-0386-4C37-C66F637D75F4}"/>
              </a:ext>
            </a:extLst>
          </p:cNvPr>
          <p:cNvSpPr>
            <a:spLocks noGrp="1"/>
          </p:cNvSpPr>
          <p:nvPr>
            <p:ph type="body" sz="quarter" idx="39" hasCustomPrompt="1"/>
          </p:nvPr>
        </p:nvSpPr>
        <p:spPr>
          <a:xfrm>
            <a:off x="1370844" y="704082"/>
            <a:ext cx="2543295" cy="824727"/>
          </a:xfrm>
        </p:spPr>
        <p:txBody>
          <a:bodyPr anchor="ctr" anchorCtr="0"/>
          <a:lstStyle>
            <a:lvl1pPr marL="0" indent="0">
              <a:spcBef>
                <a:spcPts val="0"/>
              </a:spcBef>
              <a:buNone/>
              <a:defRPr sz="1983" b="1"/>
            </a:lvl1pPr>
            <a:lvl2pPr marL="0" indent="0">
              <a:buNone/>
              <a:defRPr sz="1983" b="1"/>
            </a:lvl2pPr>
            <a:lvl3pPr marL="0" indent="0">
              <a:buNone/>
              <a:defRPr sz="1983" b="1"/>
            </a:lvl3pPr>
            <a:lvl4pPr marL="0" indent="0">
              <a:buNone/>
              <a:defRPr sz="1983" b="1"/>
            </a:lvl4pPr>
            <a:lvl5pPr marL="0" indent="0">
              <a:buNone/>
              <a:defRPr sz="1983" b="1"/>
            </a:lvl5pPr>
          </a:lstStyle>
          <a:p>
            <a:pPr lvl="0"/>
            <a:r>
              <a:rPr lang="en-GB"/>
              <a:t>Click to add text</a:t>
            </a:r>
          </a:p>
        </p:txBody>
      </p:sp>
      <p:sp>
        <p:nvSpPr>
          <p:cNvPr id="13" name="Text Placeholder 12">
            <a:extLst>
              <a:ext uri="{FF2B5EF4-FFF2-40B4-BE49-F238E27FC236}">
                <a16:creationId xmlns:a16="http://schemas.microsoft.com/office/drawing/2014/main" id="{5A0FE321-409A-CB41-0D2F-3A239A66393D}"/>
              </a:ext>
            </a:extLst>
          </p:cNvPr>
          <p:cNvSpPr>
            <a:spLocks noGrp="1" noChangeAspect="1"/>
          </p:cNvSpPr>
          <p:nvPr>
            <p:ph type="body" sz="quarter" idx="40" hasCustomPrompt="1"/>
          </p:nvPr>
        </p:nvSpPr>
        <p:spPr>
          <a:xfrm>
            <a:off x="4315735" y="646294"/>
            <a:ext cx="823650" cy="824727"/>
          </a:xfrm>
          <a:prstGeom prst="ellipse">
            <a:avLst/>
          </a:prstGeom>
          <a:solidFill>
            <a:schemeClr val="tx1">
              <a:alpha val="20000"/>
            </a:schemeClr>
          </a:solidFill>
        </p:spPr>
        <p:txBody>
          <a:bodyPr tIns="72000" anchor="ctr" anchorCtr="0"/>
          <a:lstStyle>
            <a:lvl1pPr marL="0" indent="0" algn="ctr">
              <a:buNone/>
              <a:defRPr sz="4250" b="1"/>
            </a:lvl1pPr>
          </a:lstStyle>
          <a:p>
            <a:pPr lvl="0"/>
            <a:r>
              <a:rPr lang="en-GB"/>
              <a:t>2</a:t>
            </a:r>
          </a:p>
        </p:txBody>
      </p:sp>
      <p:sp>
        <p:nvSpPr>
          <p:cNvPr id="16" name="Text Placeholder 15">
            <a:extLst>
              <a:ext uri="{FF2B5EF4-FFF2-40B4-BE49-F238E27FC236}">
                <a16:creationId xmlns:a16="http://schemas.microsoft.com/office/drawing/2014/main" id="{E85D9037-4808-3FB4-8291-164C228C83E2}"/>
              </a:ext>
            </a:extLst>
          </p:cNvPr>
          <p:cNvSpPr>
            <a:spLocks noGrp="1"/>
          </p:cNvSpPr>
          <p:nvPr>
            <p:ph type="body" sz="quarter" idx="41" hasCustomPrompt="1"/>
          </p:nvPr>
        </p:nvSpPr>
        <p:spPr>
          <a:xfrm>
            <a:off x="5268771" y="646294"/>
            <a:ext cx="2624957" cy="824727"/>
          </a:xfrm>
        </p:spPr>
        <p:txBody>
          <a:bodyPr anchor="ctr" anchorCtr="0"/>
          <a:lstStyle>
            <a:lvl1pPr marL="0" indent="0">
              <a:lnSpc>
                <a:spcPct val="100000"/>
              </a:lnSpc>
              <a:spcBef>
                <a:spcPts val="0"/>
              </a:spcBef>
              <a:spcAft>
                <a:spcPts val="0"/>
              </a:spcAft>
              <a:buNone/>
              <a:defRPr sz="1983" b="1"/>
            </a:lvl1pPr>
            <a:lvl2pPr marL="0" indent="0">
              <a:lnSpc>
                <a:spcPct val="100000"/>
              </a:lnSpc>
              <a:spcBef>
                <a:spcPts val="0"/>
              </a:spcBef>
              <a:spcAft>
                <a:spcPts val="0"/>
              </a:spcAft>
              <a:buNone/>
              <a:defRPr sz="1983" b="1"/>
            </a:lvl2pPr>
            <a:lvl3pPr marL="0" indent="0">
              <a:lnSpc>
                <a:spcPct val="100000"/>
              </a:lnSpc>
              <a:spcBef>
                <a:spcPts val="0"/>
              </a:spcBef>
              <a:spcAft>
                <a:spcPts val="0"/>
              </a:spcAft>
              <a:buNone/>
              <a:defRPr sz="1983" b="1"/>
            </a:lvl3pPr>
            <a:lvl4pPr marL="0" indent="0">
              <a:lnSpc>
                <a:spcPct val="100000"/>
              </a:lnSpc>
              <a:spcBef>
                <a:spcPts val="0"/>
              </a:spcBef>
              <a:spcAft>
                <a:spcPts val="0"/>
              </a:spcAft>
              <a:buNone/>
              <a:defRPr sz="1983" b="1"/>
            </a:lvl4pPr>
            <a:lvl5pPr marL="0" indent="0">
              <a:lnSpc>
                <a:spcPct val="100000"/>
              </a:lnSpc>
              <a:spcBef>
                <a:spcPts val="0"/>
              </a:spcBef>
              <a:spcAft>
                <a:spcPts val="0"/>
              </a:spcAft>
              <a:buNone/>
              <a:defRPr sz="1983" b="1"/>
            </a:lvl5pPr>
          </a:lstStyle>
          <a:p>
            <a:pPr lvl="0"/>
            <a:r>
              <a:rPr lang="en-GB"/>
              <a:t>Click to add text</a:t>
            </a:r>
          </a:p>
        </p:txBody>
      </p:sp>
      <p:sp>
        <p:nvSpPr>
          <p:cNvPr id="18" name="Text Placeholder 17">
            <a:extLst>
              <a:ext uri="{FF2B5EF4-FFF2-40B4-BE49-F238E27FC236}">
                <a16:creationId xmlns:a16="http://schemas.microsoft.com/office/drawing/2014/main" id="{34F98610-1AA8-ED76-CB97-422A1761A39E}"/>
              </a:ext>
            </a:extLst>
          </p:cNvPr>
          <p:cNvSpPr>
            <a:spLocks noGrp="1"/>
          </p:cNvSpPr>
          <p:nvPr>
            <p:ph type="body" sz="quarter" idx="42" hasCustomPrompt="1"/>
          </p:nvPr>
        </p:nvSpPr>
        <p:spPr>
          <a:xfrm>
            <a:off x="1609948" y="1709191"/>
            <a:ext cx="823650" cy="824727"/>
          </a:xfrm>
          <a:prstGeom prst="ellipse">
            <a:avLst/>
          </a:prstGeom>
          <a:solidFill>
            <a:schemeClr val="tx1">
              <a:alpha val="20000"/>
            </a:schemeClr>
          </a:solidFill>
        </p:spPr>
        <p:txBody>
          <a:bodyPr tIns="72000" anchor="ctr" anchorCtr="0"/>
          <a:lstStyle>
            <a:lvl1pPr marL="0" indent="0" algn="ctr">
              <a:buNone/>
              <a:defRPr sz="4250" b="1"/>
            </a:lvl1pPr>
            <a:lvl2pPr marL="255245" indent="0" algn="ctr">
              <a:buNone/>
              <a:defRPr sz="1983" b="1"/>
            </a:lvl2pPr>
            <a:lvl3pPr marL="509976" indent="0" algn="ctr">
              <a:buNone/>
              <a:defRPr sz="1983" b="1"/>
            </a:lvl3pPr>
            <a:lvl4pPr marL="509976" indent="0" algn="ctr">
              <a:buNone/>
              <a:defRPr sz="1983" b="1"/>
            </a:lvl4pPr>
            <a:lvl5pPr marL="509976" indent="0" algn="ctr">
              <a:buNone/>
              <a:defRPr sz="1983" b="1"/>
            </a:lvl5pPr>
          </a:lstStyle>
          <a:p>
            <a:pPr lvl="0"/>
            <a:r>
              <a:rPr lang="en-GB"/>
              <a:t>3</a:t>
            </a:r>
          </a:p>
        </p:txBody>
      </p:sp>
      <p:sp>
        <p:nvSpPr>
          <p:cNvPr id="20" name="Text Placeholder 19">
            <a:extLst>
              <a:ext uri="{FF2B5EF4-FFF2-40B4-BE49-F238E27FC236}">
                <a16:creationId xmlns:a16="http://schemas.microsoft.com/office/drawing/2014/main" id="{04C99C31-A019-EB05-99AD-9B5C4892C3E5}"/>
              </a:ext>
            </a:extLst>
          </p:cNvPr>
          <p:cNvSpPr>
            <a:spLocks noGrp="1"/>
          </p:cNvSpPr>
          <p:nvPr>
            <p:ph type="body" sz="quarter" idx="43" hasCustomPrompt="1"/>
          </p:nvPr>
        </p:nvSpPr>
        <p:spPr>
          <a:xfrm>
            <a:off x="2564632" y="1709191"/>
            <a:ext cx="2205103" cy="824727"/>
          </a:xfrm>
        </p:spPr>
        <p:txBody>
          <a:bodyPr anchor="ctr" anchorCtr="0"/>
          <a:lstStyle>
            <a:lvl1pPr marL="0" indent="0">
              <a:lnSpc>
                <a:spcPct val="100000"/>
              </a:lnSpc>
              <a:spcBef>
                <a:spcPts val="0"/>
              </a:spcBef>
              <a:spcAft>
                <a:spcPts val="0"/>
              </a:spcAft>
              <a:buNone/>
              <a:defRPr sz="1983" b="1"/>
            </a:lvl1pPr>
            <a:lvl2pPr marL="0" indent="0">
              <a:buNone/>
              <a:defRPr sz="1983" b="1"/>
            </a:lvl2pPr>
            <a:lvl3pPr marL="0" indent="0">
              <a:buNone/>
              <a:defRPr sz="1983" b="1"/>
            </a:lvl3pPr>
            <a:lvl4pPr marL="0" indent="0">
              <a:buNone/>
              <a:defRPr sz="1983" b="1"/>
            </a:lvl4pPr>
            <a:lvl5pPr marL="0" indent="0">
              <a:buNone/>
              <a:defRPr sz="1983" b="1"/>
            </a:lvl5pPr>
          </a:lstStyle>
          <a:p>
            <a:pPr lvl="0"/>
            <a:r>
              <a:rPr lang="en-GB"/>
              <a:t>Click to add text</a:t>
            </a:r>
          </a:p>
        </p:txBody>
      </p:sp>
      <p:sp>
        <p:nvSpPr>
          <p:cNvPr id="22" name="Text Placeholder 21">
            <a:extLst>
              <a:ext uri="{FF2B5EF4-FFF2-40B4-BE49-F238E27FC236}">
                <a16:creationId xmlns:a16="http://schemas.microsoft.com/office/drawing/2014/main" id="{DA112A83-1D6E-E31B-3869-56E056FE8E0E}"/>
              </a:ext>
            </a:extLst>
          </p:cNvPr>
          <p:cNvSpPr>
            <a:spLocks noGrp="1"/>
          </p:cNvSpPr>
          <p:nvPr>
            <p:ph type="body" sz="quarter" idx="44" hasCustomPrompt="1"/>
          </p:nvPr>
        </p:nvSpPr>
        <p:spPr>
          <a:xfrm>
            <a:off x="5091642" y="2106651"/>
            <a:ext cx="823650" cy="824727"/>
          </a:xfrm>
          <a:prstGeom prst="ellipse">
            <a:avLst/>
          </a:prstGeom>
          <a:solidFill>
            <a:schemeClr val="tx1">
              <a:alpha val="20000"/>
            </a:schemeClr>
          </a:solidFill>
        </p:spPr>
        <p:txBody>
          <a:bodyPr tIns="72000" anchor="ctr" anchorCtr="0"/>
          <a:lstStyle>
            <a:lvl1pPr marL="0" indent="0" algn="ctr">
              <a:buNone/>
              <a:defRPr sz="4250" b="1"/>
            </a:lvl1pPr>
            <a:lvl2pPr marL="255245" indent="0" algn="ctr">
              <a:buNone/>
              <a:defRPr sz="1983" b="1"/>
            </a:lvl2pPr>
            <a:lvl3pPr marL="509976" indent="0" algn="ctr">
              <a:buNone/>
              <a:defRPr sz="1983" b="1"/>
            </a:lvl3pPr>
            <a:lvl4pPr marL="509976" indent="0" algn="ctr">
              <a:buNone/>
              <a:defRPr sz="1983" b="1"/>
            </a:lvl4pPr>
            <a:lvl5pPr marL="509976" indent="0" algn="ctr">
              <a:buNone/>
              <a:defRPr sz="1983" b="1"/>
            </a:lvl5pPr>
          </a:lstStyle>
          <a:p>
            <a:pPr lvl="0"/>
            <a:r>
              <a:rPr lang="en-GB"/>
              <a:t>4</a:t>
            </a:r>
          </a:p>
        </p:txBody>
      </p:sp>
      <p:sp>
        <p:nvSpPr>
          <p:cNvPr id="24" name="Text Placeholder 23">
            <a:extLst>
              <a:ext uri="{FF2B5EF4-FFF2-40B4-BE49-F238E27FC236}">
                <a16:creationId xmlns:a16="http://schemas.microsoft.com/office/drawing/2014/main" id="{F5507CD6-BB87-26DA-1CB3-C86DBC2ACD10}"/>
              </a:ext>
            </a:extLst>
          </p:cNvPr>
          <p:cNvSpPr>
            <a:spLocks noGrp="1"/>
          </p:cNvSpPr>
          <p:nvPr>
            <p:ph type="body" sz="quarter" idx="45" hasCustomPrompt="1"/>
          </p:nvPr>
        </p:nvSpPr>
        <p:spPr>
          <a:xfrm>
            <a:off x="6046325" y="2106651"/>
            <a:ext cx="2171369" cy="824727"/>
          </a:xfrm>
        </p:spPr>
        <p:txBody>
          <a:bodyPr anchor="ctr" anchorCtr="0"/>
          <a:lstStyle>
            <a:lvl1pPr marL="0" indent="0">
              <a:lnSpc>
                <a:spcPct val="100000"/>
              </a:lnSpc>
              <a:spcBef>
                <a:spcPts val="0"/>
              </a:spcBef>
              <a:spcAft>
                <a:spcPts val="0"/>
              </a:spcAft>
              <a:buNone/>
              <a:defRPr sz="1983" b="1"/>
            </a:lvl1pPr>
            <a:lvl2pPr marL="0" indent="0">
              <a:lnSpc>
                <a:spcPct val="100000"/>
              </a:lnSpc>
              <a:spcBef>
                <a:spcPts val="0"/>
              </a:spcBef>
              <a:spcAft>
                <a:spcPts val="0"/>
              </a:spcAft>
              <a:buNone/>
              <a:defRPr sz="1983" b="1"/>
            </a:lvl2pPr>
            <a:lvl3pPr marL="0" indent="0">
              <a:lnSpc>
                <a:spcPct val="100000"/>
              </a:lnSpc>
              <a:spcBef>
                <a:spcPts val="0"/>
              </a:spcBef>
              <a:spcAft>
                <a:spcPts val="0"/>
              </a:spcAft>
              <a:buNone/>
              <a:defRPr sz="1983" b="1"/>
            </a:lvl3pPr>
            <a:lvl4pPr marL="0" indent="0">
              <a:lnSpc>
                <a:spcPct val="100000"/>
              </a:lnSpc>
              <a:spcBef>
                <a:spcPts val="0"/>
              </a:spcBef>
              <a:spcAft>
                <a:spcPts val="0"/>
              </a:spcAft>
              <a:buNone/>
              <a:defRPr sz="1983" b="1"/>
            </a:lvl4pPr>
            <a:lvl5pPr marL="0" indent="0">
              <a:lnSpc>
                <a:spcPct val="100000"/>
              </a:lnSpc>
              <a:spcBef>
                <a:spcPts val="0"/>
              </a:spcBef>
              <a:spcAft>
                <a:spcPts val="0"/>
              </a:spcAft>
              <a:buNone/>
              <a:defRPr sz="1983" b="1"/>
            </a:lvl5pPr>
          </a:lstStyle>
          <a:p>
            <a:pPr lvl="0"/>
            <a:r>
              <a:rPr lang="en-GB"/>
              <a:t>Click to add text</a:t>
            </a:r>
          </a:p>
        </p:txBody>
      </p:sp>
      <p:sp>
        <p:nvSpPr>
          <p:cNvPr id="31" name="Text Placeholder 30">
            <a:extLst>
              <a:ext uri="{FF2B5EF4-FFF2-40B4-BE49-F238E27FC236}">
                <a16:creationId xmlns:a16="http://schemas.microsoft.com/office/drawing/2014/main" id="{2EED4611-1BCD-13B0-4F45-DAEAB3529025}"/>
              </a:ext>
            </a:extLst>
          </p:cNvPr>
          <p:cNvSpPr>
            <a:spLocks noGrp="1"/>
          </p:cNvSpPr>
          <p:nvPr>
            <p:ph type="body" sz="quarter" idx="46" hasCustomPrompt="1"/>
          </p:nvPr>
        </p:nvSpPr>
        <p:spPr>
          <a:xfrm>
            <a:off x="1033397" y="3190940"/>
            <a:ext cx="823650" cy="824727"/>
          </a:xfrm>
          <a:prstGeom prst="ellipse">
            <a:avLst/>
          </a:prstGeom>
          <a:solidFill>
            <a:schemeClr val="tx1">
              <a:alpha val="20000"/>
            </a:schemeClr>
          </a:solidFill>
        </p:spPr>
        <p:txBody>
          <a:bodyPr tIns="72000" anchor="ctr" anchorCtr="0"/>
          <a:lstStyle>
            <a:lvl1pPr marL="0" indent="0" algn="ctr">
              <a:buNone/>
              <a:defRPr sz="4250" b="1"/>
            </a:lvl1pPr>
            <a:lvl2pPr marL="255245" indent="0" algn="ctr">
              <a:buNone/>
              <a:defRPr sz="1983" b="1"/>
            </a:lvl2pPr>
            <a:lvl3pPr marL="509976" indent="0" algn="ctr">
              <a:buNone/>
              <a:defRPr sz="1983" b="1"/>
            </a:lvl3pPr>
            <a:lvl4pPr marL="509976" indent="0" algn="ctr">
              <a:buNone/>
              <a:defRPr sz="1983" b="1"/>
            </a:lvl4pPr>
            <a:lvl5pPr marL="509976" indent="0" algn="ctr">
              <a:buNone/>
              <a:defRPr sz="1983" b="1"/>
            </a:lvl5pPr>
          </a:lstStyle>
          <a:p>
            <a:pPr lvl="0"/>
            <a:r>
              <a:rPr lang="en-GB"/>
              <a:t>5</a:t>
            </a:r>
          </a:p>
        </p:txBody>
      </p:sp>
      <p:sp>
        <p:nvSpPr>
          <p:cNvPr id="33" name="Text Placeholder 32">
            <a:extLst>
              <a:ext uri="{FF2B5EF4-FFF2-40B4-BE49-F238E27FC236}">
                <a16:creationId xmlns:a16="http://schemas.microsoft.com/office/drawing/2014/main" id="{B3B6A4E6-E617-BAD1-0112-A96754231B66}"/>
              </a:ext>
            </a:extLst>
          </p:cNvPr>
          <p:cNvSpPr>
            <a:spLocks noGrp="1"/>
          </p:cNvSpPr>
          <p:nvPr>
            <p:ph type="body" sz="quarter" idx="47" hasCustomPrompt="1"/>
          </p:nvPr>
        </p:nvSpPr>
        <p:spPr>
          <a:xfrm>
            <a:off x="1993559" y="3190940"/>
            <a:ext cx="2081554" cy="824727"/>
          </a:xfrm>
        </p:spPr>
        <p:txBody>
          <a:bodyPr anchor="ctr" anchorCtr="0"/>
          <a:lstStyle>
            <a:lvl1pPr marL="0" indent="0">
              <a:lnSpc>
                <a:spcPct val="100000"/>
              </a:lnSpc>
              <a:spcBef>
                <a:spcPts val="0"/>
              </a:spcBef>
              <a:spcAft>
                <a:spcPts val="0"/>
              </a:spcAft>
              <a:buNone/>
              <a:defRPr sz="1983" b="1"/>
            </a:lvl1pPr>
            <a:lvl2pPr marL="0" indent="0">
              <a:lnSpc>
                <a:spcPct val="100000"/>
              </a:lnSpc>
              <a:spcBef>
                <a:spcPts val="0"/>
              </a:spcBef>
              <a:spcAft>
                <a:spcPts val="0"/>
              </a:spcAft>
              <a:buNone/>
              <a:defRPr sz="1983" b="1"/>
            </a:lvl2pPr>
            <a:lvl3pPr marL="0" indent="0">
              <a:lnSpc>
                <a:spcPct val="100000"/>
              </a:lnSpc>
              <a:spcBef>
                <a:spcPts val="0"/>
              </a:spcBef>
              <a:spcAft>
                <a:spcPts val="0"/>
              </a:spcAft>
              <a:buNone/>
              <a:defRPr sz="1983" b="1"/>
            </a:lvl3pPr>
            <a:lvl4pPr marL="0" indent="0">
              <a:lnSpc>
                <a:spcPct val="100000"/>
              </a:lnSpc>
              <a:spcBef>
                <a:spcPts val="0"/>
              </a:spcBef>
              <a:spcAft>
                <a:spcPts val="0"/>
              </a:spcAft>
              <a:buNone/>
              <a:defRPr sz="1983" b="1"/>
            </a:lvl4pPr>
            <a:lvl5pPr marL="0" indent="0">
              <a:lnSpc>
                <a:spcPct val="100000"/>
              </a:lnSpc>
              <a:spcBef>
                <a:spcPts val="0"/>
              </a:spcBef>
              <a:spcAft>
                <a:spcPts val="0"/>
              </a:spcAft>
              <a:buNone/>
              <a:defRPr sz="1983" b="1"/>
            </a:lvl5pPr>
          </a:lstStyle>
          <a:p>
            <a:pPr lvl="0"/>
            <a:r>
              <a:rPr lang="en-GB"/>
              <a:t>Click to add text</a:t>
            </a:r>
          </a:p>
        </p:txBody>
      </p:sp>
      <p:sp>
        <p:nvSpPr>
          <p:cNvPr id="35" name="Text Placeholder 34">
            <a:extLst>
              <a:ext uri="{FF2B5EF4-FFF2-40B4-BE49-F238E27FC236}">
                <a16:creationId xmlns:a16="http://schemas.microsoft.com/office/drawing/2014/main" id="{0135649F-22C1-794A-F31C-7DC6EA04B2E5}"/>
              </a:ext>
            </a:extLst>
          </p:cNvPr>
          <p:cNvSpPr>
            <a:spLocks noGrp="1"/>
          </p:cNvSpPr>
          <p:nvPr>
            <p:ph type="body" sz="quarter" idx="48" hasCustomPrompt="1"/>
          </p:nvPr>
        </p:nvSpPr>
        <p:spPr>
          <a:xfrm>
            <a:off x="4513659" y="3644205"/>
            <a:ext cx="823650" cy="824727"/>
          </a:xfrm>
          <a:prstGeom prst="ellipse">
            <a:avLst/>
          </a:prstGeom>
          <a:solidFill>
            <a:schemeClr val="tx1">
              <a:alpha val="20000"/>
            </a:schemeClr>
          </a:solidFill>
        </p:spPr>
        <p:txBody>
          <a:bodyPr tIns="72000" anchor="ctr" anchorCtr="0"/>
          <a:lstStyle>
            <a:lvl1pPr marL="0" indent="0" algn="ctr">
              <a:buNone/>
              <a:defRPr sz="4250" b="1"/>
            </a:lvl1pPr>
            <a:lvl2pPr marL="255245" indent="0" algn="ctr">
              <a:buNone/>
              <a:defRPr sz="1983" b="1"/>
            </a:lvl2pPr>
            <a:lvl3pPr marL="509976" indent="0" algn="ctr">
              <a:buNone/>
              <a:defRPr sz="1983" b="1"/>
            </a:lvl3pPr>
            <a:lvl4pPr marL="509976" indent="0" algn="ctr">
              <a:buNone/>
              <a:defRPr sz="1983" b="1"/>
            </a:lvl4pPr>
            <a:lvl5pPr marL="509976" indent="0" algn="ctr">
              <a:buNone/>
              <a:defRPr sz="1983" b="1"/>
            </a:lvl5pPr>
          </a:lstStyle>
          <a:p>
            <a:pPr lvl="0"/>
            <a:r>
              <a:rPr lang="en-GB"/>
              <a:t>6</a:t>
            </a:r>
          </a:p>
        </p:txBody>
      </p:sp>
      <p:sp>
        <p:nvSpPr>
          <p:cNvPr id="37" name="Text Placeholder 36">
            <a:extLst>
              <a:ext uri="{FF2B5EF4-FFF2-40B4-BE49-F238E27FC236}">
                <a16:creationId xmlns:a16="http://schemas.microsoft.com/office/drawing/2014/main" id="{35999C3D-9DB2-8B28-1D0E-EDC2C950F687}"/>
              </a:ext>
            </a:extLst>
          </p:cNvPr>
          <p:cNvSpPr>
            <a:spLocks noGrp="1"/>
          </p:cNvSpPr>
          <p:nvPr>
            <p:ph type="body" sz="quarter" idx="49" hasCustomPrompt="1"/>
          </p:nvPr>
        </p:nvSpPr>
        <p:spPr>
          <a:xfrm>
            <a:off x="5468343" y="3644205"/>
            <a:ext cx="2368153" cy="824727"/>
          </a:xfrm>
        </p:spPr>
        <p:txBody>
          <a:bodyPr anchor="ctr" anchorCtr="0"/>
          <a:lstStyle>
            <a:lvl1pPr marL="0" indent="0">
              <a:lnSpc>
                <a:spcPct val="100000"/>
              </a:lnSpc>
              <a:spcBef>
                <a:spcPts val="0"/>
              </a:spcBef>
              <a:spcAft>
                <a:spcPts val="0"/>
              </a:spcAft>
              <a:buNone/>
              <a:defRPr sz="1983" b="1"/>
            </a:lvl1pPr>
            <a:lvl2pPr marL="0" indent="0">
              <a:lnSpc>
                <a:spcPct val="100000"/>
              </a:lnSpc>
              <a:spcBef>
                <a:spcPts val="0"/>
              </a:spcBef>
              <a:spcAft>
                <a:spcPts val="0"/>
              </a:spcAft>
              <a:buNone/>
              <a:defRPr sz="1983" b="1"/>
            </a:lvl2pPr>
            <a:lvl3pPr marL="0" indent="0">
              <a:lnSpc>
                <a:spcPct val="100000"/>
              </a:lnSpc>
              <a:spcBef>
                <a:spcPts val="0"/>
              </a:spcBef>
              <a:spcAft>
                <a:spcPts val="0"/>
              </a:spcAft>
              <a:buNone/>
              <a:defRPr sz="1983" b="1"/>
            </a:lvl3pPr>
            <a:lvl4pPr marL="0" indent="0">
              <a:lnSpc>
                <a:spcPct val="100000"/>
              </a:lnSpc>
              <a:spcBef>
                <a:spcPts val="0"/>
              </a:spcBef>
              <a:spcAft>
                <a:spcPts val="0"/>
              </a:spcAft>
              <a:buNone/>
              <a:defRPr sz="1983" b="1"/>
            </a:lvl4pPr>
            <a:lvl5pPr marL="0" indent="0">
              <a:lnSpc>
                <a:spcPct val="100000"/>
              </a:lnSpc>
              <a:spcBef>
                <a:spcPts val="0"/>
              </a:spcBef>
              <a:spcAft>
                <a:spcPts val="0"/>
              </a:spcAft>
              <a:buNone/>
              <a:defRPr sz="1983" b="1"/>
            </a:lvl5pPr>
          </a:lstStyle>
          <a:p>
            <a:pPr lvl="0"/>
            <a:r>
              <a:rPr lang="en-GB"/>
              <a:t>Click to add text</a:t>
            </a:r>
          </a:p>
        </p:txBody>
      </p:sp>
      <p:sp>
        <p:nvSpPr>
          <p:cNvPr id="4" name="Pladsholder til dato 3"/>
          <p:cNvSpPr>
            <a:spLocks noGrp="1"/>
          </p:cNvSpPr>
          <p:nvPr>
            <p:ph type="dt" sz="half" idx="10"/>
          </p:nvPr>
        </p:nvSpPr>
        <p:spPr/>
        <p:txBody>
          <a:bodyPr/>
          <a:lstStyle/>
          <a:p>
            <a:fld id="{73B240AC-C468-4DBB-AF86-AC5724FDA50F}" type="datetime1">
              <a:rPr lang="en-GB" smtClean="0"/>
              <a:t>26/05/2026</a:t>
            </a:fld>
            <a:endParaRPr lang="en-GB"/>
          </a:p>
        </p:txBody>
      </p:sp>
      <p:sp>
        <p:nvSpPr>
          <p:cNvPr id="5" name="Pladsholder til sidefod 4"/>
          <p:cNvSpPr>
            <a:spLocks noGrp="1"/>
          </p:cNvSpPr>
          <p:nvPr>
            <p:ph type="ftr" sz="quarter" idx="11"/>
          </p:nvPr>
        </p:nvSpPr>
        <p:spPr/>
        <p:txBody>
          <a:bodyPr/>
          <a:lstStyle/>
          <a:p>
            <a:endParaRPr lang="en-GB"/>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a:p>
        </p:txBody>
      </p:sp>
      <p:sp>
        <p:nvSpPr>
          <p:cNvPr id="3" name="TextBox 1">
            <a:extLst>
              <a:ext uri="{FF2B5EF4-FFF2-40B4-BE49-F238E27FC236}">
                <a16:creationId xmlns:a16="http://schemas.microsoft.com/office/drawing/2014/main" id="{7268BAA3-AF98-A946-16EB-29ED74D4E93C}"/>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bg1"/>
                </a:solidFill>
                <a:latin typeface="Microsoft New Tai Lue"/>
              </a:rPr>
              <a:t>Highlight words </a:t>
            </a:r>
            <a:r>
              <a:rPr lang="en-GB" sz="992" b="0">
                <a:solidFill>
                  <a:schemeClr val="bg1"/>
                </a:solidFill>
                <a:latin typeface="Microsoft New Tai Lue"/>
              </a:rPr>
              <a:t>in text using </a:t>
            </a:r>
            <a:r>
              <a:rPr lang="en-GB" sz="992" b="1">
                <a:solidFill>
                  <a:schemeClr val="bg1"/>
                </a:solidFill>
                <a:latin typeface="Microsoft New Tai Lue"/>
              </a:rPr>
              <a:t>bold   </a:t>
            </a:r>
            <a:endParaRPr lang="en-GB" sz="992" b="0">
              <a:solidFill>
                <a:schemeClr val="bg1"/>
              </a:solidFill>
              <a:latin typeface="Microsoft New Tai Lue"/>
            </a:endParaRPr>
          </a:p>
        </p:txBody>
      </p:sp>
    </p:spTree>
    <p:extLst>
      <p:ext uri="{BB962C8B-B14F-4D97-AF65-F5344CB8AC3E}">
        <p14:creationId xmlns:p14="http://schemas.microsoft.com/office/powerpoint/2010/main" val="289615787"/>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rrow">
    <p:bg>
      <p:bgPr>
        <a:solidFill>
          <a:schemeClr val="accent6"/>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E66547F2-18C7-4623-927B-09989FC5CA4D}" type="datetime1">
              <a:rPr lang="en-GB" smtClean="0"/>
              <a:t>26/05/2026</a:t>
            </a:fld>
            <a:endParaRPr lang="en-GB"/>
          </a:p>
        </p:txBody>
      </p:sp>
      <p:sp>
        <p:nvSpPr>
          <p:cNvPr id="5" name="Pladsholder til sidefod 4"/>
          <p:cNvSpPr>
            <a:spLocks noGrp="1"/>
          </p:cNvSpPr>
          <p:nvPr>
            <p:ph type="ftr" sz="quarter" idx="11"/>
          </p:nvPr>
        </p:nvSpPr>
        <p:spPr/>
        <p:txBody>
          <a:bodyPr/>
          <a:lstStyle/>
          <a:p>
            <a:endParaRPr lang="en-GB"/>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a:p>
        </p:txBody>
      </p:sp>
      <p:sp>
        <p:nvSpPr>
          <p:cNvPr id="2" name="TextBox 1">
            <a:extLst>
              <a:ext uri="{FF2B5EF4-FFF2-40B4-BE49-F238E27FC236}">
                <a16:creationId xmlns:a16="http://schemas.microsoft.com/office/drawing/2014/main" id="{2556C2CA-F7BC-1643-99E7-A7AF34D16F06}"/>
              </a:ext>
            </a:extLst>
          </p:cNvPr>
          <p:cNvSpPr txBox="1"/>
          <p:nvPr userDrawn="1"/>
        </p:nvSpPr>
        <p:spPr>
          <a:xfrm>
            <a:off x="-863600" y="-157979"/>
            <a:ext cx="0" cy="0"/>
          </a:xfrm>
          <a:prstGeom prst="rect">
            <a:avLst/>
          </a:prstGeom>
        </p:spPr>
        <p:txBody>
          <a:bodyPr vert="horz" wrap="none" lIns="0" tIns="0" rIns="0" bIns="0" rtlCol="0" anchor="t"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endParaRPr lang="en-GB" sz="3400" b="1">
              <a:solidFill>
                <a:prstClr val="white"/>
              </a:solidFill>
              <a:latin typeface="Microsoft New Tai Lue"/>
            </a:endParaRPr>
          </a:p>
        </p:txBody>
      </p:sp>
      <p:sp>
        <p:nvSpPr>
          <p:cNvPr id="10" name="TextBox 9">
            <a:extLst>
              <a:ext uri="{FF2B5EF4-FFF2-40B4-BE49-F238E27FC236}">
                <a16:creationId xmlns:a16="http://schemas.microsoft.com/office/drawing/2014/main" id="{8C392B83-0AC6-A343-9007-FC3430F06E87}"/>
              </a:ext>
            </a:extLst>
          </p:cNvPr>
          <p:cNvSpPr txBox="1"/>
          <p:nvPr userDrawn="1"/>
        </p:nvSpPr>
        <p:spPr>
          <a:xfrm>
            <a:off x="3209841" y="1647194"/>
            <a:ext cx="0" cy="0"/>
          </a:xfrm>
          <a:prstGeom prst="rect">
            <a:avLst/>
          </a:prstGeom>
        </p:spPr>
        <p:txBody>
          <a:bodyPr vert="horz" wrap="none" lIns="0" tIns="0" rIns="0" bIns="0" rtlCol="0" anchor="t"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endParaRPr lang="en-GB" sz="3400" b="1">
              <a:solidFill>
                <a:prstClr val="white"/>
              </a:solidFill>
              <a:latin typeface="Microsoft New Tai Lue"/>
            </a:endParaRPr>
          </a:p>
        </p:txBody>
      </p:sp>
      <p:sp>
        <p:nvSpPr>
          <p:cNvPr id="3" name="Title 2">
            <a:extLst>
              <a:ext uri="{FF2B5EF4-FFF2-40B4-BE49-F238E27FC236}">
                <a16:creationId xmlns:a16="http://schemas.microsoft.com/office/drawing/2014/main" id="{2B0ACD76-9286-81DA-B95A-33C567818DB3}"/>
              </a:ext>
            </a:extLst>
          </p:cNvPr>
          <p:cNvSpPr>
            <a:spLocks noGrp="1"/>
          </p:cNvSpPr>
          <p:nvPr>
            <p:ph type="title" hasCustomPrompt="1"/>
          </p:nvPr>
        </p:nvSpPr>
        <p:spPr>
          <a:xfrm>
            <a:off x="417182" y="440246"/>
            <a:ext cx="7800512" cy="613409"/>
          </a:xfrm>
        </p:spPr>
        <p:txBody>
          <a:bodyPr/>
          <a:lstStyle>
            <a:lvl1pPr>
              <a:defRPr b="1">
                <a:solidFill>
                  <a:schemeClr val="tx1"/>
                </a:solidFill>
              </a:defRPr>
            </a:lvl1pPr>
          </a:lstStyle>
          <a:p>
            <a:pPr lvl="0"/>
            <a:r>
              <a:rPr lang="en-GB"/>
              <a:t>Click to add text</a:t>
            </a:r>
          </a:p>
        </p:txBody>
      </p:sp>
      <p:sp>
        <p:nvSpPr>
          <p:cNvPr id="39" name="Text Placeholder 6">
            <a:extLst>
              <a:ext uri="{FF2B5EF4-FFF2-40B4-BE49-F238E27FC236}">
                <a16:creationId xmlns:a16="http://schemas.microsoft.com/office/drawing/2014/main" id="{79DDD350-47B3-3DAF-DDC1-39725F8B959E}"/>
              </a:ext>
            </a:extLst>
          </p:cNvPr>
          <p:cNvSpPr>
            <a:spLocks noGrp="1" noChangeAspect="1"/>
          </p:cNvSpPr>
          <p:nvPr>
            <p:ph type="body" sz="quarter" idx="38" hasCustomPrompt="1"/>
          </p:nvPr>
        </p:nvSpPr>
        <p:spPr>
          <a:xfrm>
            <a:off x="1046948" y="1312630"/>
            <a:ext cx="496881" cy="497530"/>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1983" b="1">
                <a:solidFill>
                  <a:schemeClr val="tx1"/>
                </a:solidFill>
              </a:defRPr>
            </a:lvl1pPr>
          </a:lstStyle>
          <a:p>
            <a:pPr lvl="0"/>
            <a:r>
              <a:rPr lang="en-GB"/>
              <a:t>Click to add text</a:t>
            </a:r>
          </a:p>
        </p:txBody>
      </p:sp>
      <p:sp>
        <p:nvSpPr>
          <p:cNvPr id="40" name="Text Placeholder 6">
            <a:extLst>
              <a:ext uri="{FF2B5EF4-FFF2-40B4-BE49-F238E27FC236}">
                <a16:creationId xmlns:a16="http://schemas.microsoft.com/office/drawing/2014/main" id="{D6F92D26-3C4A-BE86-A701-D767C111FE07}"/>
              </a:ext>
            </a:extLst>
          </p:cNvPr>
          <p:cNvSpPr>
            <a:spLocks noGrp="1" noChangeAspect="1"/>
          </p:cNvSpPr>
          <p:nvPr>
            <p:ph type="body" sz="quarter" idx="39" hasCustomPrompt="1"/>
          </p:nvPr>
        </p:nvSpPr>
        <p:spPr>
          <a:xfrm>
            <a:off x="3795818" y="1714072"/>
            <a:ext cx="496881" cy="497530"/>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1983" b="1">
                <a:solidFill>
                  <a:schemeClr val="tx1"/>
                </a:solidFill>
              </a:defRPr>
            </a:lvl1pPr>
          </a:lstStyle>
          <a:p>
            <a:pPr lvl="0"/>
            <a:r>
              <a:rPr lang="en-GB"/>
              <a:t>Click to add text</a:t>
            </a:r>
          </a:p>
        </p:txBody>
      </p:sp>
      <p:sp>
        <p:nvSpPr>
          <p:cNvPr id="41" name="Text Placeholder 6">
            <a:extLst>
              <a:ext uri="{FF2B5EF4-FFF2-40B4-BE49-F238E27FC236}">
                <a16:creationId xmlns:a16="http://schemas.microsoft.com/office/drawing/2014/main" id="{376900F8-7802-5F50-6A9A-E75ED0B3EC0B}"/>
              </a:ext>
            </a:extLst>
          </p:cNvPr>
          <p:cNvSpPr>
            <a:spLocks noGrp="1" noChangeAspect="1"/>
          </p:cNvSpPr>
          <p:nvPr>
            <p:ph type="body" sz="quarter" idx="40" hasCustomPrompt="1"/>
          </p:nvPr>
        </p:nvSpPr>
        <p:spPr>
          <a:xfrm>
            <a:off x="2032645" y="2680974"/>
            <a:ext cx="496881" cy="497530"/>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1983" b="1">
                <a:solidFill>
                  <a:schemeClr val="tx1"/>
                </a:solidFill>
              </a:defRPr>
            </a:lvl1pPr>
          </a:lstStyle>
          <a:p>
            <a:pPr lvl="0"/>
            <a:r>
              <a:rPr lang="en-GB"/>
              <a:t>Click to add text</a:t>
            </a:r>
          </a:p>
        </p:txBody>
      </p:sp>
      <p:sp>
        <p:nvSpPr>
          <p:cNvPr id="42" name="Text Placeholder 6">
            <a:extLst>
              <a:ext uri="{FF2B5EF4-FFF2-40B4-BE49-F238E27FC236}">
                <a16:creationId xmlns:a16="http://schemas.microsoft.com/office/drawing/2014/main" id="{246C4547-72A6-0EEC-A5AF-48DBCE377E13}"/>
              </a:ext>
            </a:extLst>
          </p:cNvPr>
          <p:cNvSpPr>
            <a:spLocks noGrp="1" noChangeAspect="1"/>
          </p:cNvSpPr>
          <p:nvPr>
            <p:ph type="body" sz="quarter" idx="41" hasCustomPrompt="1"/>
          </p:nvPr>
        </p:nvSpPr>
        <p:spPr>
          <a:xfrm>
            <a:off x="5030113" y="2956510"/>
            <a:ext cx="496881" cy="497530"/>
          </a:xfrm>
          <a:prstGeom prst="ellipse">
            <a:avLst/>
          </a:prstGeom>
          <a:blipFill>
            <a:blip>
              <a:extLst>
                <a:ext uri="{96DAC541-7B7A-43D3-8B79-37D633B846F1}">
                  <asvg:svgBlip xmlns:asvg="http://schemas.microsoft.com/office/drawing/2016/SVG/main" r:embed="rId2"/>
                </a:ext>
              </a:extLst>
            </a:blip>
            <a:stretch>
              <a:fillRect/>
            </a:stretch>
          </a:blipFill>
        </p:spPr>
        <p:txBody>
          <a:bodyPr wrap="none" lIns="936000" tIns="72000" rIns="0" bIns="0" anchor="ctr" anchorCtr="0"/>
          <a:lstStyle>
            <a:lvl1pPr marL="0" indent="0" algn="l">
              <a:spcBef>
                <a:spcPts val="0"/>
              </a:spcBef>
              <a:buNone/>
              <a:defRPr sz="1983" b="1">
                <a:solidFill>
                  <a:schemeClr val="tx1"/>
                </a:solidFill>
              </a:defRPr>
            </a:lvl1pPr>
          </a:lstStyle>
          <a:p>
            <a:pPr lvl="0"/>
            <a:r>
              <a:rPr lang="en-GB"/>
              <a:t>Click to add text</a:t>
            </a:r>
          </a:p>
        </p:txBody>
      </p:sp>
      <p:sp>
        <p:nvSpPr>
          <p:cNvPr id="16" name="Text Placeholder 15">
            <a:extLst>
              <a:ext uri="{FF2B5EF4-FFF2-40B4-BE49-F238E27FC236}">
                <a16:creationId xmlns:a16="http://schemas.microsoft.com/office/drawing/2014/main" id="{EC0FCDE3-3080-15ED-F757-BF51628B67D5}"/>
              </a:ext>
            </a:extLst>
          </p:cNvPr>
          <p:cNvSpPr>
            <a:spLocks noGrp="1"/>
          </p:cNvSpPr>
          <p:nvPr>
            <p:ph type="body" sz="quarter" idx="42" hasCustomPrompt="1"/>
          </p:nvPr>
        </p:nvSpPr>
        <p:spPr>
          <a:xfrm>
            <a:off x="417183" y="3988461"/>
            <a:ext cx="7800511" cy="481557"/>
          </a:xfrm>
        </p:spPr>
        <p:txBody>
          <a:bodyPr anchor="b" anchorCtr="0"/>
          <a:lstStyle>
            <a:lvl1pPr marL="0" indent="0" algn="r">
              <a:lnSpc>
                <a:spcPct val="100000"/>
              </a:lnSpc>
              <a:spcBef>
                <a:spcPts val="354"/>
              </a:spcBef>
              <a:spcAft>
                <a:spcPts val="0"/>
              </a:spcAft>
              <a:buFont typeface="Arial" panose="020B0604020202020204" pitchFamily="34" charset="0"/>
              <a:buNone/>
              <a:defRPr sz="1983"/>
            </a:lvl1pPr>
            <a:lvl2pPr marL="0" indent="0">
              <a:lnSpc>
                <a:spcPct val="100000"/>
              </a:lnSpc>
              <a:spcBef>
                <a:spcPts val="708"/>
              </a:spcBef>
              <a:spcAft>
                <a:spcPts val="0"/>
              </a:spcAft>
              <a:buFont typeface="Arial" panose="020B0604020202020204" pitchFamily="34" charset="0"/>
              <a:buNone/>
              <a:defRPr sz="1983"/>
            </a:lvl2pPr>
            <a:lvl3pPr marL="0" indent="0">
              <a:lnSpc>
                <a:spcPct val="100000"/>
              </a:lnSpc>
              <a:spcBef>
                <a:spcPts val="708"/>
              </a:spcBef>
              <a:spcAft>
                <a:spcPts val="0"/>
              </a:spcAft>
              <a:buFont typeface="Arial" panose="020B0604020202020204" pitchFamily="34" charset="0"/>
              <a:buNone/>
              <a:defRPr sz="1983"/>
            </a:lvl3pPr>
            <a:lvl4pPr marL="0" indent="0">
              <a:lnSpc>
                <a:spcPct val="100000"/>
              </a:lnSpc>
              <a:spcBef>
                <a:spcPts val="708"/>
              </a:spcBef>
              <a:spcAft>
                <a:spcPts val="0"/>
              </a:spcAft>
              <a:buFont typeface="Arial" panose="020B0604020202020204" pitchFamily="34" charset="0"/>
              <a:buNone/>
              <a:defRPr sz="1983"/>
            </a:lvl4pPr>
            <a:lvl5pPr marL="0" indent="0">
              <a:lnSpc>
                <a:spcPct val="100000"/>
              </a:lnSpc>
              <a:spcBef>
                <a:spcPts val="708"/>
              </a:spcBef>
              <a:spcAft>
                <a:spcPts val="0"/>
              </a:spcAft>
              <a:buFont typeface="Arial" panose="020B0604020202020204" pitchFamily="34" charset="0"/>
              <a:buNone/>
              <a:defRPr sz="1983"/>
            </a:lvl5pPr>
            <a:lvl6pPr marL="0" indent="0">
              <a:lnSpc>
                <a:spcPct val="100000"/>
              </a:lnSpc>
              <a:spcBef>
                <a:spcPts val="708"/>
              </a:spcBef>
              <a:spcAft>
                <a:spcPts val="0"/>
              </a:spcAft>
              <a:buNone/>
              <a:defRPr sz="1983"/>
            </a:lvl6pPr>
            <a:lvl7pPr marL="0" indent="0">
              <a:lnSpc>
                <a:spcPct val="100000"/>
              </a:lnSpc>
              <a:spcBef>
                <a:spcPts val="708"/>
              </a:spcBef>
              <a:spcAft>
                <a:spcPts val="0"/>
              </a:spcAft>
              <a:buNone/>
              <a:defRPr sz="1983"/>
            </a:lvl7pPr>
            <a:lvl8pPr marL="0" indent="0">
              <a:lnSpc>
                <a:spcPct val="100000"/>
              </a:lnSpc>
              <a:spcBef>
                <a:spcPts val="708"/>
              </a:spcBef>
              <a:spcAft>
                <a:spcPts val="0"/>
              </a:spcAft>
              <a:buNone/>
              <a:defRPr sz="1983"/>
            </a:lvl8pPr>
            <a:lvl9pPr marL="0" indent="0">
              <a:lnSpc>
                <a:spcPct val="100000"/>
              </a:lnSpc>
              <a:spcBef>
                <a:spcPts val="708"/>
              </a:spcBef>
              <a:spcAft>
                <a:spcPts val="0"/>
              </a:spcAft>
              <a:buNone/>
              <a:defRPr sz="1983"/>
            </a:lvl9pPr>
          </a:lstStyle>
          <a:p>
            <a:pPr lvl="0"/>
            <a:r>
              <a:rPr lang="en-GB"/>
              <a:t>...click to add text</a:t>
            </a:r>
          </a:p>
        </p:txBody>
      </p:sp>
      <p:sp>
        <p:nvSpPr>
          <p:cNvPr id="7" name="TextBox 1">
            <a:extLst>
              <a:ext uri="{FF2B5EF4-FFF2-40B4-BE49-F238E27FC236}">
                <a16:creationId xmlns:a16="http://schemas.microsoft.com/office/drawing/2014/main" id="{74B0C9B8-9199-DB66-C3E1-5BCBE19EE6D9}"/>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bg1"/>
                </a:solidFill>
                <a:latin typeface="Microsoft New Tai Lue"/>
              </a:rPr>
              <a:t>Highlight words </a:t>
            </a:r>
            <a:r>
              <a:rPr lang="en-GB" sz="992" b="0">
                <a:solidFill>
                  <a:schemeClr val="bg1"/>
                </a:solidFill>
                <a:latin typeface="Microsoft New Tai Lue"/>
              </a:rPr>
              <a:t>in headline using </a:t>
            </a:r>
            <a:r>
              <a:rPr lang="en-GB" sz="992" b="1">
                <a:solidFill>
                  <a:schemeClr val="bg1"/>
                </a:solidFill>
                <a:latin typeface="Microsoft New Tai Lue"/>
              </a:rPr>
              <a:t>bold   </a:t>
            </a:r>
            <a:endParaRPr lang="en-GB" sz="992" b="0">
              <a:solidFill>
                <a:schemeClr val="bg1"/>
              </a:solidFill>
              <a:latin typeface="Microsoft New Tai Lue"/>
            </a:endParaRPr>
          </a:p>
        </p:txBody>
      </p:sp>
    </p:spTree>
    <p:extLst>
      <p:ext uri="{BB962C8B-B14F-4D97-AF65-F5344CB8AC3E}">
        <p14:creationId xmlns:p14="http://schemas.microsoft.com/office/powerpoint/2010/main" val="1072541548"/>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images">
    <p:bg>
      <p:bgPr>
        <a:solidFill>
          <a:schemeClr val="accent4"/>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17745" y="597662"/>
            <a:ext cx="7800511" cy="809455"/>
          </a:xfrm>
        </p:spPr>
        <p:txBody>
          <a:bodyPr/>
          <a:lstStyle>
            <a:lvl1pPr>
              <a:lnSpc>
                <a:spcPct val="90000"/>
              </a:lnSpc>
              <a:defRPr sz="4675" b="1" i="0" cap="all" baseline="0">
                <a:solidFill>
                  <a:schemeClr val="bg1"/>
                </a:solidFill>
              </a:defRPr>
            </a:lvl1pPr>
          </a:lstStyle>
          <a:p>
            <a:pPr lvl="0"/>
            <a:r>
              <a:rPr lang="en-GB"/>
              <a:t>Click to add title</a:t>
            </a:r>
          </a:p>
        </p:txBody>
      </p:sp>
      <p:sp>
        <p:nvSpPr>
          <p:cNvPr id="5" name="Pladsholder til dato 4"/>
          <p:cNvSpPr>
            <a:spLocks noGrp="1"/>
          </p:cNvSpPr>
          <p:nvPr>
            <p:ph type="dt" sz="half" idx="10"/>
          </p:nvPr>
        </p:nvSpPr>
        <p:spPr/>
        <p:txBody>
          <a:bodyPr/>
          <a:lstStyle/>
          <a:p>
            <a:fld id="{9F325BB6-14D6-4C5D-A392-87B2F024F171}"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rot="21402571">
            <a:off x="698356" y="1737087"/>
            <a:ext cx="2915138" cy="1998169"/>
          </a:xfrm>
          <a:solidFill>
            <a:schemeClr val="bg1">
              <a:lumMod val="65000"/>
            </a:schemeClr>
          </a:solidFill>
          <a:ln w="146050" cap="flat">
            <a:solidFill>
              <a:schemeClr val="bg1"/>
            </a:solidFill>
            <a:miter lim="800000"/>
          </a:ln>
        </p:spPr>
        <p:txBody>
          <a:bodyPr lIns="0" tIns="1080000" rIns="0" anchor="ctr" anchorCtr="1"/>
          <a:lstStyle>
            <a:lvl1pPr marL="0" indent="0" algn="ctr">
              <a:buNone/>
              <a:defRPr sz="1700" baseline="0">
                <a:solidFill>
                  <a:schemeClr val="bg1"/>
                </a:solidFill>
                <a:sym typeface="Wingdings" panose="05000000000000000000" pitchFamily="2" charset="2"/>
              </a:defRPr>
            </a:lvl1pPr>
          </a:lstStyle>
          <a:p>
            <a:r>
              <a:rPr lang="en-GB"/>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rot="533356">
            <a:off x="4174722" y="1780458"/>
            <a:ext cx="3869366" cy="2551055"/>
          </a:xfrm>
          <a:solidFill>
            <a:schemeClr val="bg1">
              <a:lumMod val="65000"/>
            </a:schemeClr>
          </a:solidFill>
          <a:ln w="146050" cap="flat">
            <a:solidFill>
              <a:schemeClr val="bg1"/>
            </a:solidFill>
            <a:miter lim="800000"/>
          </a:ln>
        </p:spPr>
        <p:txBody>
          <a:bodyPr lIns="360000" tIns="1080000" rIns="360000" anchor="ctr" anchorCtr="1"/>
          <a:lstStyle>
            <a:lvl1pPr marL="0" indent="0" algn="ctr">
              <a:buNone/>
              <a:defRPr sz="1700" baseline="0">
                <a:solidFill>
                  <a:schemeClr val="bg1"/>
                </a:solidFill>
                <a:sym typeface="Wingdings" panose="05000000000000000000" pitchFamily="2" charset="2"/>
              </a:defRPr>
            </a:lvl1pPr>
          </a:lstStyle>
          <a:p>
            <a:r>
              <a:rPr lang="en-GB"/>
              <a:t>Click icon to insert image</a:t>
            </a:r>
          </a:p>
        </p:txBody>
      </p:sp>
      <p:sp>
        <p:nvSpPr>
          <p:cNvPr id="3" name="TextBox 2">
            <a:extLst>
              <a:ext uri="{FF2B5EF4-FFF2-40B4-BE49-F238E27FC236}">
                <a16:creationId xmlns:a16="http://schemas.microsoft.com/office/drawing/2014/main" id="{3D5F33A7-1D81-AB36-A3BB-FC35AF2B3579}"/>
              </a:ext>
            </a:extLst>
          </p:cNvPr>
          <p:cNvSpPr txBox="1"/>
          <p:nvPr userDrawn="1"/>
        </p:nvSpPr>
        <p:spPr>
          <a:xfrm>
            <a:off x="0" y="-220043"/>
            <a:ext cx="4834618" cy="220043"/>
          </a:xfrm>
          <a:prstGeom prst="rect">
            <a:avLst/>
          </a:prstGeom>
        </p:spPr>
        <p:txBody>
          <a:bodyPr vert="horz" wrap="square" lIns="0" tIns="0" rIns="0" bIns="0" rtlCol="0" anchor="t"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endParaRPr lang="en-GB" sz="3400" b="1">
              <a:solidFill>
                <a:prstClr val="white"/>
              </a:solidFill>
              <a:latin typeface="Microsoft New Tai Lue"/>
            </a:endParaRPr>
          </a:p>
        </p:txBody>
      </p:sp>
      <p:sp>
        <p:nvSpPr>
          <p:cNvPr id="4" name="TextBox 1">
            <a:extLst>
              <a:ext uri="{FF2B5EF4-FFF2-40B4-BE49-F238E27FC236}">
                <a16:creationId xmlns:a16="http://schemas.microsoft.com/office/drawing/2014/main" id="{B102B45B-BE10-0955-7D2B-71607E79FE0D}"/>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tx1"/>
                </a:solidFill>
                <a:latin typeface="Microsoft New Tai Lue"/>
              </a:rPr>
              <a:t>Highlight words </a:t>
            </a:r>
            <a:r>
              <a:rPr lang="en-GB" sz="992" b="0">
                <a:solidFill>
                  <a:schemeClr val="tx1"/>
                </a:solidFill>
                <a:latin typeface="Microsoft New Tai Lue"/>
              </a:rPr>
              <a:t>in headline using </a:t>
            </a:r>
            <a:r>
              <a:rPr lang="en-GB" sz="992" b="1">
                <a:solidFill>
                  <a:schemeClr val="tx1"/>
                </a:solidFill>
                <a:latin typeface="Microsoft New Tai Lue"/>
              </a:rPr>
              <a:t>bold   </a:t>
            </a:r>
            <a:endParaRPr lang="en-GB" sz="992" b="0">
              <a:solidFill>
                <a:schemeClr val="tx1"/>
              </a:solidFill>
              <a:latin typeface="Microsoft New Tai Lue"/>
            </a:endParaRPr>
          </a:p>
        </p:txBody>
      </p:sp>
    </p:spTree>
    <p:extLst>
      <p:ext uri="{BB962C8B-B14F-4D97-AF65-F5344CB8AC3E}">
        <p14:creationId xmlns:p14="http://schemas.microsoft.com/office/powerpoint/2010/main" val="37843870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hree images">
    <p:bg>
      <p:bgPr>
        <a:solidFill>
          <a:schemeClr val="accent1"/>
        </a:solidFill>
        <a:effectLst/>
      </p:bgPr>
    </p:bg>
    <p:spTree>
      <p:nvGrpSpPr>
        <p:cNvPr id="1" name=""/>
        <p:cNvGrpSpPr/>
        <p:nvPr/>
      </p:nvGrpSpPr>
      <p:grpSpPr>
        <a:xfrm>
          <a:off x="0" y="0"/>
          <a:ext cx="0" cy="0"/>
          <a:chOff x="0" y="0"/>
          <a:chExt cx="0" cy="0"/>
        </a:xfrm>
      </p:grpSpPr>
      <p:sp>
        <p:nvSpPr>
          <p:cNvPr id="5" name="Pladsholder til dato 4"/>
          <p:cNvSpPr>
            <a:spLocks noGrp="1"/>
          </p:cNvSpPr>
          <p:nvPr>
            <p:ph type="dt" sz="half" idx="10"/>
          </p:nvPr>
        </p:nvSpPr>
        <p:spPr/>
        <p:txBody>
          <a:bodyPr/>
          <a:lstStyle/>
          <a:p>
            <a:fld id="{C81AEE70-9EF6-4011-9FEC-8E4C1B37B6E7}"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
        <p:nvSpPr>
          <p:cNvPr id="8" name="Pladsholder til billede 9">
            <a:extLst>
              <a:ext uri="{FF2B5EF4-FFF2-40B4-BE49-F238E27FC236}">
                <a16:creationId xmlns:a16="http://schemas.microsoft.com/office/drawing/2014/main" id="{EE1B35E0-A5B1-1748-D054-2575D7411CC7}"/>
              </a:ext>
            </a:extLst>
          </p:cNvPr>
          <p:cNvSpPr>
            <a:spLocks noGrp="1"/>
          </p:cNvSpPr>
          <p:nvPr>
            <p:ph type="pic" sz="quarter" idx="14" hasCustomPrompt="1"/>
          </p:nvPr>
        </p:nvSpPr>
        <p:spPr>
          <a:xfrm>
            <a:off x="417745" y="2050128"/>
            <a:ext cx="2432194" cy="2414035"/>
          </a:xfrm>
          <a:solidFill>
            <a:schemeClr val="bg1">
              <a:lumMod val="6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1417" baseline="0">
                <a:solidFill>
                  <a:schemeClr val="bg1"/>
                </a:solidFill>
                <a:sym typeface="Wingdings" panose="05000000000000000000" pitchFamily="2" charset="2"/>
              </a:defRPr>
            </a:lvl1pPr>
          </a:lstStyle>
          <a:p>
            <a:r>
              <a:rPr lang="en-GB"/>
              <a:t>Click icon to insert image</a:t>
            </a:r>
          </a:p>
        </p:txBody>
      </p:sp>
      <p:sp>
        <p:nvSpPr>
          <p:cNvPr id="9" name="Pladsholder til billede 9">
            <a:extLst>
              <a:ext uri="{FF2B5EF4-FFF2-40B4-BE49-F238E27FC236}">
                <a16:creationId xmlns:a16="http://schemas.microsoft.com/office/drawing/2014/main" id="{E815A343-B052-E851-8FDF-17976A3957D9}"/>
              </a:ext>
            </a:extLst>
          </p:cNvPr>
          <p:cNvSpPr>
            <a:spLocks noGrp="1"/>
          </p:cNvSpPr>
          <p:nvPr>
            <p:ph type="pic" sz="quarter" idx="15" hasCustomPrompt="1"/>
          </p:nvPr>
        </p:nvSpPr>
        <p:spPr>
          <a:xfrm>
            <a:off x="4145280" y="434232"/>
            <a:ext cx="4072414" cy="4029931"/>
          </a:xfrm>
          <a:solidFill>
            <a:schemeClr val="bg1">
              <a:lumMod val="75000"/>
            </a:schemeClr>
          </a:solidFill>
          <a:ln w="76200" cap="flat">
            <a:noFill/>
            <a:miter lim="800000"/>
          </a:ln>
          <a:effectLst>
            <a:outerShdw blurRad="50800" dist="38100" dir="2700000" algn="tl" rotWithShape="0">
              <a:prstClr val="black">
                <a:alpha val="40000"/>
              </a:prstClr>
            </a:outerShdw>
          </a:effectLst>
        </p:spPr>
        <p:txBody>
          <a:bodyPr lIns="540000" tIns="1080000" rIns="540000" anchor="ctr" anchorCtr="1"/>
          <a:lstStyle>
            <a:lvl1pPr marL="0" indent="0" algn="ctr">
              <a:buNone/>
              <a:defRPr sz="1700" baseline="0">
                <a:solidFill>
                  <a:schemeClr val="bg1"/>
                </a:solidFill>
                <a:sym typeface="Wingdings" panose="05000000000000000000" pitchFamily="2" charset="2"/>
              </a:defRPr>
            </a:lvl1pPr>
          </a:lstStyle>
          <a:p>
            <a:r>
              <a:rPr lang="en-GB"/>
              <a:t>Click icon to insert image</a:t>
            </a:r>
          </a:p>
        </p:txBody>
      </p:sp>
      <p:sp>
        <p:nvSpPr>
          <p:cNvPr id="10" name="Pladsholder til billede 9">
            <a:extLst>
              <a:ext uri="{FF2B5EF4-FFF2-40B4-BE49-F238E27FC236}">
                <a16:creationId xmlns:a16="http://schemas.microsoft.com/office/drawing/2014/main" id="{43FCB96B-CD6D-B9F3-A688-74E5893485CB}"/>
              </a:ext>
            </a:extLst>
          </p:cNvPr>
          <p:cNvSpPr>
            <a:spLocks noGrp="1"/>
          </p:cNvSpPr>
          <p:nvPr>
            <p:ph type="pic" sz="quarter" idx="16" hasCustomPrompt="1"/>
          </p:nvPr>
        </p:nvSpPr>
        <p:spPr>
          <a:xfrm>
            <a:off x="2022321" y="1391195"/>
            <a:ext cx="1655234" cy="1627700"/>
          </a:xfrm>
          <a:solidFill>
            <a:schemeClr val="bg1">
              <a:lumMod val="85000"/>
            </a:schemeClr>
          </a:solidFill>
          <a:ln w="76200" cap="flat">
            <a:noFill/>
            <a:miter lim="800000"/>
          </a:ln>
          <a:effectLst>
            <a:outerShdw blurRad="50800" dist="38100" dir="2700000" algn="tl" rotWithShape="0">
              <a:prstClr val="black">
                <a:alpha val="40000"/>
              </a:prstClr>
            </a:outerShdw>
          </a:effectLst>
        </p:spPr>
        <p:txBody>
          <a:bodyPr lIns="0" tIns="1188000" rIns="0" anchor="ctr" anchorCtr="1"/>
          <a:lstStyle>
            <a:lvl1pPr marL="0" indent="0" algn="ctr">
              <a:buNone/>
              <a:defRPr sz="1275" baseline="0">
                <a:solidFill>
                  <a:schemeClr val="bg1"/>
                </a:solidFill>
                <a:sym typeface="Wingdings" panose="05000000000000000000" pitchFamily="2" charset="2"/>
              </a:defRPr>
            </a:lvl1pPr>
          </a:lstStyle>
          <a:p>
            <a:r>
              <a:rPr lang="en-GB"/>
              <a:t>Click icon                       to insert image</a:t>
            </a:r>
          </a:p>
        </p:txBody>
      </p:sp>
      <p:sp>
        <p:nvSpPr>
          <p:cNvPr id="3" name="Title 2">
            <a:extLst>
              <a:ext uri="{FF2B5EF4-FFF2-40B4-BE49-F238E27FC236}">
                <a16:creationId xmlns:a16="http://schemas.microsoft.com/office/drawing/2014/main" id="{D623C8CB-D006-2AF2-DF37-08254005FBC6}"/>
              </a:ext>
            </a:extLst>
          </p:cNvPr>
          <p:cNvSpPr>
            <a:spLocks noGrp="1"/>
          </p:cNvSpPr>
          <p:nvPr>
            <p:ph type="title" hasCustomPrompt="1"/>
          </p:nvPr>
        </p:nvSpPr>
        <p:spPr>
          <a:xfrm>
            <a:off x="417184" y="440247"/>
            <a:ext cx="3260371" cy="714977"/>
          </a:xfrm>
        </p:spPr>
        <p:txBody>
          <a:bodyPr/>
          <a:lstStyle>
            <a:lvl1pPr>
              <a:defRPr b="1">
                <a:solidFill>
                  <a:schemeClr val="bg1"/>
                </a:solidFill>
              </a:defRPr>
            </a:lvl1pPr>
          </a:lstStyle>
          <a:p>
            <a:r>
              <a:rPr lang="en-GB"/>
              <a:t>Click to add title</a:t>
            </a:r>
          </a:p>
        </p:txBody>
      </p:sp>
    </p:spTree>
    <p:extLst>
      <p:ext uri="{BB962C8B-B14F-4D97-AF65-F5344CB8AC3E}">
        <p14:creationId xmlns:p14="http://schemas.microsoft.com/office/powerpoint/2010/main" val="321833428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text righ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20891566">
            <a:off x="721750" y="1402059"/>
            <a:ext cx="2714867" cy="2659467"/>
          </a:xfrm>
          <a:solidFill>
            <a:schemeClr val="tx1">
              <a:lumMod val="65000"/>
            </a:schemeClr>
          </a:solidFill>
          <a:ln w="146050" cap="flat">
            <a:solidFill>
              <a:schemeClr val="tx1"/>
            </a:solidFill>
            <a:miter lim="800000"/>
          </a:ln>
        </p:spPr>
        <p:txBody>
          <a:bodyPr lIns="0" tIns="1224000" rIns="0" anchor="ctr" anchorCtr="1"/>
          <a:lstStyle>
            <a:lvl1pPr marL="0" indent="0" algn="ctr">
              <a:buNone/>
              <a:defRPr sz="1700" baseline="0">
                <a:solidFill>
                  <a:schemeClr val="tx1"/>
                </a:solidFill>
                <a:sym typeface="Wingdings" panose="05000000000000000000" pitchFamily="2" charset="2"/>
              </a:defRPr>
            </a:lvl1pPr>
          </a:lstStyle>
          <a:p>
            <a:r>
              <a:rPr lang="en-GB"/>
              <a:t>Click icon to insert image</a:t>
            </a:r>
          </a:p>
        </p:txBody>
      </p:sp>
      <p:sp>
        <p:nvSpPr>
          <p:cNvPr id="2" name="Titel 1"/>
          <p:cNvSpPr>
            <a:spLocks noGrp="1"/>
          </p:cNvSpPr>
          <p:nvPr>
            <p:ph type="title" hasCustomPrompt="1"/>
          </p:nvPr>
        </p:nvSpPr>
        <p:spPr>
          <a:xfrm>
            <a:off x="417184" y="440246"/>
            <a:ext cx="7800511" cy="613642"/>
          </a:xfrm>
        </p:spPr>
        <p:txBody>
          <a:bodyPr/>
          <a:lstStyle>
            <a:lvl1pPr>
              <a:defRPr b="1">
                <a:solidFill>
                  <a:schemeClr val="tx1"/>
                </a:solidFill>
              </a:defRPr>
            </a:lvl1pPr>
          </a:lstStyle>
          <a:p>
            <a:pPr lvl="0"/>
            <a:r>
              <a:rPr lang="en-GB"/>
              <a:t>Click to add title</a:t>
            </a:r>
          </a:p>
        </p:txBody>
      </p:sp>
      <p:sp>
        <p:nvSpPr>
          <p:cNvPr id="3" name="Pladsholder til indhold 2"/>
          <p:cNvSpPr>
            <a:spLocks noGrp="1"/>
          </p:cNvSpPr>
          <p:nvPr>
            <p:ph sz="half" idx="1" hasCustomPrompt="1"/>
          </p:nvPr>
        </p:nvSpPr>
        <p:spPr>
          <a:xfrm>
            <a:off x="4096703" y="1487364"/>
            <a:ext cx="4120991" cy="2982654"/>
          </a:xfrm>
        </p:spPr>
        <p:txBody>
          <a:bodyPr vert="horz" lIns="0" tIns="0" rIns="0" bIns="0" rtlCol="0">
            <a:noAutofit/>
          </a:bodyPr>
          <a:lstStyle>
            <a:lvl1pPr>
              <a:defRPr lang="da-DK" sz="2550" b="1" dirty="0" smtClean="0">
                <a:solidFill>
                  <a:schemeClr val="tx1"/>
                </a:solidFill>
              </a:defRPr>
            </a:lvl1pPr>
            <a:lvl2pPr>
              <a:defRPr lang="da-DK" sz="2267" b="1" dirty="0" smtClean="0">
                <a:solidFill>
                  <a:schemeClr val="tx1"/>
                </a:solidFill>
              </a:defRPr>
            </a:lvl2pPr>
            <a:lvl3pPr>
              <a:defRPr lang="da-DK" sz="1700" b="1" dirty="0" smtClean="0">
                <a:solidFill>
                  <a:schemeClr val="tx1"/>
                </a:solidFill>
              </a:defRPr>
            </a:lvl3pPr>
            <a:lvl4pPr>
              <a:defRPr lang="da-DK" b="1" dirty="0" smtClean="0">
                <a:solidFill>
                  <a:schemeClr val="tx1"/>
                </a:solidFill>
              </a:defRPr>
            </a:lvl4pPr>
            <a:lvl5pPr>
              <a:defRPr lang="da-DK" b="1" dirty="0">
                <a:solidFill>
                  <a:schemeClr val="tx1"/>
                </a:solidFill>
              </a:defRPr>
            </a:lvl5pPr>
            <a:lvl6pPr>
              <a:defRPr b="1">
                <a:solidFill>
                  <a:schemeClr val="tx1"/>
                </a:solidFill>
              </a:defRPr>
            </a:lvl6pPr>
            <a:lvl7pPr>
              <a:defRPr b="1">
                <a:solidFill>
                  <a:schemeClr val="tx1"/>
                </a:solidFill>
              </a:defRPr>
            </a:lvl7pPr>
            <a:lvl8pPr>
              <a:defRPr b="1">
                <a:solidFill>
                  <a:schemeClr val="tx1"/>
                </a:solidFill>
              </a:defRPr>
            </a:lvl8pPr>
            <a:lvl9pPr>
              <a:defRPr b="1">
                <a:solidFill>
                  <a:schemeClr val="tx1"/>
                </a:solidFill>
              </a:defRPr>
            </a:lvl9pPr>
          </a:lstStyle>
          <a:p>
            <a:pPr lvl="0"/>
            <a:r>
              <a:rPr lang="en-GB"/>
              <a:t>Click to add text</a:t>
            </a:r>
          </a:p>
          <a:p>
            <a:pPr lvl="1"/>
            <a:r>
              <a:rPr lang="en-GB" err="1"/>
              <a:t>Andet</a:t>
            </a:r>
            <a:r>
              <a:rPr lang="en-GB"/>
              <a:t> </a:t>
            </a:r>
            <a:r>
              <a:rPr lang="en-GB" err="1"/>
              <a:t>niveau</a:t>
            </a:r>
            <a:endParaRPr lang="en-GB"/>
          </a:p>
          <a:p>
            <a:pPr lvl="2"/>
            <a:r>
              <a:rPr lang="en-GB" err="1"/>
              <a:t>Tredje</a:t>
            </a:r>
            <a:r>
              <a:rPr lang="en-GB"/>
              <a:t> </a:t>
            </a:r>
            <a:r>
              <a:rPr lang="en-GB" err="1"/>
              <a:t>niveau</a:t>
            </a:r>
            <a:endParaRPr lang="en-GB"/>
          </a:p>
        </p:txBody>
      </p:sp>
      <p:sp>
        <p:nvSpPr>
          <p:cNvPr id="5" name="Pladsholder til dato 4"/>
          <p:cNvSpPr>
            <a:spLocks noGrp="1"/>
          </p:cNvSpPr>
          <p:nvPr>
            <p:ph type="dt" sz="half" idx="10"/>
          </p:nvPr>
        </p:nvSpPr>
        <p:spPr/>
        <p:txBody>
          <a:bodyPr/>
          <a:lstStyle/>
          <a:p>
            <a:fld id="{27F698F8-8127-4186-B6E0-5A9DB8590659}"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1357149576"/>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mage with text left">
    <p:bg>
      <p:bgPr>
        <a:solidFill>
          <a:schemeClr val="accent1"/>
        </a:solidFill>
        <a:effectLst/>
      </p:bgPr>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rot="496878">
            <a:off x="4607378" y="1145930"/>
            <a:ext cx="3295944" cy="3291228"/>
          </a:xfrm>
          <a:solidFill>
            <a:schemeClr val="bg1">
              <a:lumMod val="65000"/>
            </a:schemeClr>
          </a:solidFill>
          <a:ln w="146050" cap="flat">
            <a:solidFill>
              <a:schemeClr val="bg1"/>
            </a:solidFill>
            <a:miter lim="800000"/>
          </a:ln>
        </p:spPr>
        <p:txBody>
          <a:bodyPr lIns="0" tIns="1188000" rIns="0" anchor="ctr" anchorCtr="1"/>
          <a:lstStyle>
            <a:lvl1pPr marL="0" indent="0" algn="ctr">
              <a:buNone/>
              <a:defRPr sz="1700" b="0" baseline="0">
                <a:solidFill>
                  <a:schemeClr val="bg1"/>
                </a:solidFill>
                <a:sym typeface="Wingdings" panose="05000000000000000000" pitchFamily="2" charset="2"/>
              </a:defRPr>
            </a:lvl1pPr>
          </a:lstStyle>
          <a:p>
            <a:r>
              <a:rPr lang="en-GB"/>
              <a:t>Click icon to insert image</a:t>
            </a:r>
          </a:p>
        </p:txBody>
      </p:sp>
      <p:sp>
        <p:nvSpPr>
          <p:cNvPr id="5" name="Pladsholder til dato 4"/>
          <p:cNvSpPr>
            <a:spLocks noGrp="1"/>
          </p:cNvSpPr>
          <p:nvPr>
            <p:ph type="dt" sz="half" idx="10"/>
          </p:nvPr>
        </p:nvSpPr>
        <p:spPr/>
        <p:txBody>
          <a:bodyPr/>
          <a:lstStyle/>
          <a:p>
            <a:fld id="{DCA0C55F-A06C-4D12-9FE7-11486C7072EC}"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
        <p:nvSpPr>
          <p:cNvPr id="9" name="Titel 1">
            <a:extLst>
              <a:ext uri="{FF2B5EF4-FFF2-40B4-BE49-F238E27FC236}">
                <a16:creationId xmlns:a16="http://schemas.microsoft.com/office/drawing/2014/main" id="{44AE573B-1000-D841-B8B4-F927523899D7}"/>
              </a:ext>
            </a:extLst>
          </p:cNvPr>
          <p:cNvSpPr>
            <a:spLocks noGrp="1"/>
          </p:cNvSpPr>
          <p:nvPr>
            <p:ph type="title" hasCustomPrompt="1"/>
          </p:nvPr>
        </p:nvSpPr>
        <p:spPr>
          <a:xfrm>
            <a:off x="417184" y="440246"/>
            <a:ext cx="7800511" cy="613642"/>
          </a:xfrm>
        </p:spPr>
        <p:txBody>
          <a:bodyPr/>
          <a:lstStyle>
            <a:lvl1pPr>
              <a:defRPr b="1">
                <a:solidFill>
                  <a:schemeClr val="bg1"/>
                </a:solidFill>
              </a:defRPr>
            </a:lvl1pPr>
          </a:lstStyle>
          <a:p>
            <a:pPr lvl="0"/>
            <a:r>
              <a:rPr lang="en-GB"/>
              <a:t>Click to add title</a:t>
            </a:r>
          </a:p>
        </p:txBody>
      </p:sp>
      <p:sp>
        <p:nvSpPr>
          <p:cNvPr id="11" name="Pladsholder til indhold 2">
            <a:extLst>
              <a:ext uri="{FF2B5EF4-FFF2-40B4-BE49-F238E27FC236}">
                <a16:creationId xmlns:a16="http://schemas.microsoft.com/office/drawing/2014/main" id="{9B691B69-65AA-9748-80BF-996C89344BB5}"/>
              </a:ext>
            </a:extLst>
          </p:cNvPr>
          <p:cNvSpPr>
            <a:spLocks noGrp="1"/>
          </p:cNvSpPr>
          <p:nvPr>
            <p:ph sz="half" idx="1" hasCustomPrompt="1"/>
          </p:nvPr>
        </p:nvSpPr>
        <p:spPr>
          <a:xfrm>
            <a:off x="417182" y="1487364"/>
            <a:ext cx="4121566" cy="2982654"/>
          </a:xfrm>
        </p:spPr>
        <p:txBody>
          <a:bodyPr vert="horz" lIns="0" tIns="0" rIns="0" bIns="0" rtlCol="0">
            <a:noAutofit/>
          </a:bodyPr>
          <a:lstStyle>
            <a:lvl1pPr>
              <a:defRPr lang="da-DK" sz="2550" b="1" dirty="0" smtClean="0">
                <a:solidFill>
                  <a:schemeClr val="bg1"/>
                </a:solidFill>
              </a:defRPr>
            </a:lvl1pPr>
            <a:lvl2pPr>
              <a:defRPr lang="da-DK" sz="2267" b="1" dirty="0" smtClean="0">
                <a:solidFill>
                  <a:schemeClr val="bg1"/>
                </a:solidFill>
              </a:defRPr>
            </a:lvl2pPr>
            <a:lvl3pPr>
              <a:defRPr lang="da-DK" sz="1700" b="1" dirty="0" smtClean="0">
                <a:solidFill>
                  <a:schemeClr val="bg1"/>
                </a:solidFill>
              </a:defRPr>
            </a:lvl3pPr>
            <a:lvl4pPr>
              <a:defRPr lang="da-DK" dirty="0" smtClean="0"/>
            </a:lvl4pPr>
            <a:lvl5pPr>
              <a:defRPr lang="da-DK" dirty="0"/>
            </a:lvl5pPr>
          </a:lstStyle>
          <a:p>
            <a:pPr lvl="0"/>
            <a:r>
              <a:rPr lang="en-GB"/>
              <a:t>Click to add text</a:t>
            </a:r>
          </a:p>
          <a:p>
            <a:pPr lvl="1"/>
            <a:r>
              <a:rPr lang="en-GB" err="1"/>
              <a:t>Andet</a:t>
            </a:r>
            <a:r>
              <a:rPr lang="en-GB"/>
              <a:t> </a:t>
            </a:r>
            <a:r>
              <a:rPr lang="en-GB" err="1"/>
              <a:t>niveau</a:t>
            </a:r>
            <a:endParaRPr lang="en-GB"/>
          </a:p>
          <a:p>
            <a:pPr lvl="2"/>
            <a:r>
              <a:rPr lang="en-GB" err="1"/>
              <a:t>Tredje</a:t>
            </a:r>
            <a:r>
              <a:rPr lang="en-GB"/>
              <a:t> </a:t>
            </a:r>
            <a:r>
              <a:rPr lang="en-GB" err="1"/>
              <a:t>niveau</a:t>
            </a:r>
            <a:endParaRPr lang="en-GB"/>
          </a:p>
        </p:txBody>
      </p:sp>
    </p:spTree>
    <p:extLst>
      <p:ext uri="{BB962C8B-B14F-4D97-AF65-F5344CB8AC3E}">
        <p14:creationId xmlns:p14="http://schemas.microsoft.com/office/powerpoint/2010/main" val="33877618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image A">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234907"/>
            <a:ext cx="8635999" cy="4629193"/>
          </a:xfrm>
          <a:solidFill>
            <a:schemeClr val="tx1">
              <a:lumMod val="75000"/>
            </a:schemeClr>
          </a:solidFill>
        </p:spPr>
        <p:txBody>
          <a:bodyPr lIns="0" tIns="1080000" rIns="0" anchor="ctr" anchorCtr="0"/>
          <a:lstStyle>
            <a:lvl1pPr marL="0" indent="0" algn="ctr">
              <a:buNone/>
              <a:defRPr sz="1700" b="0" i="0" baseline="0">
                <a:solidFill>
                  <a:schemeClr val="tx1"/>
                </a:solidFill>
                <a:sym typeface="Wingdings" panose="05000000000000000000" pitchFamily="2" charset="2"/>
              </a:defRPr>
            </a:lvl1pPr>
          </a:lstStyle>
          <a:p>
            <a:r>
              <a:rPr lang="en-GB"/>
              <a:t>Click icon to insert image</a:t>
            </a:r>
          </a:p>
        </p:txBody>
      </p:sp>
      <p:sp>
        <p:nvSpPr>
          <p:cNvPr id="2" name="Titel 1"/>
          <p:cNvSpPr>
            <a:spLocks noGrp="1"/>
          </p:cNvSpPr>
          <p:nvPr>
            <p:ph type="title" hasCustomPrompt="1"/>
          </p:nvPr>
        </p:nvSpPr>
        <p:spPr>
          <a:xfrm>
            <a:off x="417184" y="536200"/>
            <a:ext cx="4832250" cy="850384"/>
          </a:xfrm>
          <a:solidFill>
            <a:schemeClr val="accent1">
              <a:alpha val="99950"/>
            </a:schemeClr>
          </a:solidFill>
        </p:spPr>
        <p:txBody>
          <a:bodyPr wrap="square" lIns="252000" tIns="216000" rIns="252000" bIns="108000">
            <a:spAutoFit/>
          </a:bodyPr>
          <a:lstStyle>
            <a:lvl1pPr>
              <a:spcAft>
                <a:spcPts val="425"/>
              </a:spcAft>
              <a:defRPr sz="3400" b="1" spc="0" baseline="0">
                <a:solidFill>
                  <a:schemeClr val="tx1"/>
                </a:solidFill>
              </a:defRPr>
            </a:lvl1pPr>
          </a:lstStyle>
          <a:p>
            <a:r>
              <a:rPr lang="en-GB"/>
              <a:t>Click to add text</a:t>
            </a:r>
          </a:p>
        </p:txBody>
      </p:sp>
      <p:sp>
        <p:nvSpPr>
          <p:cNvPr id="5" name="Pladsholder til dato 4"/>
          <p:cNvSpPr>
            <a:spLocks noGrp="1"/>
          </p:cNvSpPr>
          <p:nvPr>
            <p:ph type="dt" sz="half" idx="10"/>
          </p:nvPr>
        </p:nvSpPr>
        <p:spPr/>
        <p:txBody>
          <a:bodyPr/>
          <a:lstStyle/>
          <a:p>
            <a:fld id="{2CC73FB4-74ED-479B-AC3F-D58B1D2996E2}"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
        <p:nvSpPr>
          <p:cNvPr id="4" name="TextBox 1">
            <a:extLst>
              <a:ext uri="{FF2B5EF4-FFF2-40B4-BE49-F238E27FC236}">
                <a16:creationId xmlns:a16="http://schemas.microsoft.com/office/drawing/2014/main" id="{BC22F958-FB17-66E4-EB45-75E15E5E3F80}"/>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bg1"/>
                </a:solidFill>
                <a:latin typeface="Microsoft New Tai Lue"/>
              </a:rPr>
              <a:t>Highlight words </a:t>
            </a:r>
            <a:r>
              <a:rPr lang="en-GB" sz="992" b="0">
                <a:solidFill>
                  <a:schemeClr val="bg1"/>
                </a:solidFill>
                <a:latin typeface="Microsoft New Tai Lue"/>
              </a:rPr>
              <a:t>in headline using </a:t>
            </a:r>
            <a:r>
              <a:rPr lang="en-GB" sz="992" b="1">
                <a:solidFill>
                  <a:schemeClr val="bg1"/>
                </a:solidFill>
                <a:latin typeface="Microsoft New Tai Lue"/>
              </a:rPr>
              <a:t>bold   </a:t>
            </a:r>
            <a:endParaRPr lang="en-GB" sz="992" b="0">
              <a:solidFill>
                <a:schemeClr val="bg1"/>
              </a:solidFill>
              <a:latin typeface="Microsoft New Tai Lue"/>
            </a:endParaRPr>
          </a:p>
        </p:txBody>
      </p:sp>
    </p:spTree>
    <p:extLst>
      <p:ext uri="{BB962C8B-B14F-4D97-AF65-F5344CB8AC3E}">
        <p14:creationId xmlns:p14="http://schemas.microsoft.com/office/powerpoint/2010/main" val="2314465349"/>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image B">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234907"/>
            <a:ext cx="8635999" cy="4629193"/>
          </a:xfrm>
          <a:solidFill>
            <a:schemeClr val="tx1">
              <a:lumMod val="75000"/>
            </a:schemeClr>
          </a:solidFill>
        </p:spPr>
        <p:txBody>
          <a:bodyPr lIns="0" tIns="2628000" rIns="0" anchor="t" anchorCtr="0"/>
          <a:lstStyle>
            <a:lvl1pPr marL="0" indent="0" algn="ctr">
              <a:buNone/>
              <a:defRPr sz="1700" b="0" i="0" baseline="0">
                <a:solidFill>
                  <a:schemeClr val="tx1"/>
                </a:solidFill>
                <a:sym typeface="Wingdings" panose="05000000000000000000" pitchFamily="2" charset="2"/>
              </a:defRPr>
            </a:lvl1pPr>
          </a:lstStyle>
          <a:p>
            <a:r>
              <a:rPr lang="en-GB"/>
              <a:t>Click icon to insert image</a:t>
            </a:r>
          </a:p>
        </p:txBody>
      </p:sp>
      <p:sp>
        <p:nvSpPr>
          <p:cNvPr id="2" name="Titel 1"/>
          <p:cNvSpPr>
            <a:spLocks noGrp="1"/>
          </p:cNvSpPr>
          <p:nvPr>
            <p:ph type="title" hasCustomPrompt="1"/>
          </p:nvPr>
        </p:nvSpPr>
        <p:spPr>
          <a:xfrm>
            <a:off x="417181" y="3519496"/>
            <a:ext cx="2956491" cy="980960"/>
          </a:xfrm>
          <a:solidFill>
            <a:schemeClr val="accent4">
              <a:alpha val="99950"/>
            </a:schemeClr>
          </a:solidFill>
        </p:spPr>
        <p:txBody>
          <a:bodyPr wrap="square" lIns="252000" tIns="108000" rIns="252000" bIns="0" anchor="t" anchorCtr="0">
            <a:spAutoFit/>
          </a:bodyPr>
          <a:lstStyle>
            <a:lvl1pPr>
              <a:defRPr sz="2833" b="1" spc="0" baseline="0">
                <a:solidFill>
                  <a:schemeClr val="tx1"/>
                </a:solidFill>
              </a:defRPr>
            </a:lvl1pPr>
          </a:lstStyle>
          <a:p>
            <a:r>
              <a:rPr lang="en-GB"/>
              <a:t>Click to add text</a:t>
            </a:r>
          </a:p>
        </p:txBody>
      </p:sp>
      <p:sp>
        <p:nvSpPr>
          <p:cNvPr id="5" name="Pladsholder til dato 4"/>
          <p:cNvSpPr>
            <a:spLocks noGrp="1"/>
          </p:cNvSpPr>
          <p:nvPr>
            <p:ph type="dt" sz="half" idx="10"/>
          </p:nvPr>
        </p:nvSpPr>
        <p:spPr/>
        <p:txBody>
          <a:bodyPr/>
          <a:lstStyle/>
          <a:p>
            <a:fld id="{C0156FC0-1C68-46A1-95BA-D879D9D7980D}"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
        <p:nvSpPr>
          <p:cNvPr id="3" name="TextBox 1">
            <a:extLst>
              <a:ext uri="{FF2B5EF4-FFF2-40B4-BE49-F238E27FC236}">
                <a16:creationId xmlns:a16="http://schemas.microsoft.com/office/drawing/2014/main" id="{E6BCCAFF-7E95-0536-8297-4959B0CA01D7}"/>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bg1"/>
                </a:solidFill>
                <a:latin typeface="Microsoft New Tai Lue"/>
              </a:rPr>
              <a:t>Highlight words </a:t>
            </a:r>
            <a:r>
              <a:rPr lang="en-GB" sz="992" b="0">
                <a:solidFill>
                  <a:schemeClr val="bg1"/>
                </a:solidFill>
                <a:latin typeface="Microsoft New Tai Lue"/>
              </a:rPr>
              <a:t>in headline using </a:t>
            </a:r>
            <a:r>
              <a:rPr lang="en-GB" sz="992" b="1">
                <a:solidFill>
                  <a:schemeClr val="bg1"/>
                </a:solidFill>
                <a:latin typeface="Microsoft New Tai Lue"/>
              </a:rPr>
              <a:t>bold   </a:t>
            </a:r>
            <a:endParaRPr lang="en-GB" sz="992" b="0">
              <a:solidFill>
                <a:schemeClr val="bg1"/>
              </a:solidFill>
              <a:latin typeface="Microsoft New Tai Lue"/>
            </a:endParaRPr>
          </a:p>
        </p:txBody>
      </p:sp>
    </p:spTree>
    <p:extLst>
      <p:ext uri="{BB962C8B-B14F-4D97-AF65-F5344CB8AC3E}">
        <p14:creationId xmlns:p14="http://schemas.microsoft.com/office/powerpoint/2010/main" val="2570002876"/>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and image C">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234907"/>
            <a:ext cx="8635999" cy="4629193"/>
          </a:xfrm>
          <a:solidFill>
            <a:schemeClr val="tx1">
              <a:lumMod val="75000"/>
            </a:schemeClr>
          </a:solidFill>
        </p:spPr>
        <p:txBody>
          <a:bodyPr lIns="0" tIns="2628000" rIns="0" anchor="t" anchorCtr="0"/>
          <a:lstStyle>
            <a:lvl1pPr marL="0" indent="0" algn="ctr">
              <a:buNone/>
              <a:defRPr sz="1700" b="0" i="0" baseline="0">
                <a:solidFill>
                  <a:schemeClr val="tx1"/>
                </a:solidFill>
                <a:sym typeface="Wingdings" panose="05000000000000000000" pitchFamily="2" charset="2"/>
              </a:defRPr>
            </a:lvl1pPr>
          </a:lstStyle>
          <a:p>
            <a:r>
              <a:rPr lang="en-GB"/>
              <a:t>Click icon to insert image</a:t>
            </a:r>
          </a:p>
        </p:txBody>
      </p:sp>
      <p:sp>
        <p:nvSpPr>
          <p:cNvPr id="2" name="Titel 1"/>
          <p:cNvSpPr>
            <a:spLocks noGrp="1"/>
          </p:cNvSpPr>
          <p:nvPr>
            <p:ph type="title" hasCustomPrompt="1"/>
          </p:nvPr>
        </p:nvSpPr>
        <p:spPr>
          <a:xfrm>
            <a:off x="3385444" y="3190165"/>
            <a:ext cx="4832250" cy="850384"/>
          </a:xfrm>
          <a:solidFill>
            <a:schemeClr val="bg1">
              <a:alpha val="99950"/>
            </a:schemeClr>
          </a:solidFill>
        </p:spPr>
        <p:txBody>
          <a:bodyPr wrap="square" lIns="252000" tIns="216000" rIns="252000" bIns="108000">
            <a:spAutoFit/>
          </a:bodyPr>
          <a:lstStyle>
            <a:lvl1pPr>
              <a:defRPr sz="3400" b="1" spc="0" baseline="0">
                <a:solidFill>
                  <a:schemeClr val="tx1"/>
                </a:solidFill>
              </a:defRPr>
            </a:lvl1pPr>
          </a:lstStyle>
          <a:p>
            <a:r>
              <a:rPr lang="en-GB"/>
              <a:t>Click to add text</a:t>
            </a:r>
          </a:p>
        </p:txBody>
      </p:sp>
      <p:sp>
        <p:nvSpPr>
          <p:cNvPr id="5" name="Pladsholder til dato 4"/>
          <p:cNvSpPr>
            <a:spLocks noGrp="1"/>
          </p:cNvSpPr>
          <p:nvPr>
            <p:ph type="dt" sz="half" idx="10"/>
          </p:nvPr>
        </p:nvSpPr>
        <p:spPr/>
        <p:txBody>
          <a:bodyPr/>
          <a:lstStyle/>
          <a:p>
            <a:fld id="{2911EE2D-5BB7-4858-806B-E9B8121B6310}"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
        <p:nvSpPr>
          <p:cNvPr id="4" name="TextBox 1">
            <a:extLst>
              <a:ext uri="{FF2B5EF4-FFF2-40B4-BE49-F238E27FC236}">
                <a16:creationId xmlns:a16="http://schemas.microsoft.com/office/drawing/2014/main" id="{DA49A202-D2D5-25B6-2F32-60A741CCF725}"/>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bg1"/>
                </a:solidFill>
                <a:latin typeface="Microsoft New Tai Lue"/>
              </a:rPr>
              <a:t>Highlight words </a:t>
            </a:r>
            <a:r>
              <a:rPr lang="en-GB" sz="992" b="0">
                <a:solidFill>
                  <a:schemeClr val="bg1"/>
                </a:solidFill>
                <a:latin typeface="Microsoft New Tai Lue"/>
              </a:rPr>
              <a:t>in headline using </a:t>
            </a:r>
            <a:r>
              <a:rPr lang="en-GB" sz="992" b="1">
                <a:solidFill>
                  <a:schemeClr val="bg1"/>
                </a:solidFill>
                <a:latin typeface="Microsoft New Tai Lue"/>
              </a:rPr>
              <a:t>bold   </a:t>
            </a:r>
            <a:endParaRPr lang="en-GB" sz="992" b="0">
              <a:solidFill>
                <a:schemeClr val="bg1"/>
              </a:solidFill>
              <a:latin typeface="Microsoft New Tai Lue"/>
            </a:endParaRPr>
          </a:p>
        </p:txBody>
      </p:sp>
    </p:spTree>
    <p:extLst>
      <p:ext uri="{BB962C8B-B14F-4D97-AF65-F5344CB8AC3E}">
        <p14:creationId xmlns:p14="http://schemas.microsoft.com/office/powerpoint/2010/main" val="3560930630"/>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and image D">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234907"/>
            <a:ext cx="8635999" cy="4629193"/>
          </a:xfrm>
          <a:solidFill>
            <a:schemeClr val="tx1">
              <a:lumMod val="75000"/>
            </a:schemeClr>
          </a:solidFill>
        </p:spPr>
        <p:txBody>
          <a:bodyPr lIns="0" tIns="1080000" rIns="0" anchor="ctr" anchorCtr="0"/>
          <a:lstStyle>
            <a:lvl1pPr marL="0" indent="0" algn="ctr">
              <a:buNone/>
              <a:defRPr sz="1700" b="0" i="0" baseline="0">
                <a:solidFill>
                  <a:schemeClr val="tx1"/>
                </a:solidFill>
                <a:sym typeface="Wingdings" panose="05000000000000000000" pitchFamily="2" charset="2"/>
              </a:defRPr>
            </a:lvl1pPr>
          </a:lstStyle>
          <a:p>
            <a:r>
              <a:rPr lang="en-GB"/>
              <a:t>Click icon to insert image</a:t>
            </a:r>
          </a:p>
        </p:txBody>
      </p:sp>
      <p:sp>
        <p:nvSpPr>
          <p:cNvPr id="2" name="Titel 1"/>
          <p:cNvSpPr>
            <a:spLocks noGrp="1"/>
          </p:cNvSpPr>
          <p:nvPr>
            <p:ph type="title" hasCustomPrompt="1"/>
          </p:nvPr>
        </p:nvSpPr>
        <p:spPr>
          <a:xfrm>
            <a:off x="417182" y="721602"/>
            <a:ext cx="7800512" cy="755931"/>
          </a:xfrm>
          <a:solidFill>
            <a:schemeClr val="bg2">
              <a:alpha val="99950"/>
            </a:schemeClr>
          </a:solidFill>
        </p:spPr>
        <p:txBody>
          <a:bodyPr wrap="square" lIns="180000" tIns="180000" rIns="180000" bIns="180000">
            <a:spAutoFit/>
          </a:bodyPr>
          <a:lstStyle>
            <a:lvl1pPr>
              <a:defRPr sz="2550" b="1" spc="0" baseline="0">
                <a:solidFill>
                  <a:schemeClr val="tx1"/>
                </a:solidFill>
              </a:defRPr>
            </a:lvl1pPr>
          </a:lstStyle>
          <a:p>
            <a:r>
              <a:rPr lang="en-GB"/>
              <a:t>Click to add text</a:t>
            </a:r>
          </a:p>
        </p:txBody>
      </p:sp>
      <p:sp>
        <p:nvSpPr>
          <p:cNvPr id="5" name="Pladsholder til dato 4"/>
          <p:cNvSpPr>
            <a:spLocks noGrp="1"/>
          </p:cNvSpPr>
          <p:nvPr>
            <p:ph type="dt" sz="half" idx="10"/>
          </p:nvPr>
        </p:nvSpPr>
        <p:spPr/>
        <p:txBody>
          <a:bodyPr/>
          <a:lstStyle/>
          <a:p>
            <a:fld id="{FE8D869E-E124-4C9B-86F5-EB1AF46F875F}"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
        <p:nvSpPr>
          <p:cNvPr id="4" name="TextBox 1">
            <a:extLst>
              <a:ext uri="{FF2B5EF4-FFF2-40B4-BE49-F238E27FC236}">
                <a16:creationId xmlns:a16="http://schemas.microsoft.com/office/drawing/2014/main" id="{342F60A0-C020-A529-4A95-65C8AC9FA2C2}"/>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bg1"/>
                </a:solidFill>
                <a:latin typeface="Microsoft New Tai Lue"/>
              </a:rPr>
              <a:t>Highlight words </a:t>
            </a:r>
            <a:r>
              <a:rPr lang="en-GB" sz="992" b="0">
                <a:solidFill>
                  <a:schemeClr val="bg1"/>
                </a:solidFill>
                <a:latin typeface="Microsoft New Tai Lue"/>
              </a:rPr>
              <a:t>in headline using </a:t>
            </a:r>
            <a:r>
              <a:rPr lang="en-GB" sz="992" b="1">
                <a:solidFill>
                  <a:schemeClr val="bg1"/>
                </a:solidFill>
                <a:latin typeface="Microsoft New Tai Lue"/>
              </a:rPr>
              <a:t>bold   </a:t>
            </a:r>
            <a:endParaRPr lang="en-GB" sz="992" b="0">
              <a:solidFill>
                <a:schemeClr val="bg1"/>
              </a:solidFill>
              <a:latin typeface="Microsoft New Tai Lue"/>
            </a:endParaRPr>
          </a:p>
        </p:txBody>
      </p:sp>
    </p:spTree>
    <p:extLst>
      <p:ext uri="{BB962C8B-B14F-4D97-AF65-F5344CB8AC3E}">
        <p14:creationId xmlns:p14="http://schemas.microsoft.com/office/powerpoint/2010/main" val="1302012127"/>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and image E">
    <p:bg>
      <p:bgRef idx="1001">
        <a:schemeClr val="bg1"/>
      </p:bgRef>
    </p:bg>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1" y="234907"/>
            <a:ext cx="8635999" cy="4629193"/>
          </a:xfrm>
          <a:solidFill>
            <a:schemeClr val="tx1">
              <a:lumMod val="75000"/>
            </a:schemeClr>
          </a:solidFill>
        </p:spPr>
        <p:txBody>
          <a:bodyPr lIns="0" tIns="2628000" rIns="0" anchor="t" anchorCtr="0"/>
          <a:lstStyle>
            <a:lvl1pPr marL="0" indent="0" algn="ctr">
              <a:buNone/>
              <a:defRPr sz="1700" b="0" i="0" baseline="0">
                <a:solidFill>
                  <a:schemeClr val="tx1"/>
                </a:solidFill>
                <a:sym typeface="Wingdings" panose="05000000000000000000" pitchFamily="2" charset="2"/>
              </a:defRPr>
            </a:lvl1pPr>
          </a:lstStyle>
          <a:p>
            <a:r>
              <a:rPr lang="en-GB"/>
              <a:t>Click icon to insert image</a:t>
            </a:r>
          </a:p>
        </p:txBody>
      </p:sp>
      <p:sp>
        <p:nvSpPr>
          <p:cNvPr id="2" name="Titel 1"/>
          <p:cNvSpPr>
            <a:spLocks noGrp="1"/>
          </p:cNvSpPr>
          <p:nvPr>
            <p:ph type="title" hasCustomPrompt="1"/>
          </p:nvPr>
        </p:nvSpPr>
        <p:spPr>
          <a:xfrm>
            <a:off x="417182" y="2951934"/>
            <a:ext cx="7800512" cy="1547910"/>
          </a:xfrm>
          <a:solidFill>
            <a:schemeClr val="bg1">
              <a:alpha val="46000"/>
            </a:schemeClr>
          </a:solidFill>
        </p:spPr>
        <p:txBody>
          <a:bodyPr wrap="square" lIns="252000" tIns="108000" rIns="252000" bIns="0">
            <a:spAutoFit/>
          </a:bodyPr>
          <a:lstStyle>
            <a:lvl1pPr algn="ctr">
              <a:defRPr sz="4675" b="1" cap="all" spc="0" baseline="0">
                <a:solidFill>
                  <a:schemeClr val="tx1"/>
                </a:solidFill>
              </a:defRPr>
            </a:lvl1pPr>
          </a:lstStyle>
          <a:p>
            <a:r>
              <a:rPr lang="en-GB"/>
              <a:t>Click to add          text...</a:t>
            </a:r>
          </a:p>
        </p:txBody>
      </p:sp>
      <p:sp>
        <p:nvSpPr>
          <p:cNvPr id="5" name="Pladsholder til dato 4"/>
          <p:cNvSpPr>
            <a:spLocks noGrp="1"/>
          </p:cNvSpPr>
          <p:nvPr>
            <p:ph type="dt" sz="half" idx="10"/>
          </p:nvPr>
        </p:nvSpPr>
        <p:spPr/>
        <p:txBody>
          <a:bodyPr/>
          <a:lstStyle/>
          <a:p>
            <a:fld id="{ECACFB06-9E5C-4DC0-BDE6-1E991C758329}"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
        <p:nvSpPr>
          <p:cNvPr id="3" name="TextBox 1">
            <a:extLst>
              <a:ext uri="{FF2B5EF4-FFF2-40B4-BE49-F238E27FC236}">
                <a16:creationId xmlns:a16="http://schemas.microsoft.com/office/drawing/2014/main" id="{0AC6CF46-91DC-976D-9F2D-0F1B85D185F4}"/>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bg1"/>
                </a:solidFill>
                <a:latin typeface="Microsoft New Tai Lue"/>
              </a:rPr>
              <a:t>Highlight words </a:t>
            </a:r>
            <a:r>
              <a:rPr lang="en-GB" sz="992" b="0">
                <a:solidFill>
                  <a:schemeClr val="bg1"/>
                </a:solidFill>
                <a:latin typeface="Microsoft New Tai Lue"/>
              </a:rPr>
              <a:t>in headline using </a:t>
            </a:r>
            <a:r>
              <a:rPr lang="en-GB" sz="992" b="1">
                <a:solidFill>
                  <a:schemeClr val="bg1"/>
                </a:solidFill>
                <a:latin typeface="Microsoft New Tai Lue"/>
              </a:rPr>
              <a:t>bold   </a:t>
            </a:r>
            <a:endParaRPr lang="en-GB" sz="992" b="0">
              <a:solidFill>
                <a:schemeClr val="bg1"/>
              </a:solidFill>
              <a:latin typeface="Microsoft New Tai Lue"/>
            </a:endParaRPr>
          </a:p>
        </p:txBody>
      </p:sp>
    </p:spTree>
    <p:extLst>
      <p:ext uri="{BB962C8B-B14F-4D97-AF65-F5344CB8AC3E}">
        <p14:creationId xmlns:p14="http://schemas.microsoft.com/office/powerpoint/2010/main" val="45356660"/>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estions and comments">
    <p:bg>
      <p:bgPr>
        <a:solidFill>
          <a:schemeClr val="accent1"/>
        </a:solidFill>
        <a:effectLst/>
      </p:bgPr>
    </p:bg>
    <p:spTree>
      <p:nvGrpSpPr>
        <p:cNvPr id="1" name=""/>
        <p:cNvGrpSpPr/>
        <p:nvPr/>
      </p:nvGrpSpPr>
      <p:grpSpPr>
        <a:xfrm>
          <a:off x="0" y="0"/>
          <a:ext cx="0" cy="0"/>
          <a:chOff x="0" y="0"/>
          <a:chExt cx="0" cy="0"/>
        </a:xfrm>
      </p:grpSpPr>
      <p:sp>
        <p:nvSpPr>
          <p:cNvPr id="4" name="Pladsholder til dato 3"/>
          <p:cNvSpPr>
            <a:spLocks noGrp="1"/>
          </p:cNvSpPr>
          <p:nvPr>
            <p:ph type="dt" sz="half" idx="10"/>
          </p:nvPr>
        </p:nvSpPr>
        <p:spPr/>
        <p:txBody>
          <a:bodyPr/>
          <a:lstStyle/>
          <a:p>
            <a:fld id="{10C11D8F-85B9-4001-AF63-8B6D3CD2CF9F}" type="datetime1">
              <a:rPr lang="en-GB" smtClean="0"/>
              <a:t>26/05/2026</a:t>
            </a:fld>
            <a:endParaRPr lang="en-GB"/>
          </a:p>
        </p:txBody>
      </p:sp>
      <p:sp>
        <p:nvSpPr>
          <p:cNvPr id="7" name="?">
            <a:extLst>
              <a:ext uri="{FF2B5EF4-FFF2-40B4-BE49-F238E27FC236}">
                <a16:creationId xmlns:a16="http://schemas.microsoft.com/office/drawing/2014/main" id="{C9382B17-B390-C8C0-F5F8-7665434C718C}"/>
              </a:ext>
            </a:extLst>
          </p:cNvPr>
          <p:cNvSpPr/>
          <p:nvPr userDrawn="1"/>
        </p:nvSpPr>
        <p:spPr>
          <a:xfrm>
            <a:off x="2580043" y="638705"/>
            <a:ext cx="3391429" cy="3942633"/>
          </a:xfrm>
          <a:prstGeom prst="rect">
            <a:avLst/>
          </a:prstGeom>
        </p:spPr>
        <p:txBody>
          <a:bodyPr wrap="square" rtlCol="0" anchor="t" anchorCtr="0">
            <a:noAutofit/>
          </a:bodyPr>
          <a:lstStyle/>
          <a:p>
            <a:pPr algn="ctr">
              <a:lnSpc>
                <a:spcPct val="83000"/>
              </a:lnSpc>
            </a:pPr>
            <a:r>
              <a:rPr lang="en-GB" sz="42144" b="1">
                <a:solidFill>
                  <a:schemeClr val="tx1">
                    <a:alpha val="14559"/>
                  </a:schemeClr>
                </a:solidFill>
              </a:rPr>
              <a:t>?</a:t>
            </a:r>
          </a:p>
        </p:txBody>
      </p:sp>
      <p:sp>
        <p:nvSpPr>
          <p:cNvPr id="3" name="Title 2">
            <a:extLst>
              <a:ext uri="{FF2B5EF4-FFF2-40B4-BE49-F238E27FC236}">
                <a16:creationId xmlns:a16="http://schemas.microsoft.com/office/drawing/2014/main" id="{2E0714F6-6F11-9826-9767-37567B1EC5DC}"/>
              </a:ext>
            </a:extLst>
          </p:cNvPr>
          <p:cNvSpPr>
            <a:spLocks noGrp="1"/>
          </p:cNvSpPr>
          <p:nvPr>
            <p:ph type="title" hasCustomPrompt="1"/>
          </p:nvPr>
        </p:nvSpPr>
        <p:spPr>
          <a:xfrm>
            <a:off x="1515644" y="1155224"/>
            <a:ext cx="6702050" cy="2836772"/>
          </a:xfrm>
        </p:spPr>
        <p:txBody>
          <a:bodyPr anchor="ctr" anchorCtr="0"/>
          <a:lstStyle>
            <a:lvl1pPr>
              <a:lnSpc>
                <a:spcPct val="83000"/>
              </a:lnSpc>
              <a:defRPr sz="6800" b="1">
                <a:solidFill>
                  <a:schemeClr val="bg1"/>
                </a:solidFill>
              </a:defRPr>
            </a:lvl1pPr>
          </a:lstStyle>
          <a:p>
            <a:r>
              <a:rPr lang="en-GB"/>
              <a:t>Click to add text</a:t>
            </a:r>
          </a:p>
        </p:txBody>
      </p:sp>
      <p:sp>
        <p:nvSpPr>
          <p:cNvPr id="5" name="Pladsholder til sidefod 4"/>
          <p:cNvSpPr>
            <a:spLocks noGrp="1"/>
          </p:cNvSpPr>
          <p:nvPr>
            <p:ph type="ftr" sz="quarter" idx="11"/>
          </p:nvPr>
        </p:nvSpPr>
        <p:spPr/>
        <p:txBody>
          <a:bodyPr/>
          <a:lstStyle/>
          <a:p>
            <a:endParaRPr lang="en-GB"/>
          </a:p>
        </p:txBody>
      </p:sp>
      <p:sp>
        <p:nvSpPr>
          <p:cNvPr id="6" name="Pladsholder til slidenummer 5"/>
          <p:cNvSpPr>
            <a:spLocks noGrp="1"/>
          </p:cNvSpPr>
          <p:nvPr>
            <p:ph type="sldNum" sz="quarter" idx="12"/>
          </p:nvPr>
        </p:nvSpPr>
        <p:spPr/>
        <p:txBody>
          <a:bodyPr/>
          <a:lstStyle/>
          <a:p>
            <a:fld id="{091A926C-488A-4E3E-9C21-57CAA120E114}" type="slidenum">
              <a:rPr lang="en-GB" smtClean="0"/>
              <a:t>‹nr.›</a:t>
            </a:fld>
            <a:endParaRPr lang="en-GB"/>
          </a:p>
        </p:txBody>
      </p:sp>
      <p:sp>
        <p:nvSpPr>
          <p:cNvPr id="2" name="TextBox 1">
            <a:extLst>
              <a:ext uri="{FF2B5EF4-FFF2-40B4-BE49-F238E27FC236}">
                <a16:creationId xmlns:a16="http://schemas.microsoft.com/office/drawing/2014/main" id="{01861DB2-11FB-99E1-B80B-1463133B9A24}"/>
              </a:ext>
            </a:extLst>
          </p:cNvPr>
          <p:cNvSpPr txBox="1"/>
          <p:nvPr userDrawn="1"/>
        </p:nvSpPr>
        <p:spPr>
          <a:xfrm>
            <a:off x="417183" y="-266368"/>
            <a:ext cx="7800511" cy="217271"/>
          </a:xfrm>
          <a:prstGeom prst="rect">
            <a:avLst/>
          </a:prstGeom>
        </p:spPr>
        <p:txBody>
          <a:bodyPr vert="horz" wrap="square" lIns="0" tIns="0" rIns="0" bIns="0" rtlCol="0" anchor="b" anchorCtr="0">
            <a:noAutofit/>
          </a:bodyPr>
          <a:lstStyle/>
          <a:p>
            <a:pPr marL="0" marR="0" indent="0" algn="l" defTabSz="647670" rtl="0" eaLnBrk="1" fontAlgn="auto" latinLnBrk="0" hangingPunct="1">
              <a:lnSpc>
                <a:spcPct val="100000"/>
              </a:lnSpc>
              <a:spcBef>
                <a:spcPct val="0"/>
              </a:spcBef>
              <a:spcAft>
                <a:spcPts val="0"/>
              </a:spcAft>
              <a:buClrTx/>
              <a:buSzTx/>
              <a:buFontTx/>
              <a:buNone/>
              <a:tabLst/>
            </a:pPr>
            <a:r>
              <a:rPr lang="en-GB" sz="992" b="1">
                <a:solidFill>
                  <a:schemeClr val="tx1"/>
                </a:solidFill>
                <a:latin typeface="Microsoft New Tai Lue"/>
              </a:rPr>
              <a:t>Highlight words </a:t>
            </a:r>
            <a:r>
              <a:rPr lang="en-GB" sz="992" b="0">
                <a:solidFill>
                  <a:schemeClr val="tx1"/>
                </a:solidFill>
                <a:latin typeface="Microsoft New Tai Lue"/>
              </a:rPr>
              <a:t>in headline using </a:t>
            </a:r>
            <a:r>
              <a:rPr lang="en-GB" sz="992" b="1">
                <a:solidFill>
                  <a:schemeClr val="tx1"/>
                </a:solidFill>
                <a:latin typeface="Microsoft New Tai Lue"/>
              </a:rPr>
              <a:t>bold   </a:t>
            </a:r>
            <a:endParaRPr lang="en-GB" sz="992" b="0">
              <a:solidFill>
                <a:schemeClr val="tx1"/>
              </a:solidFill>
              <a:latin typeface="Microsoft New Tai Lue"/>
            </a:endParaRPr>
          </a:p>
        </p:txBody>
      </p:sp>
    </p:spTree>
    <p:extLst>
      <p:ext uri="{BB962C8B-B14F-4D97-AF65-F5344CB8AC3E}">
        <p14:creationId xmlns:p14="http://schemas.microsoft.com/office/powerpoint/2010/main" val="71608580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User guide">
    <p:spTree>
      <p:nvGrpSpPr>
        <p:cNvPr id="1" name=""/>
        <p:cNvGrpSpPr/>
        <p:nvPr/>
      </p:nvGrpSpPr>
      <p:grpSpPr>
        <a:xfrm>
          <a:off x="0" y="0"/>
          <a:ext cx="0" cy="0"/>
          <a:chOff x="0" y="0"/>
          <a:chExt cx="0" cy="0"/>
        </a:xfrm>
      </p:grpSpPr>
      <p:sp>
        <p:nvSpPr>
          <p:cNvPr id="22" name="Pladsholder til dato 3" hidden="1">
            <a:extLst>
              <a:ext uri="{FF2B5EF4-FFF2-40B4-BE49-F238E27FC236}">
                <a16:creationId xmlns:a16="http://schemas.microsoft.com/office/drawing/2014/main" id="{79C6BA40-0A49-7673-45A9-7C4D3541BA07}"/>
              </a:ext>
            </a:extLst>
          </p:cNvPr>
          <p:cNvSpPr>
            <a:spLocks noGrp="1"/>
          </p:cNvSpPr>
          <p:nvPr>
            <p:ph type="dt" sz="half" idx="10"/>
          </p:nvPr>
        </p:nvSpPr>
        <p:spPr>
          <a:xfrm>
            <a:off x="0" y="4864100"/>
            <a:ext cx="0" cy="0"/>
          </a:xfrm>
        </p:spPr>
        <p:txBody>
          <a:bodyPr/>
          <a:lstStyle>
            <a:lvl1pPr>
              <a:defRPr sz="100">
                <a:noFill/>
              </a:defRPr>
            </a:lvl1pPr>
          </a:lstStyle>
          <a:p>
            <a:fld id="{6622F690-D5D4-4852-B56B-61A8F1BA299A}" type="datetime1">
              <a:rPr lang="en-GB" smtClean="0"/>
              <a:t>26/05/2026</a:t>
            </a:fld>
            <a:endParaRPr lang="en-GB"/>
          </a:p>
        </p:txBody>
      </p:sp>
      <p:sp>
        <p:nvSpPr>
          <p:cNvPr id="23" name="Pladsholder til sidefod 4" hidden="1">
            <a:extLst>
              <a:ext uri="{FF2B5EF4-FFF2-40B4-BE49-F238E27FC236}">
                <a16:creationId xmlns:a16="http://schemas.microsoft.com/office/drawing/2014/main" id="{F4D4719E-1E3F-B75D-AF75-C575C79D6C77}"/>
              </a:ext>
            </a:extLst>
          </p:cNvPr>
          <p:cNvSpPr>
            <a:spLocks noGrp="1"/>
          </p:cNvSpPr>
          <p:nvPr>
            <p:ph type="ftr" sz="quarter" idx="11"/>
          </p:nvPr>
        </p:nvSpPr>
        <p:spPr>
          <a:xfrm>
            <a:off x="0" y="4864100"/>
            <a:ext cx="0" cy="0"/>
          </a:xfrm>
        </p:spPr>
        <p:txBody>
          <a:bodyPr/>
          <a:lstStyle>
            <a:lvl1pPr>
              <a:defRPr sz="100">
                <a:noFill/>
              </a:defRPr>
            </a:lvl1pPr>
          </a:lstStyle>
          <a:p>
            <a:endParaRPr lang="en-GB"/>
          </a:p>
        </p:txBody>
      </p:sp>
      <p:sp>
        <p:nvSpPr>
          <p:cNvPr id="24" name="Pladsholder til slidenummer 5" hidden="1">
            <a:extLst>
              <a:ext uri="{FF2B5EF4-FFF2-40B4-BE49-F238E27FC236}">
                <a16:creationId xmlns:a16="http://schemas.microsoft.com/office/drawing/2014/main" id="{9434FDBC-E923-AFC0-E942-C956724548D0}"/>
              </a:ext>
            </a:extLst>
          </p:cNvPr>
          <p:cNvSpPr>
            <a:spLocks noGrp="1"/>
          </p:cNvSpPr>
          <p:nvPr>
            <p:ph type="sldNum" sz="quarter" idx="12"/>
          </p:nvPr>
        </p:nvSpPr>
        <p:spPr>
          <a:xfrm>
            <a:off x="0" y="4864100"/>
            <a:ext cx="0" cy="0"/>
          </a:xfrm>
        </p:spPr>
        <p:txBody>
          <a:bodyPr/>
          <a:lstStyle>
            <a:lvl1pPr>
              <a:defRPr sz="100">
                <a:noFill/>
              </a:defRPr>
            </a:lvl1pPr>
          </a:lstStyle>
          <a:p>
            <a:fld id="{091A926C-488A-4E3E-9C21-57CAA120E114}" type="slidenum">
              <a:rPr lang="en-GB" smtClean="0"/>
              <a:pPr/>
              <a:t>‹nr.›</a:t>
            </a:fld>
            <a:endParaRPr lang="en-GB"/>
          </a:p>
        </p:txBody>
      </p:sp>
      <p:sp>
        <p:nvSpPr>
          <p:cNvPr id="2" name="Title 1">
            <a:extLst>
              <a:ext uri="{FF2B5EF4-FFF2-40B4-BE49-F238E27FC236}">
                <a16:creationId xmlns:a16="http://schemas.microsoft.com/office/drawing/2014/main" id="{C4994A88-BF4A-BF39-B835-B0C753B4C19A}"/>
              </a:ext>
            </a:extLst>
          </p:cNvPr>
          <p:cNvSpPr txBox="1">
            <a:spLocks/>
          </p:cNvSpPr>
          <p:nvPr userDrawn="1"/>
        </p:nvSpPr>
        <p:spPr>
          <a:xfrm>
            <a:off x="417183" y="435237"/>
            <a:ext cx="7800511" cy="624092"/>
          </a:xfrm>
          <a:prstGeom prst="rect">
            <a:avLst/>
          </a:prstGeom>
        </p:spPr>
        <p:txBody>
          <a:bodyPr vert="horz" lIns="0" tIns="0" rIns="0" bIns="0" rtlCol="0" anchor="t" anchorCtr="0">
            <a:noAutofit/>
          </a:bodyPr>
          <a:lstStyle>
            <a:lvl1pPr>
              <a:lnSpc>
                <a:spcPct val="100000"/>
              </a:lnSpc>
              <a:spcBef>
                <a:spcPct val="0"/>
              </a:spcBef>
              <a:buNone/>
              <a:defRPr sz="3200">
                <a:solidFill>
                  <a:schemeClr val="bg1"/>
                </a:solidFill>
                <a:latin typeface="+mj-lt"/>
                <a:ea typeface="+mj-ea"/>
                <a:cs typeface="+mj-cs"/>
              </a:defRPr>
            </a:lvl1pPr>
          </a:lstStyle>
          <a:p>
            <a:pPr lvl="0"/>
            <a:r>
              <a:rPr lang="en-GB" sz="2125">
                <a:solidFill>
                  <a:schemeClr val="tx1"/>
                </a:solidFill>
              </a:rPr>
              <a:t>User guide </a:t>
            </a:r>
            <a:r>
              <a:rPr lang="en-GB" sz="1275">
                <a:solidFill>
                  <a:schemeClr val="tx1"/>
                </a:solidFill>
              </a:rPr>
              <a:t>– delete before use</a:t>
            </a:r>
          </a:p>
        </p:txBody>
      </p:sp>
      <p:sp>
        <p:nvSpPr>
          <p:cNvPr id="18" name="Text Box 48">
            <a:extLst>
              <a:ext uri="{FF2B5EF4-FFF2-40B4-BE49-F238E27FC236}">
                <a16:creationId xmlns:a16="http://schemas.microsoft.com/office/drawing/2014/main" id="{91151374-92CC-87E1-F9AB-1D43CA0CBE4F}"/>
              </a:ext>
            </a:extLst>
          </p:cNvPr>
          <p:cNvSpPr txBox="1">
            <a:spLocks noChangeArrowheads="1"/>
          </p:cNvSpPr>
          <p:nvPr userDrawn="1"/>
        </p:nvSpPr>
        <p:spPr bwMode="auto">
          <a:xfrm>
            <a:off x="416058" y="1163536"/>
            <a:ext cx="1239789" cy="2727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425"/>
              </a:spcAft>
              <a:defRPr/>
            </a:pPr>
            <a:r>
              <a:rPr lang="en-GB" sz="708" b="1" noProof="1">
                <a:solidFill>
                  <a:schemeClr val="tx1"/>
                </a:solidFill>
                <a:latin typeface="+mn-lt"/>
                <a:cs typeface="Arial" panose="020B0604020202020204" pitchFamily="34" charset="0"/>
              </a:rPr>
              <a:t>UCPH PowerPoint templates</a:t>
            </a:r>
            <a:br>
              <a:rPr lang="en-GB" sz="708" b="1" noProof="1">
                <a:solidFill>
                  <a:schemeClr val="tx1"/>
                </a:solidFill>
                <a:latin typeface="+mn-lt"/>
                <a:cs typeface="Arial" panose="020B0604020202020204" pitchFamily="34" charset="0"/>
              </a:rPr>
            </a:br>
            <a:r>
              <a:rPr lang="en-GB" sz="567">
                <a:effectLst/>
                <a:latin typeface="+mj-lt"/>
                <a:ea typeface="Calibri" panose="020F0502020204030204" pitchFamily="34" charset="0"/>
                <a:cs typeface="Times New Roman" panose="02020603050405020304" pitchFamily="18" charset="0"/>
              </a:rPr>
              <a:t>When you open PowerPoint on your UCPH computer, </a:t>
            </a:r>
            <a:r>
              <a:rPr lang="en-GB" sz="567" kern="1200">
                <a:solidFill>
                  <a:schemeClr val="tx1"/>
                </a:solidFill>
                <a:effectLst/>
                <a:latin typeface="Arial" charset="0"/>
                <a:ea typeface="Calibri" panose="020F0502020204030204" pitchFamily="34" charset="0"/>
                <a:cs typeface="Times New Roman" panose="02020603050405020304" pitchFamily="18" charset="0"/>
              </a:rPr>
              <a:t>PowerPoint opens </a:t>
            </a:r>
            <a:r>
              <a:rPr lang="en-GB" sz="567">
                <a:effectLst/>
                <a:latin typeface="+mj-lt"/>
                <a:ea typeface="Calibri" panose="020F0502020204030204" pitchFamily="34" charset="0"/>
                <a:cs typeface="Times New Roman" panose="02020603050405020304" pitchFamily="18" charset="0"/>
              </a:rPr>
              <a:t>a template in 16:9 format with an English UCPH logo.</a:t>
            </a:r>
          </a:p>
          <a:p>
            <a:pPr eaLnBrk="1" hangingPunct="1">
              <a:spcAft>
                <a:spcPts val="425"/>
              </a:spcAft>
              <a:defRPr/>
            </a:pPr>
            <a:r>
              <a:rPr lang="en-GB" sz="567">
                <a:effectLst/>
                <a:latin typeface="+mj-lt"/>
                <a:ea typeface="Calibri" panose="020F0502020204030204" pitchFamily="34" charset="0"/>
                <a:cs typeface="Times New Roman" panose="02020603050405020304" pitchFamily="18" charset="0"/>
              </a:rPr>
              <a:t>When you click on the UCPH tab in the toolbar, click "Select Template" to choose between templates</a:t>
            </a:r>
          </a:p>
          <a:p>
            <a:pPr marL="62968" indent="-62968" eaLnBrk="1" hangingPunct="1">
              <a:spcAft>
                <a:spcPts val="425"/>
              </a:spcAft>
              <a:buFont typeface="Arial" panose="020B0604020202020204" pitchFamily="34" charset="0"/>
              <a:buChar char="•"/>
              <a:defRPr/>
            </a:pPr>
            <a:r>
              <a:rPr lang="en-GB" sz="567">
                <a:effectLst/>
                <a:latin typeface="+mj-lt"/>
                <a:ea typeface="Calibri" panose="020F0502020204030204" pitchFamily="34" charset="0"/>
                <a:cs typeface="Times New Roman" panose="02020603050405020304" pitchFamily="18" charset="0"/>
              </a:rPr>
              <a:t>in Danish and English </a:t>
            </a:r>
          </a:p>
          <a:p>
            <a:pPr marL="62968" indent="-62968" eaLnBrk="1" hangingPunct="1">
              <a:spcAft>
                <a:spcPts val="425"/>
              </a:spcAft>
              <a:buFont typeface="Arial" panose="020B0604020202020204" pitchFamily="34" charset="0"/>
              <a:buChar char="•"/>
              <a:defRPr/>
            </a:pPr>
            <a:r>
              <a:rPr lang="en-GB" sz="567">
                <a:effectLst/>
                <a:latin typeface="+mj-lt"/>
                <a:ea typeface="Calibri" panose="020F0502020204030204" pitchFamily="34" charset="0"/>
                <a:cs typeface="Times New Roman" panose="02020603050405020304" pitchFamily="18" charset="0"/>
              </a:rPr>
              <a:t>in 16:9 format</a:t>
            </a:r>
          </a:p>
          <a:p>
            <a:pPr marL="62968" indent="-62968" eaLnBrk="1" hangingPunct="1">
              <a:spcAft>
                <a:spcPts val="425"/>
              </a:spcAft>
              <a:buFont typeface="Arial" panose="020B0604020202020204" pitchFamily="34" charset="0"/>
              <a:buChar char="•"/>
              <a:defRPr/>
            </a:pPr>
            <a:r>
              <a:rPr lang="en-GB" sz="567">
                <a:effectLst/>
                <a:latin typeface="+mj-lt"/>
                <a:ea typeface="Calibri" panose="020F0502020204030204" pitchFamily="34" charset="0"/>
                <a:cs typeface="Times New Roman" panose="02020603050405020304" pitchFamily="18" charset="0"/>
              </a:rPr>
              <a:t>in "full" or “small" versions (in the full version there is an example of each slide type in the left-hand window)</a:t>
            </a:r>
          </a:p>
          <a:p>
            <a:pPr marL="62968" indent="-62968" eaLnBrk="1" hangingPunct="1">
              <a:spcAft>
                <a:spcPts val="425"/>
              </a:spcAft>
              <a:buFont typeface="Arial" panose="020B0604020202020204" pitchFamily="34" charset="0"/>
              <a:buChar char="•"/>
              <a:defRPr/>
            </a:pPr>
            <a:r>
              <a:rPr lang="en-GB" sz="567">
                <a:effectLst/>
                <a:latin typeface="+mj-lt"/>
                <a:ea typeface="Calibri" panose="020F0502020204030204" pitchFamily="34" charset="0"/>
                <a:cs typeface="Times New Roman" panose="02020603050405020304" pitchFamily="18" charset="0"/>
              </a:rPr>
              <a:t>as well as an example slide with text in English.</a:t>
            </a:r>
          </a:p>
          <a:p>
            <a:pPr>
              <a:lnSpc>
                <a:spcPct val="115000"/>
              </a:lnSpc>
              <a:spcAft>
                <a:spcPts val="708"/>
              </a:spcAft>
            </a:pPr>
            <a:r>
              <a:rPr lang="en-GB" sz="567">
                <a:effectLst/>
                <a:latin typeface="+mj-lt"/>
                <a:ea typeface="Calibri" panose="020F0502020204030204" pitchFamily="34" charset="0"/>
                <a:cs typeface="Times New Roman" panose="02020603050405020304" pitchFamily="18" charset="0"/>
              </a:rPr>
              <a:t>If you use a 'full' version, you must delete the slides you do not want to use.</a:t>
            </a:r>
            <a:br>
              <a:rPr lang="en-GB" sz="567">
                <a:effectLst/>
                <a:latin typeface="+mj-lt"/>
                <a:ea typeface="Calibri" panose="020F0502020204030204" pitchFamily="34" charset="0"/>
                <a:cs typeface="Times New Roman" panose="02020603050405020304" pitchFamily="18" charset="0"/>
              </a:rPr>
            </a:br>
            <a:br>
              <a:rPr lang="en-GB" sz="567">
                <a:effectLst/>
                <a:latin typeface="+mj-lt"/>
                <a:ea typeface="Calibri" panose="020F0502020204030204" pitchFamily="34" charset="0"/>
                <a:cs typeface="Times New Roman" panose="02020603050405020304" pitchFamily="18" charset="0"/>
              </a:rPr>
            </a:br>
            <a:r>
              <a:rPr lang="en-GB" sz="567">
                <a:effectLst/>
                <a:latin typeface="+mj-lt"/>
                <a:ea typeface="Calibri" panose="020F0502020204030204" pitchFamily="34" charset="0"/>
                <a:cs typeface="Times New Roman" panose="02020603050405020304" pitchFamily="18" charset="0"/>
              </a:rPr>
              <a:t>Mac users and others can download PowerPoint templates at</a:t>
            </a:r>
          </a:p>
          <a:p>
            <a:pPr>
              <a:lnSpc>
                <a:spcPct val="115000"/>
              </a:lnSpc>
              <a:spcAft>
                <a:spcPts val="708"/>
              </a:spcAft>
            </a:pPr>
            <a:r>
              <a:rPr lang="en-GB" sz="567">
                <a:solidFill>
                  <a:schemeClr val="accent4"/>
                </a:solidFill>
                <a:effectLst/>
                <a:latin typeface="+mj-lt"/>
                <a:ea typeface="Calibri" panose="020F0502020204030204" pitchFamily="34" charset="0"/>
                <a:cs typeface="Times New Roman" panose="02020603050405020304" pitchFamily="18" charset="0"/>
                <a:hlinkClick r:id="rId2">
                  <a:extLst>
                    <a:ext uri="{A12FA001-AC4F-418D-AE19-62706E023703}">
                      <ahyp:hlinkClr xmlns:ahyp="http://schemas.microsoft.com/office/drawing/2018/hyperlinkcolor" val="tx"/>
                    </a:ext>
                  </a:extLst>
                </a:hlinkClick>
              </a:rPr>
              <a:t>www.designguide.ku.dk/skabeloner/powerpoint/praesentationer/</a:t>
            </a:r>
            <a:endParaRPr lang="en-GB" sz="567">
              <a:solidFill>
                <a:schemeClr val="accent4"/>
              </a:solidFill>
              <a:effectLst/>
              <a:latin typeface="+mj-lt"/>
              <a:ea typeface="Calibri" panose="020F0502020204030204" pitchFamily="34" charset="0"/>
              <a:cs typeface="Times New Roman" panose="02020603050405020304" pitchFamily="18" charset="0"/>
            </a:endParaRPr>
          </a:p>
        </p:txBody>
      </p:sp>
      <p:sp>
        <p:nvSpPr>
          <p:cNvPr id="28" name="Text Box 48">
            <a:extLst>
              <a:ext uri="{FF2B5EF4-FFF2-40B4-BE49-F238E27FC236}">
                <a16:creationId xmlns:a16="http://schemas.microsoft.com/office/drawing/2014/main" id="{CC1000A9-67B6-3DBE-1556-907DFA8F39D9}"/>
              </a:ext>
            </a:extLst>
          </p:cNvPr>
          <p:cNvSpPr txBox="1">
            <a:spLocks noChangeArrowheads="1"/>
          </p:cNvSpPr>
          <p:nvPr userDrawn="1"/>
        </p:nvSpPr>
        <p:spPr bwMode="auto">
          <a:xfrm>
            <a:off x="1820689" y="2813083"/>
            <a:ext cx="1243513" cy="1245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425"/>
              </a:spcAft>
              <a:defRPr/>
            </a:pPr>
            <a:r>
              <a:rPr lang="en-GB" sz="708" b="1" noProof="1">
                <a:solidFill>
                  <a:schemeClr val="tx1"/>
                </a:solidFill>
                <a:latin typeface="+mj-lt"/>
                <a:cs typeface="Arial" panose="020B0604020202020204" pitchFamily="34" charset="0"/>
              </a:rPr>
              <a:t>Insert your unit name (e.g. your department), page numbers and the date</a:t>
            </a:r>
            <a:br>
              <a:rPr lang="en-GB" sz="708" b="1" noProof="1">
                <a:solidFill>
                  <a:schemeClr val="tx1"/>
                </a:solidFill>
                <a:latin typeface="+mj-lt"/>
                <a:cs typeface="Arial" panose="020B0604020202020204" pitchFamily="34" charset="0"/>
              </a:rPr>
            </a:br>
            <a:r>
              <a:rPr lang="en-GB" sz="567" b="1">
                <a:effectLst/>
                <a:latin typeface="+mj-lt"/>
                <a:ea typeface="Calibri" panose="020F0502020204030204" pitchFamily="34" charset="0"/>
                <a:cs typeface="Times New Roman" panose="02020603050405020304" pitchFamily="18" charset="0"/>
              </a:rPr>
              <a:t>1. </a:t>
            </a:r>
            <a:r>
              <a:rPr lang="en-GB" sz="567">
                <a:effectLst/>
                <a:latin typeface="+mj-lt"/>
                <a:ea typeface="Calibri" panose="020F0502020204030204" pitchFamily="34" charset="0"/>
                <a:cs typeface="Times New Roman" panose="02020603050405020304" pitchFamily="18" charset="0"/>
              </a:rPr>
              <a:t>Click on </a:t>
            </a:r>
            <a:r>
              <a:rPr lang="en-GB" sz="567" b="1">
                <a:effectLst/>
                <a:latin typeface="+mj-lt"/>
                <a:ea typeface="Calibri" panose="020F0502020204030204" pitchFamily="34" charset="0"/>
                <a:cs typeface="Times New Roman" panose="02020603050405020304" pitchFamily="18" charset="0"/>
              </a:rPr>
              <a:t>Insert</a:t>
            </a:r>
            <a:r>
              <a:rPr lang="en-GB" sz="567">
                <a:effectLst/>
                <a:latin typeface="+mj-lt"/>
                <a:ea typeface="Calibri" panose="020F0502020204030204" pitchFamily="34" charset="0"/>
                <a:cs typeface="Times New Roman" panose="02020603050405020304" pitchFamily="18" charset="0"/>
              </a:rPr>
              <a:t> in the top menu</a:t>
            </a:r>
          </a:p>
          <a:p>
            <a:pPr>
              <a:lnSpc>
                <a:spcPct val="90000"/>
              </a:lnSpc>
              <a:spcAft>
                <a:spcPts val="708"/>
              </a:spcAft>
            </a:pPr>
            <a:r>
              <a:rPr lang="en-GB" sz="567" b="1">
                <a:effectLst/>
                <a:latin typeface="+mj-lt"/>
                <a:ea typeface="Calibri" panose="020F0502020204030204" pitchFamily="34" charset="0"/>
                <a:cs typeface="Times New Roman" panose="02020603050405020304" pitchFamily="18" charset="0"/>
              </a:rPr>
              <a:t>2. </a:t>
            </a:r>
            <a:r>
              <a:rPr lang="en-GB" sz="567">
                <a:effectLst/>
                <a:latin typeface="+mj-lt"/>
                <a:ea typeface="Calibri" panose="020F0502020204030204" pitchFamily="34" charset="0"/>
                <a:cs typeface="Times New Roman" panose="02020603050405020304" pitchFamily="18" charset="0"/>
              </a:rPr>
              <a:t>Select </a:t>
            </a:r>
            <a:r>
              <a:rPr lang="en-GB" sz="567" b="1">
                <a:effectLst/>
                <a:latin typeface="+mj-lt"/>
                <a:ea typeface="Calibri" panose="020F0502020204030204" pitchFamily="34" charset="0"/>
                <a:cs typeface="Times New Roman" panose="02020603050405020304" pitchFamily="18" charset="0"/>
              </a:rPr>
              <a:t>Header and Footer</a:t>
            </a:r>
          </a:p>
          <a:p>
            <a:pPr>
              <a:lnSpc>
                <a:spcPct val="90000"/>
              </a:lnSpc>
              <a:spcAft>
                <a:spcPts val="708"/>
              </a:spcAft>
            </a:pPr>
            <a:r>
              <a:rPr lang="en-GB" sz="567" b="1">
                <a:effectLst/>
                <a:latin typeface="+mj-lt"/>
                <a:ea typeface="Calibri" panose="020F0502020204030204" pitchFamily="34" charset="0"/>
                <a:cs typeface="Times New Roman" panose="02020603050405020304" pitchFamily="18" charset="0"/>
              </a:rPr>
              <a:t>3. </a:t>
            </a:r>
            <a:r>
              <a:rPr lang="en-GB" sz="567">
                <a:effectLst/>
                <a:latin typeface="+mj-lt"/>
                <a:ea typeface="Calibri" panose="020F0502020204030204" pitchFamily="34" charset="0"/>
                <a:cs typeface="Times New Roman" panose="02020603050405020304" pitchFamily="18" charset="0"/>
              </a:rPr>
              <a:t>Fill in the fields</a:t>
            </a:r>
          </a:p>
          <a:p>
            <a:pPr>
              <a:lnSpc>
                <a:spcPct val="90000"/>
              </a:lnSpc>
              <a:spcAft>
                <a:spcPts val="708"/>
              </a:spcAft>
            </a:pPr>
            <a:r>
              <a:rPr lang="en-GB" sz="567" b="1">
                <a:effectLst/>
                <a:latin typeface="+mj-lt"/>
                <a:ea typeface="Calibri" panose="020F0502020204030204" pitchFamily="34" charset="0"/>
                <a:cs typeface="Times New Roman" panose="02020603050405020304" pitchFamily="18" charset="0"/>
              </a:rPr>
              <a:t>4. </a:t>
            </a:r>
            <a:r>
              <a:rPr lang="en-GB" sz="567">
                <a:effectLst/>
                <a:latin typeface="+mj-lt"/>
                <a:ea typeface="Calibri" panose="020F0502020204030204" pitchFamily="34" charset="0"/>
                <a:cs typeface="Times New Roman" panose="02020603050405020304" pitchFamily="18" charset="0"/>
              </a:rPr>
              <a:t>Select </a:t>
            </a:r>
            <a:r>
              <a:rPr lang="en-GB" sz="567" b="1">
                <a:effectLst/>
                <a:latin typeface="+mj-lt"/>
                <a:ea typeface="Calibri" panose="020F0502020204030204" pitchFamily="34" charset="0"/>
                <a:cs typeface="Times New Roman" panose="02020603050405020304" pitchFamily="18" charset="0"/>
              </a:rPr>
              <a:t>Apply</a:t>
            </a:r>
            <a:r>
              <a:rPr lang="en-GB" sz="567">
                <a:effectLst/>
                <a:latin typeface="+mj-lt"/>
                <a:ea typeface="Calibri" panose="020F0502020204030204" pitchFamily="34" charset="0"/>
                <a:cs typeface="Times New Roman" panose="02020603050405020304" pitchFamily="18" charset="0"/>
              </a:rPr>
              <a:t> </a:t>
            </a:r>
            <a:r>
              <a:rPr lang="en-GB" sz="567" b="1">
                <a:effectLst/>
                <a:latin typeface="+mj-lt"/>
                <a:ea typeface="Calibri" panose="020F0502020204030204" pitchFamily="34" charset="0"/>
                <a:cs typeface="Times New Roman" panose="02020603050405020304" pitchFamily="18" charset="0"/>
              </a:rPr>
              <a:t>to all </a:t>
            </a:r>
            <a:r>
              <a:rPr lang="en-GB" sz="567">
                <a:effectLst/>
                <a:latin typeface="+mj-lt"/>
                <a:ea typeface="Calibri" panose="020F0502020204030204" pitchFamily="34" charset="0"/>
                <a:cs typeface="Times New Roman" panose="02020603050405020304" pitchFamily="18" charset="0"/>
              </a:rPr>
              <a:t>or </a:t>
            </a:r>
            <a:r>
              <a:rPr lang="en-GB" sz="567" b="1">
                <a:effectLst/>
                <a:latin typeface="+mj-lt"/>
                <a:ea typeface="Calibri" panose="020F0502020204030204" pitchFamily="34" charset="0"/>
                <a:cs typeface="Times New Roman" panose="02020603050405020304" pitchFamily="18" charset="0"/>
              </a:rPr>
              <a:t>Apply</a:t>
            </a:r>
            <a:r>
              <a:rPr lang="en-GB" sz="567">
                <a:effectLst/>
                <a:latin typeface="+mj-lt"/>
                <a:ea typeface="Calibri" panose="020F0502020204030204" pitchFamily="34" charset="0"/>
                <a:cs typeface="Times New Roman" panose="02020603050405020304" pitchFamily="18" charset="0"/>
              </a:rPr>
              <a:t> if it is only to be used on a single slide</a:t>
            </a:r>
          </a:p>
          <a:p>
            <a:pPr>
              <a:lnSpc>
                <a:spcPct val="90000"/>
              </a:lnSpc>
              <a:spcAft>
                <a:spcPts val="708"/>
              </a:spcAft>
            </a:pPr>
            <a:r>
              <a:rPr lang="en-GB" sz="567">
                <a:effectLst/>
                <a:latin typeface="+mj-lt"/>
                <a:ea typeface="Calibri" panose="020F0502020204030204" pitchFamily="34" charset="0"/>
                <a:cs typeface="Times New Roman" panose="02020603050405020304" pitchFamily="18" charset="0"/>
              </a:rPr>
              <a:t>The information goes on the right-hand side of the page in the grey top bar.</a:t>
            </a:r>
          </a:p>
        </p:txBody>
      </p:sp>
      <p:sp>
        <p:nvSpPr>
          <p:cNvPr id="30" name="Text Box 48">
            <a:extLst>
              <a:ext uri="{FF2B5EF4-FFF2-40B4-BE49-F238E27FC236}">
                <a16:creationId xmlns:a16="http://schemas.microsoft.com/office/drawing/2014/main" id="{57AF5228-50BD-AF36-C290-EB6F54DA4AEB}"/>
              </a:ext>
            </a:extLst>
          </p:cNvPr>
          <p:cNvSpPr txBox="1">
            <a:spLocks noChangeArrowheads="1"/>
          </p:cNvSpPr>
          <p:nvPr userDrawn="1"/>
        </p:nvSpPr>
        <p:spPr bwMode="auto">
          <a:xfrm>
            <a:off x="416057" y="4034891"/>
            <a:ext cx="1345544" cy="305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425"/>
              </a:spcAft>
              <a:defRPr/>
            </a:pPr>
            <a:r>
              <a:rPr lang="en-GB" sz="708" b="1" noProof="1">
                <a:solidFill>
                  <a:schemeClr val="tx1"/>
                </a:solidFill>
                <a:latin typeface="+mn-lt"/>
                <a:cs typeface="Arial" panose="020B0604020202020204" pitchFamily="34" charset="0"/>
              </a:rPr>
              <a:t>Create a new slide (2010 + 2013 and 2016 version) </a:t>
            </a:r>
            <a:br>
              <a:rPr lang="en-GB" sz="708" b="1" noProof="1">
                <a:solidFill>
                  <a:schemeClr val="tx1"/>
                </a:solidFill>
                <a:latin typeface="+mn-lt"/>
                <a:cs typeface="Arial" panose="020B0604020202020204" pitchFamily="34" charset="0"/>
              </a:rPr>
            </a:br>
            <a:r>
              <a:rPr lang="en-GB" altLang="da-DK" sz="567" b="1" noProof="1">
                <a:solidFill>
                  <a:schemeClr val="tx1"/>
                </a:solidFill>
                <a:latin typeface="+mn-lt"/>
                <a:cs typeface="Arial" panose="020B0604020202020204" pitchFamily="34" charset="0"/>
              </a:rPr>
              <a:t>1. </a:t>
            </a:r>
            <a:r>
              <a:rPr lang="en-GB" altLang="da-DK" sz="567" b="0" noProof="1">
                <a:solidFill>
                  <a:schemeClr val="tx1"/>
                </a:solidFill>
                <a:latin typeface="+mn-lt"/>
                <a:cs typeface="Arial" panose="020B0604020202020204" pitchFamily="34" charset="0"/>
              </a:rPr>
              <a:t>Click on </a:t>
            </a:r>
            <a:r>
              <a:rPr lang="en-GB" altLang="da-DK" sz="567" b="1" noProof="1">
                <a:solidFill>
                  <a:schemeClr val="tx1"/>
                </a:solidFill>
                <a:latin typeface="+mn-lt"/>
                <a:cs typeface="Arial" panose="020B0604020202020204" pitchFamily="34" charset="0"/>
              </a:rPr>
              <a:t>Home</a:t>
            </a:r>
          </a:p>
        </p:txBody>
      </p:sp>
      <p:pic>
        <p:nvPicPr>
          <p:cNvPr id="32" name="Billede 40">
            <a:extLst>
              <a:ext uri="{FF2B5EF4-FFF2-40B4-BE49-F238E27FC236}">
                <a16:creationId xmlns:a16="http://schemas.microsoft.com/office/drawing/2014/main" id="{47DEC83E-2557-C64A-8710-5E90C5500CCC}"/>
              </a:ext>
            </a:extLst>
          </p:cNvPr>
          <p:cNvPicPr>
            <a:picLocks noChangeAspect="1"/>
          </p:cNvPicPr>
          <p:nvPr userDrawn="1"/>
        </p:nvPicPr>
        <p:blipFill rotWithShape="1">
          <a:blip r:embed="rId3"/>
          <a:srcRect l="36944" r="2272" b="69429"/>
          <a:stretch/>
        </p:blipFill>
        <p:spPr>
          <a:xfrm>
            <a:off x="2944993" y="2054481"/>
            <a:ext cx="280086" cy="89811"/>
          </a:xfrm>
          <a:prstGeom prst="rect">
            <a:avLst/>
          </a:prstGeom>
        </p:spPr>
      </p:pic>
      <p:sp>
        <p:nvSpPr>
          <p:cNvPr id="34" name="Text Box 48">
            <a:extLst>
              <a:ext uri="{FF2B5EF4-FFF2-40B4-BE49-F238E27FC236}">
                <a16:creationId xmlns:a16="http://schemas.microsoft.com/office/drawing/2014/main" id="{296B2A40-51DD-3C24-64B4-9C261EFED2FF}"/>
              </a:ext>
            </a:extLst>
          </p:cNvPr>
          <p:cNvSpPr txBox="1">
            <a:spLocks noChangeArrowheads="1"/>
          </p:cNvSpPr>
          <p:nvPr userDrawn="1"/>
        </p:nvSpPr>
        <p:spPr bwMode="auto">
          <a:xfrm>
            <a:off x="1820689" y="1831540"/>
            <a:ext cx="1150504" cy="4220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425"/>
              </a:spcAft>
              <a:defRPr/>
            </a:pPr>
            <a:r>
              <a:rPr lang="en-GB" sz="708" b="1" noProof="1">
                <a:solidFill>
                  <a:schemeClr val="tx1"/>
                </a:solidFill>
                <a:latin typeface="+mn-lt"/>
                <a:cs typeface="Arial" panose="020B0604020202020204" pitchFamily="34" charset="0"/>
              </a:rPr>
              <a:t>Replace slide type</a:t>
            </a:r>
            <a:br>
              <a:rPr lang="en-GB" sz="708" b="1" noProof="1">
                <a:solidFill>
                  <a:schemeClr val="tx1"/>
                </a:solidFill>
                <a:latin typeface="+mn-lt"/>
                <a:cs typeface="Arial" panose="020B0604020202020204" pitchFamily="34" charset="0"/>
              </a:rPr>
            </a:br>
            <a:r>
              <a:rPr lang="en-GB" altLang="da-DK" sz="567" b="1" noProof="1">
                <a:solidFill>
                  <a:schemeClr val="tx1"/>
                </a:solidFill>
                <a:latin typeface="+mn-lt"/>
                <a:cs typeface="Arial" panose="020B0604020202020204" pitchFamily="34" charset="0"/>
              </a:rPr>
              <a:t>1. </a:t>
            </a:r>
            <a:r>
              <a:rPr lang="en-GB" altLang="da-DK" sz="567" noProof="1">
                <a:solidFill>
                  <a:schemeClr val="tx1"/>
                </a:solidFill>
                <a:latin typeface="+mn-lt"/>
                <a:cs typeface="Arial" panose="020B0604020202020204" pitchFamily="34" charset="0"/>
              </a:rPr>
              <a:t>Click on </a:t>
            </a:r>
            <a:r>
              <a:rPr lang="en-GB" altLang="da-DK" sz="567" b="1" noProof="1">
                <a:solidFill>
                  <a:schemeClr val="tx1"/>
                </a:solidFill>
                <a:latin typeface="+mn-lt"/>
                <a:cs typeface="Arial" panose="020B0604020202020204" pitchFamily="34" charset="0"/>
              </a:rPr>
              <a:t>Home</a:t>
            </a:r>
          </a:p>
          <a:p>
            <a:pPr eaLnBrk="1" hangingPunct="1">
              <a:spcAft>
                <a:spcPts val="425"/>
              </a:spcAft>
              <a:defRPr/>
            </a:pPr>
            <a:r>
              <a:rPr lang="en-GB" altLang="da-DK" sz="567" b="1" noProof="1">
                <a:solidFill>
                  <a:schemeClr val="tx1"/>
                </a:solidFill>
                <a:latin typeface="+mn-lt"/>
                <a:cs typeface="Arial" panose="020B0604020202020204" pitchFamily="34" charset="0"/>
              </a:rPr>
              <a:t>2.</a:t>
            </a:r>
            <a:r>
              <a:rPr lang="en-GB" altLang="da-DK" sz="567" b="1" baseline="0" noProof="1">
                <a:solidFill>
                  <a:schemeClr val="tx1"/>
                </a:solidFill>
                <a:latin typeface="+mn-lt"/>
                <a:cs typeface="Arial" panose="020B0604020202020204" pitchFamily="34" charset="0"/>
              </a:rPr>
              <a:t> </a:t>
            </a:r>
            <a:r>
              <a:rPr lang="en-GB" altLang="da-DK" sz="567" baseline="0" noProof="1">
                <a:solidFill>
                  <a:schemeClr val="tx1"/>
                </a:solidFill>
                <a:latin typeface="+mn-lt"/>
                <a:cs typeface="Arial" panose="020B0604020202020204" pitchFamily="34" charset="0"/>
              </a:rPr>
              <a:t>Select </a:t>
            </a:r>
            <a:r>
              <a:rPr lang="en-GB" altLang="da-DK" sz="567" b="1" baseline="0" noProof="1">
                <a:solidFill>
                  <a:schemeClr val="tx1"/>
                </a:solidFill>
                <a:latin typeface="+mn-lt"/>
                <a:cs typeface="Arial" panose="020B0604020202020204" pitchFamily="34" charset="0"/>
              </a:rPr>
              <a:t>Layout</a:t>
            </a:r>
            <a:r>
              <a:rPr lang="en-GB" altLang="da-DK" sz="567" baseline="0" noProof="1">
                <a:solidFill>
                  <a:schemeClr val="tx1"/>
                </a:solidFill>
                <a:latin typeface="+mn-lt"/>
                <a:cs typeface="Arial" panose="020B0604020202020204" pitchFamily="34" charset="0"/>
              </a:rPr>
              <a:t> to change the layout of your current slide.</a:t>
            </a:r>
          </a:p>
        </p:txBody>
      </p:sp>
      <p:sp>
        <p:nvSpPr>
          <p:cNvPr id="36" name="Text Box 48">
            <a:extLst>
              <a:ext uri="{FF2B5EF4-FFF2-40B4-BE49-F238E27FC236}">
                <a16:creationId xmlns:a16="http://schemas.microsoft.com/office/drawing/2014/main" id="{26A5352B-2D88-0049-FF68-7A3677982A27}"/>
              </a:ext>
            </a:extLst>
          </p:cNvPr>
          <p:cNvSpPr txBox="1">
            <a:spLocks noChangeArrowheads="1"/>
          </p:cNvSpPr>
          <p:nvPr userDrawn="1"/>
        </p:nvSpPr>
        <p:spPr bwMode="auto">
          <a:xfrm>
            <a:off x="1820689" y="2351260"/>
            <a:ext cx="1157859" cy="2834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425"/>
              </a:spcAft>
              <a:defRPr/>
            </a:pPr>
            <a:r>
              <a:rPr lang="en-GB" sz="708" b="1" noProof="1">
                <a:solidFill>
                  <a:schemeClr val="tx1"/>
                </a:solidFill>
                <a:latin typeface="+mn-lt"/>
                <a:cs typeface="Arial" panose="020B0604020202020204" pitchFamily="34" charset="0"/>
              </a:rPr>
              <a:t>Font</a:t>
            </a:r>
            <a:br>
              <a:rPr lang="en-GB" sz="708" b="1" noProof="1">
                <a:solidFill>
                  <a:schemeClr val="tx1"/>
                </a:solidFill>
                <a:latin typeface="+mn-lt"/>
                <a:cs typeface="Arial" panose="020B0604020202020204" pitchFamily="34" charset="0"/>
              </a:rPr>
            </a:br>
            <a:r>
              <a:rPr lang="en-GB" altLang="da-DK" sz="567" b="0" noProof="1">
                <a:solidFill>
                  <a:schemeClr val="tx1"/>
                </a:solidFill>
                <a:latin typeface="+mn-lt"/>
                <a:cs typeface="Arial" panose="020B0604020202020204" pitchFamily="34" charset="0"/>
              </a:rPr>
              <a:t>UCPH uses the font Microsoft New Tai Lue in PowerPoint.</a:t>
            </a:r>
            <a:endParaRPr lang="en-GB" altLang="da-DK" sz="567" b="0" baseline="0" noProof="1">
              <a:solidFill>
                <a:schemeClr val="tx1"/>
              </a:solidFill>
              <a:latin typeface="+mn-lt"/>
              <a:cs typeface="Arial" panose="020B0604020202020204" pitchFamily="34" charset="0"/>
            </a:endParaRPr>
          </a:p>
        </p:txBody>
      </p:sp>
      <p:sp>
        <p:nvSpPr>
          <p:cNvPr id="38" name="Text Box 48">
            <a:extLst>
              <a:ext uri="{FF2B5EF4-FFF2-40B4-BE49-F238E27FC236}">
                <a16:creationId xmlns:a16="http://schemas.microsoft.com/office/drawing/2014/main" id="{F1FD1FCB-14AB-C8C8-E3B6-3A9C2354347E}"/>
              </a:ext>
            </a:extLst>
          </p:cNvPr>
          <p:cNvSpPr txBox="1">
            <a:spLocks noChangeArrowheads="1"/>
          </p:cNvSpPr>
          <p:nvPr userDrawn="1"/>
        </p:nvSpPr>
        <p:spPr bwMode="auto">
          <a:xfrm>
            <a:off x="3356872" y="1154054"/>
            <a:ext cx="1157859" cy="1586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425"/>
              </a:spcAft>
              <a:defRPr/>
            </a:pPr>
            <a:r>
              <a:rPr lang="en-GB" sz="708" b="1" noProof="1">
                <a:solidFill>
                  <a:schemeClr val="tx1"/>
                </a:solidFill>
                <a:latin typeface="+mj-lt"/>
                <a:cs typeface="Arial" panose="020B0604020202020204" pitchFamily="34" charset="0"/>
              </a:rPr>
              <a:t>Gridliness and Guides</a:t>
            </a:r>
            <a:br>
              <a:rPr lang="en-GB" sz="708" b="1" noProof="1">
                <a:solidFill>
                  <a:schemeClr val="tx1"/>
                </a:solidFill>
                <a:latin typeface="+mj-lt"/>
                <a:cs typeface="Arial" panose="020B0604020202020204" pitchFamily="34" charset="0"/>
              </a:rPr>
            </a:br>
            <a:r>
              <a:rPr lang="en-GB" sz="567" b="0" noProof="1">
                <a:solidFill>
                  <a:schemeClr val="tx1"/>
                </a:solidFill>
                <a:latin typeface="+mj-lt"/>
                <a:cs typeface="Arial" panose="020B0604020202020204" pitchFamily="34" charset="0"/>
              </a:rPr>
              <a:t>To see gridlines and guides</a:t>
            </a:r>
          </a:p>
          <a:p>
            <a:pPr marL="0" indent="0" eaLnBrk="1" hangingPunct="1">
              <a:lnSpc>
                <a:spcPct val="90000"/>
              </a:lnSpc>
              <a:spcAft>
                <a:spcPts val="425"/>
              </a:spcAft>
              <a:buNone/>
              <a:defRPr/>
            </a:pPr>
            <a:r>
              <a:rPr lang="en-GB" sz="567" b="1" noProof="1">
                <a:solidFill>
                  <a:schemeClr val="tx1"/>
                </a:solidFill>
                <a:latin typeface="+mj-lt"/>
                <a:cs typeface="Arial" panose="020B0604020202020204" pitchFamily="34" charset="0"/>
              </a:rPr>
              <a:t>1. </a:t>
            </a:r>
            <a:r>
              <a:rPr lang="en-GB" sz="567" b="0" noProof="1">
                <a:solidFill>
                  <a:schemeClr val="tx1"/>
                </a:solidFill>
                <a:latin typeface="+mj-lt"/>
                <a:cs typeface="Arial" panose="020B0604020202020204" pitchFamily="34" charset="0"/>
              </a:rPr>
              <a:t>Click on </a:t>
            </a:r>
            <a:r>
              <a:rPr lang="en-GB" sz="567" b="1" noProof="1">
                <a:solidFill>
                  <a:schemeClr val="tx1"/>
                </a:solidFill>
                <a:latin typeface="+mj-lt"/>
                <a:cs typeface="Arial" panose="020B0604020202020204" pitchFamily="34" charset="0"/>
              </a:rPr>
              <a:t>View</a:t>
            </a:r>
          </a:p>
          <a:p>
            <a:pPr marL="0" indent="0" eaLnBrk="1" hangingPunct="1">
              <a:lnSpc>
                <a:spcPct val="90000"/>
              </a:lnSpc>
              <a:spcAft>
                <a:spcPts val="425"/>
              </a:spcAft>
              <a:buNone/>
              <a:defRPr/>
            </a:pPr>
            <a:r>
              <a:rPr lang="en-GB" sz="567" b="1" noProof="1">
                <a:solidFill>
                  <a:schemeClr val="tx1"/>
                </a:solidFill>
                <a:latin typeface="+mj-lt"/>
                <a:cs typeface="Arial" panose="020B0604020202020204" pitchFamily="34" charset="0"/>
              </a:rPr>
              <a:t>2. </a:t>
            </a:r>
            <a:r>
              <a:rPr lang="en-GB" sz="567" b="0" noProof="1">
                <a:solidFill>
                  <a:schemeClr val="tx1"/>
                </a:solidFill>
                <a:latin typeface="+mj-lt"/>
                <a:cs typeface="Arial" panose="020B0604020202020204" pitchFamily="34" charset="0"/>
              </a:rPr>
              <a:t>Select </a:t>
            </a:r>
            <a:r>
              <a:rPr lang="en-GB" sz="567" b="1" noProof="1">
                <a:solidFill>
                  <a:schemeClr val="tx1"/>
                </a:solidFill>
                <a:latin typeface="+mj-lt"/>
                <a:cs typeface="Arial" panose="020B0604020202020204" pitchFamily="34" charset="0"/>
              </a:rPr>
              <a:t>Gridlines</a:t>
            </a:r>
            <a:r>
              <a:rPr lang="en-GB" sz="567" b="0" noProof="1">
                <a:solidFill>
                  <a:schemeClr val="tx1"/>
                </a:solidFill>
                <a:latin typeface="+mj-lt"/>
                <a:cs typeface="Arial" panose="020B0604020202020204" pitchFamily="34" charset="0"/>
              </a:rPr>
              <a:t> and/or </a:t>
            </a:r>
            <a:r>
              <a:rPr lang="en-GB" sz="567" b="1" noProof="1">
                <a:solidFill>
                  <a:schemeClr val="tx1"/>
                </a:solidFill>
                <a:latin typeface="+mj-lt"/>
                <a:cs typeface="Arial" panose="020B0604020202020204" pitchFamily="34" charset="0"/>
              </a:rPr>
              <a:t>Guides</a:t>
            </a:r>
          </a:p>
          <a:p>
            <a:pPr eaLnBrk="1" hangingPunct="1">
              <a:lnSpc>
                <a:spcPct val="90000"/>
              </a:lnSpc>
              <a:spcAft>
                <a:spcPts val="425"/>
              </a:spcAft>
              <a:defRPr/>
            </a:pPr>
            <a:r>
              <a:rPr lang="en-GB" sz="567" b="0" noProof="1">
                <a:solidFill>
                  <a:schemeClr val="tx1"/>
                </a:solidFill>
                <a:latin typeface="+mj-lt"/>
                <a:cs typeface="Arial" panose="020B0604020202020204" pitchFamily="34" charset="0"/>
              </a:rPr>
              <a:t>To establish additional gridlines and guides</a:t>
            </a:r>
          </a:p>
          <a:p>
            <a:pPr eaLnBrk="1" hangingPunct="1">
              <a:lnSpc>
                <a:spcPct val="90000"/>
              </a:lnSpc>
              <a:spcAft>
                <a:spcPts val="425"/>
              </a:spcAft>
              <a:defRPr/>
            </a:pPr>
            <a:r>
              <a:rPr lang="en-GB" sz="567" b="1" noProof="1">
                <a:solidFill>
                  <a:schemeClr val="tx1"/>
                </a:solidFill>
                <a:latin typeface="+mj-lt"/>
                <a:cs typeface="Arial" panose="020B0604020202020204" pitchFamily="34" charset="0"/>
              </a:rPr>
              <a:t>1. </a:t>
            </a:r>
            <a:r>
              <a:rPr lang="en-GB" sz="567" b="0" noProof="1">
                <a:solidFill>
                  <a:schemeClr val="tx1"/>
                </a:solidFill>
                <a:latin typeface="+mj-lt"/>
                <a:cs typeface="Arial" panose="020B0604020202020204" pitchFamily="34" charset="0"/>
              </a:rPr>
              <a:t>Hover the mouse over an existing gridline and click on the line (coordinates of the line are displayed)</a:t>
            </a:r>
          </a:p>
          <a:p>
            <a:pPr eaLnBrk="1" hangingPunct="1">
              <a:lnSpc>
                <a:spcPct val="90000"/>
              </a:lnSpc>
              <a:spcAft>
                <a:spcPts val="425"/>
              </a:spcAft>
              <a:defRPr/>
            </a:pPr>
            <a:r>
              <a:rPr lang="en-GB" sz="567" b="1" noProof="1">
                <a:solidFill>
                  <a:schemeClr val="tx1"/>
                </a:solidFill>
                <a:latin typeface="+mj-lt"/>
                <a:cs typeface="Arial" panose="020B0604020202020204" pitchFamily="34" charset="0"/>
              </a:rPr>
              <a:t>2. </a:t>
            </a:r>
            <a:r>
              <a:rPr lang="en-GB" sz="567" b="0" noProof="1">
                <a:solidFill>
                  <a:schemeClr val="tx1"/>
                </a:solidFill>
                <a:latin typeface="+mj-lt"/>
                <a:cs typeface="Arial" panose="020B0604020202020204" pitchFamily="34" charset="0"/>
              </a:rPr>
              <a:t>Hold down the </a:t>
            </a:r>
            <a:r>
              <a:rPr lang="en-GB" sz="567" b="1" noProof="1">
                <a:solidFill>
                  <a:schemeClr val="tx1"/>
                </a:solidFill>
                <a:latin typeface="+mj-lt"/>
                <a:cs typeface="Arial" panose="020B0604020202020204" pitchFamily="34" charset="0"/>
              </a:rPr>
              <a:t>CTRL key </a:t>
            </a:r>
            <a:r>
              <a:rPr lang="en-GB" sz="567" b="0" noProof="1">
                <a:solidFill>
                  <a:schemeClr val="tx1"/>
                </a:solidFill>
                <a:latin typeface="+mj-lt"/>
                <a:cs typeface="Arial" panose="020B0604020202020204" pitchFamily="34" charset="0"/>
              </a:rPr>
              <a:t>while you move the location of the line (adds a new line).</a:t>
            </a:r>
          </a:p>
          <a:p>
            <a:pPr eaLnBrk="1" hangingPunct="1">
              <a:lnSpc>
                <a:spcPct val="90000"/>
              </a:lnSpc>
              <a:spcAft>
                <a:spcPts val="425"/>
              </a:spcAft>
              <a:defRPr/>
            </a:pPr>
            <a:r>
              <a:rPr lang="en-GB" sz="567" b="1" noProof="1">
                <a:solidFill>
                  <a:schemeClr val="tx1"/>
                </a:solidFill>
                <a:latin typeface="+mj-lt"/>
                <a:cs typeface="Arial" panose="020B0604020202020204" pitchFamily="34" charset="0"/>
              </a:rPr>
              <a:t>Tip: </a:t>
            </a:r>
            <a:r>
              <a:rPr lang="en-GB" sz="567" b="0" noProof="1">
                <a:solidFill>
                  <a:schemeClr val="tx1"/>
                </a:solidFill>
                <a:latin typeface="+mj-lt"/>
                <a:cs typeface="Arial" panose="020B0604020202020204" pitchFamily="34" charset="0"/>
              </a:rPr>
              <a:t>Press Alt + F9 for a rapid display of gridlines</a:t>
            </a:r>
          </a:p>
        </p:txBody>
      </p:sp>
      <p:sp>
        <p:nvSpPr>
          <p:cNvPr id="40" name="Text Box 48">
            <a:extLst>
              <a:ext uri="{FF2B5EF4-FFF2-40B4-BE49-F238E27FC236}">
                <a16:creationId xmlns:a16="http://schemas.microsoft.com/office/drawing/2014/main" id="{C4D76095-C685-6F22-B51D-0AFAF348C4C3}"/>
              </a:ext>
            </a:extLst>
          </p:cNvPr>
          <p:cNvSpPr txBox="1">
            <a:spLocks noChangeArrowheads="1"/>
          </p:cNvSpPr>
          <p:nvPr userDrawn="1"/>
        </p:nvSpPr>
        <p:spPr bwMode="auto">
          <a:xfrm>
            <a:off x="3349582" y="2937338"/>
            <a:ext cx="1157859" cy="151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425"/>
              </a:spcAft>
              <a:defRPr/>
            </a:pPr>
            <a:r>
              <a:rPr lang="en-GB" sz="708" b="1" noProof="1">
                <a:solidFill>
                  <a:schemeClr val="tx1"/>
                </a:solidFill>
                <a:latin typeface="+mj-lt"/>
                <a:cs typeface="Arial" panose="020B0604020202020204" pitchFamily="34" charset="0"/>
              </a:rPr>
              <a:t>Insert picture</a:t>
            </a:r>
            <a:br>
              <a:rPr lang="en-GB" sz="708" b="1" noProof="1">
                <a:solidFill>
                  <a:schemeClr val="tx1"/>
                </a:solidFill>
                <a:latin typeface="+mj-lt"/>
                <a:cs typeface="Arial" panose="020B0604020202020204" pitchFamily="34" charset="0"/>
              </a:rPr>
            </a:br>
            <a:r>
              <a:rPr lang="en-GB" sz="567" b="0" noProof="1">
                <a:solidFill>
                  <a:schemeClr val="tx1"/>
                </a:solidFill>
                <a:latin typeface="+mj-lt"/>
                <a:cs typeface="Arial" panose="020B0604020202020204" pitchFamily="34" charset="0"/>
              </a:rPr>
              <a:t>On layouts with picture placeholders: Click the icon and select </a:t>
            </a:r>
            <a:r>
              <a:rPr lang="en-GB" sz="567" b="1" noProof="1">
                <a:solidFill>
                  <a:schemeClr val="tx1"/>
                </a:solidFill>
                <a:latin typeface="+mj-lt"/>
                <a:cs typeface="Arial" panose="020B0604020202020204" pitchFamily="34" charset="0"/>
              </a:rPr>
              <a:t>Insert</a:t>
            </a:r>
          </a:p>
          <a:p>
            <a:pPr eaLnBrk="1" hangingPunct="1">
              <a:lnSpc>
                <a:spcPct val="90000"/>
              </a:lnSpc>
              <a:spcAft>
                <a:spcPts val="425"/>
              </a:spcAft>
              <a:defRPr/>
            </a:pPr>
            <a:r>
              <a:rPr lang="en-GB" sz="567" b="0" noProof="1">
                <a:solidFill>
                  <a:schemeClr val="tx1"/>
                </a:solidFill>
                <a:latin typeface="+mj-lt"/>
                <a:cs typeface="Arial" panose="020B0604020202020204" pitchFamily="34" charset="0"/>
              </a:rPr>
              <a:t>The text  ”Clik here to insert image” will not be visible in presentation mode.</a:t>
            </a:r>
          </a:p>
          <a:p>
            <a:pPr eaLnBrk="1" hangingPunct="1">
              <a:lnSpc>
                <a:spcPct val="90000"/>
              </a:lnSpc>
              <a:spcAft>
                <a:spcPts val="425"/>
              </a:spcAft>
              <a:defRPr/>
            </a:pPr>
            <a:r>
              <a:rPr lang="en-GB" sz="567" b="0" noProof="1">
                <a:solidFill>
                  <a:schemeClr val="tx1"/>
                </a:solidFill>
                <a:latin typeface="+mj-lt"/>
                <a:cs typeface="Arial" panose="020B0604020202020204" pitchFamily="34" charset="0"/>
              </a:rPr>
              <a:t>You can find UCPH-images, which are adapted to and minimised to 16:9 format via this link: </a:t>
            </a:r>
            <a:br>
              <a:rPr lang="en-GB" sz="567" b="0" noProof="1">
                <a:solidFill>
                  <a:schemeClr val="tx1"/>
                </a:solidFill>
                <a:latin typeface="+mj-lt"/>
                <a:cs typeface="Arial" panose="020B0604020202020204" pitchFamily="34" charset="0"/>
              </a:rPr>
            </a:br>
            <a:r>
              <a:rPr lang="en-GB" sz="567" b="0" noProof="1">
                <a:solidFill>
                  <a:schemeClr val="tx1"/>
                </a:solidFill>
                <a:latin typeface="+mj-lt"/>
                <a:cs typeface="Arial" panose="020B0604020202020204" pitchFamily="34" charset="0"/>
              </a:rPr>
              <a:t> </a:t>
            </a:r>
            <a:r>
              <a:rPr lang="en-GB" sz="567" b="0" noProof="1">
                <a:solidFill>
                  <a:schemeClr val="accent4"/>
                </a:solidFill>
                <a:latin typeface="+mj-lt"/>
                <a:cs typeface="Arial" panose="020B0604020202020204" pitchFamily="34" charset="0"/>
                <a:hlinkClick r:id="rId4">
                  <a:extLst>
                    <a:ext uri="{A12FA001-AC4F-418D-AE19-62706E023703}">
                      <ahyp:hlinkClr xmlns:ahyp="http://schemas.microsoft.com/office/drawing/2018/hyperlinkcolor" val="tx"/>
                    </a:ext>
                  </a:extLst>
                </a:hlinkClick>
              </a:rPr>
              <a:t>https://image.ku.dk/shared/aZwD18034DnM3TYEw9XagEF6kxI6MLkV</a:t>
            </a:r>
            <a:endParaRPr lang="en-GB" sz="567" b="0" noProof="1">
              <a:solidFill>
                <a:schemeClr val="accent4"/>
              </a:solidFill>
              <a:latin typeface="+mj-lt"/>
              <a:cs typeface="Arial" panose="020B0604020202020204" pitchFamily="34" charset="0"/>
            </a:endParaRPr>
          </a:p>
          <a:p>
            <a:pPr eaLnBrk="1" hangingPunct="1">
              <a:lnSpc>
                <a:spcPct val="90000"/>
              </a:lnSpc>
              <a:spcAft>
                <a:spcPts val="425"/>
              </a:spcAft>
              <a:defRPr/>
            </a:pPr>
            <a:r>
              <a:rPr lang="en-GB" sz="567" b="0" noProof="1">
                <a:solidFill>
                  <a:schemeClr val="tx1"/>
                </a:solidFill>
                <a:latin typeface="+mj-lt"/>
                <a:cs typeface="Arial" panose="020B0604020202020204" pitchFamily="34" charset="0"/>
              </a:rPr>
              <a:t>Select slide show-view to activate the link.</a:t>
            </a:r>
          </a:p>
        </p:txBody>
      </p:sp>
      <p:sp>
        <p:nvSpPr>
          <p:cNvPr id="42" name="Text Box 48">
            <a:extLst>
              <a:ext uri="{FF2B5EF4-FFF2-40B4-BE49-F238E27FC236}">
                <a16:creationId xmlns:a16="http://schemas.microsoft.com/office/drawing/2014/main" id="{449B76C2-6958-26C2-DD52-28127622EE08}"/>
              </a:ext>
            </a:extLst>
          </p:cNvPr>
          <p:cNvSpPr txBox="1">
            <a:spLocks noChangeArrowheads="1"/>
          </p:cNvSpPr>
          <p:nvPr userDrawn="1"/>
        </p:nvSpPr>
        <p:spPr bwMode="auto">
          <a:xfrm>
            <a:off x="4739856" y="1163536"/>
            <a:ext cx="1157859" cy="517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425"/>
              </a:spcAft>
              <a:defRPr/>
            </a:pPr>
            <a:r>
              <a:rPr lang="en-GB" sz="708" b="1" noProof="1">
                <a:solidFill>
                  <a:schemeClr val="tx1"/>
                </a:solidFill>
                <a:latin typeface="+mj-lt"/>
                <a:cs typeface="Arial" panose="020B0604020202020204" pitchFamily="34" charset="0"/>
              </a:rPr>
              <a:t>Image sizes</a:t>
            </a:r>
            <a:br>
              <a:rPr lang="en-GB" sz="708" b="1" noProof="1">
                <a:solidFill>
                  <a:schemeClr val="tx1"/>
                </a:solidFill>
                <a:latin typeface="+mj-lt"/>
                <a:cs typeface="Arial" panose="020B0604020202020204" pitchFamily="34" charset="0"/>
              </a:rPr>
            </a:br>
            <a:r>
              <a:rPr lang="en-GB" sz="567" b="0" noProof="1">
                <a:solidFill>
                  <a:schemeClr val="tx1"/>
                </a:solidFill>
                <a:latin typeface="+mj-lt"/>
                <a:cs typeface="Arial" panose="020B0604020202020204" pitchFamily="34" charset="0"/>
              </a:rPr>
              <a:t>The optimal picture size is:</a:t>
            </a:r>
          </a:p>
          <a:p>
            <a:pPr eaLnBrk="1" hangingPunct="1">
              <a:lnSpc>
                <a:spcPct val="90000"/>
              </a:lnSpc>
              <a:spcAft>
                <a:spcPts val="425"/>
              </a:spcAft>
              <a:defRPr/>
            </a:pPr>
            <a:r>
              <a:rPr lang="en-GB" sz="567" b="0" noProof="1">
                <a:solidFill>
                  <a:schemeClr val="tx1"/>
                </a:solidFill>
                <a:latin typeface="+mj-lt"/>
                <a:cs typeface="Arial" panose="020B0604020202020204" pitchFamily="34" charset="0"/>
              </a:rPr>
              <a:t>16:9-format: 1.500 x 818 pixels</a:t>
            </a:r>
          </a:p>
          <a:p>
            <a:pPr eaLnBrk="1" hangingPunct="1">
              <a:lnSpc>
                <a:spcPct val="90000"/>
              </a:lnSpc>
              <a:spcAft>
                <a:spcPts val="425"/>
              </a:spcAft>
              <a:defRPr/>
            </a:pPr>
            <a:r>
              <a:rPr lang="en-GB" sz="567" b="0" noProof="1">
                <a:solidFill>
                  <a:schemeClr val="tx1"/>
                </a:solidFill>
                <a:latin typeface="+mj-lt"/>
                <a:cs typeface="Arial" panose="020B0604020202020204" pitchFamily="34" charset="0"/>
              </a:rPr>
              <a:t>Save the images in 72 dpi and in "jpg medium quality"</a:t>
            </a:r>
          </a:p>
        </p:txBody>
      </p:sp>
      <p:sp>
        <p:nvSpPr>
          <p:cNvPr id="44" name="Text Box 48">
            <a:extLst>
              <a:ext uri="{FF2B5EF4-FFF2-40B4-BE49-F238E27FC236}">
                <a16:creationId xmlns:a16="http://schemas.microsoft.com/office/drawing/2014/main" id="{B1B679C7-F81E-AF72-3832-BC2B20AF81E0}"/>
              </a:ext>
            </a:extLst>
          </p:cNvPr>
          <p:cNvSpPr txBox="1">
            <a:spLocks noChangeArrowheads="1"/>
          </p:cNvSpPr>
          <p:nvPr userDrawn="1"/>
        </p:nvSpPr>
        <p:spPr bwMode="auto">
          <a:xfrm>
            <a:off x="4739856" y="1929189"/>
            <a:ext cx="1157859" cy="1353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425"/>
              </a:spcAft>
              <a:defRPr/>
            </a:pPr>
            <a:r>
              <a:rPr lang="en-GB" sz="708" b="1" noProof="1">
                <a:solidFill>
                  <a:schemeClr val="tx1"/>
                </a:solidFill>
                <a:latin typeface="+mj-lt"/>
                <a:cs typeface="Arial" panose="020B0604020202020204" pitchFamily="34" charset="0"/>
              </a:rPr>
              <a:t>Trimming pictures</a:t>
            </a:r>
            <a:br>
              <a:rPr lang="en-GB" sz="708" b="1" noProof="1">
                <a:solidFill>
                  <a:schemeClr val="tx1"/>
                </a:solidFill>
                <a:latin typeface="+mj-lt"/>
                <a:cs typeface="Arial" panose="020B0604020202020204" pitchFamily="34" charset="0"/>
              </a:rPr>
            </a:br>
            <a:r>
              <a:rPr lang="en-GB" sz="567" b="1" noProof="1">
                <a:solidFill>
                  <a:schemeClr val="tx1"/>
                </a:solidFill>
                <a:latin typeface="+mj-lt"/>
                <a:cs typeface="Arial" panose="020B0604020202020204" pitchFamily="34" charset="0"/>
              </a:rPr>
              <a:t>1</a:t>
            </a:r>
            <a:r>
              <a:rPr lang="en-GB" sz="567" b="0" noProof="1">
                <a:solidFill>
                  <a:schemeClr val="tx1"/>
                </a:solidFill>
                <a:latin typeface="+mj-lt"/>
                <a:cs typeface="Arial" panose="020B0604020202020204" pitchFamily="34" charset="0"/>
              </a:rPr>
              <a:t>. Click</a:t>
            </a:r>
            <a:r>
              <a:rPr lang="en-GB" sz="567" b="1" noProof="1">
                <a:solidFill>
                  <a:schemeClr val="tx1"/>
                </a:solidFill>
                <a:latin typeface="+mj-lt"/>
                <a:cs typeface="Arial" panose="020B0604020202020204" pitchFamily="34" charset="0"/>
              </a:rPr>
              <a:t> Crop </a:t>
            </a:r>
            <a:r>
              <a:rPr lang="en-GB" sz="567" b="0" noProof="1">
                <a:solidFill>
                  <a:schemeClr val="tx1"/>
                </a:solidFill>
                <a:latin typeface="+mj-lt"/>
                <a:cs typeface="Arial" panose="020B0604020202020204" pitchFamily="34" charset="0"/>
              </a:rPr>
              <a:t>to change the image focus/size</a:t>
            </a:r>
          </a:p>
          <a:p>
            <a:pPr eaLnBrk="1" hangingPunct="1">
              <a:lnSpc>
                <a:spcPct val="90000"/>
              </a:lnSpc>
              <a:spcAft>
                <a:spcPts val="425"/>
              </a:spcAft>
              <a:defRPr/>
            </a:pPr>
            <a:r>
              <a:rPr lang="en-GB" sz="567" b="1" noProof="1">
                <a:solidFill>
                  <a:schemeClr val="tx1"/>
                </a:solidFill>
                <a:latin typeface="+mj-lt"/>
                <a:cs typeface="Arial" panose="020B0604020202020204" pitchFamily="34" charset="0"/>
              </a:rPr>
              <a:t>2. </a:t>
            </a:r>
            <a:r>
              <a:rPr lang="en-GB" sz="567" b="0" noProof="1">
                <a:solidFill>
                  <a:schemeClr val="tx1"/>
                </a:solidFill>
                <a:latin typeface="+mj-lt"/>
                <a:cs typeface="Arial" panose="020B0604020202020204" pitchFamily="34" charset="0"/>
              </a:rPr>
              <a:t>If you want to scale the picture, hold the </a:t>
            </a:r>
            <a:r>
              <a:rPr lang="en-GB" sz="567" b="1" noProof="1">
                <a:solidFill>
                  <a:schemeClr val="tx1"/>
                </a:solidFill>
                <a:latin typeface="+mj-lt"/>
                <a:cs typeface="Arial" panose="020B0604020202020204" pitchFamily="34" charset="0"/>
              </a:rPr>
              <a:t>SHIFT</a:t>
            </a:r>
            <a:r>
              <a:rPr lang="en-GB" sz="567" b="0" noProof="1">
                <a:solidFill>
                  <a:schemeClr val="tx1"/>
                </a:solidFill>
                <a:latin typeface="+mj-lt"/>
                <a:cs typeface="Arial" panose="020B0604020202020204" pitchFamily="34" charset="0"/>
              </a:rPr>
              <a:t> button down while dragging in the image corners</a:t>
            </a:r>
          </a:p>
          <a:p>
            <a:pPr eaLnBrk="1" hangingPunct="1">
              <a:lnSpc>
                <a:spcPct val="90000"/>
              </a:lnSpc>
              <a:spcAft>
                <a:spcPts val="425"/>
              </a:spcAft>
              <a:defRPr/>
            </a:pPr>
            <a:r>
              <a:rPr lang="en-GB" sz="567" b="1" noProof="1">
                <a:solidFill>
                  <a:schemeClr val="tx1"/>
                </a:solidFill>
                <a:latin typeface="+mj-lt"/>
                <a:cs typeface="Arial" panose="020B0604020202020204" pitchFamily="34" charset="0"/>
              </a:rPr>
              <a:t>3. </a:t>
            </a:r>
            <a:r>
              <a:rPr lang="en-GB" sz="567" b="0" noProof="1">
                <a:solidFill>
                  <a:schemeClr val="tx1"/>
                </a:solidFill>
                <a:latin typeface="+mj-lt"/>
                <a:cs typeface="Arial" panose="020B0604020202020204" pitchFamily="34" charset="0"/>
              </a:rPr>
              <a:t>Right-click on the picture and select </a:t>
            </a:r>
            <a:r>
              <a:rPr lang="en-GB" sz="567" b="1" noProof="1">
                <a:solidFill>
                  <a:schemeClr val="tx1"/>
                </a:solidFill>
                <a:latin typeface="+mj-lt"/>
                <a:cs typeface="Arial" panose="020B0604020202020204" pitchFamily="34" charset="0"/>
              </a:rPr>
              <a:t>Send to back</a:t>
            </a:r>
          </a:p>
          <a:p>
            <a:pPr eaLnBrk="1" hangingPunct="1">
              <a:lnSpc>
                <a:spcPct val="90000"/>
              </a:lnSpc>
              <a:spcAft>
                <a:spcPts val="425"/>
              </a:spcAft>
              <a:defRPr/>
            </a:pPr>
            <a:r>
              <a:rPr lang="en-GB" sz="567" b="1" noProof="1">
                <a:solidFill>
                  <a:schemeClr val="tx1"/>
                </a:solidFill>
                <a:latin typeface="+mj-lt"/>
                <a:cs typeface="Arial" panose="020B0604020202020204" pitchFamily="34" charset="0"/>
              </a:rPr>
              <a:t>Tip: </a:t>
            </a:r>
            <a:r>
              <a:rPr lang="en-GB" sz="567" b="0" noProof="1">
                <a:solidFill>
                  <a:schemeClr val="tx1"/>
                </a:solidFill>
                <a:latin typeface="+mj-lt"/>
                <a:cs typeface="Arial" panose="020B0604020202020204" pitchFamily="34" charset="0"/>
              </a:rPr>
              <a:t>If you delete the picture and inserts a new, the picture may be in front of text and graphics. If this happens, you must select the image, right-click and select </a:t>
            </a:r>
            <a:r>
              <a:rPr lang="en-GB" sz="567" b="1" noProof="1">
                <a:solidFill>
                  <a:schemeClr val="tx1"/>
                </a:solidFill>
                <a:latin typeface="+mj-lt"/>
                <a:cs typeface="Arial" panose="020B0604020202020204" pitchFamily="34" charset="0"/>
              </a:rPr>
              <a:t>Send to back</a:t>
            </a:r>
          </a:p>
        </p:txBody>
      </p:sp>
      <p:sp>
        <p:nvSpPr>
          <p:cNvPr id="46" name="Text Box 48">
            <a:extLst>
              <a:ext uri="{FF2B5EF4-FFF2-40B4-BE49-F238E27FC236}">
                <a16:creationId xmlns:a16="http://schemas.microsoft.com/office/drawing/2014/main" id="{DBC859E9-AAD9-582D-9CAB-53B97A96B2FE}"/>
              </a:ext>
            </a:extLst>
          </p:cNvPr>
          <p:cNvSpPr txBox="1">
            <a:spLocks noChangeArrowheads="1"/>
          </p:cNvSpPr>
          <p:nvPr userDrawn="1"/>
        </p:nvSpPr>
        <p:spPr bwMode="auto">
          <a:xfrm>
            <a:off x="4739856" y="3379849"/>
            <a:ext cx="1157859" cy="701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425"/>
              </a:spcAft>
              <a:defRPr/>
            </a:pPr>
            <a:r>
              <a:rPr lang="en-GB" sz="708" b="1" noProof="1">
                <a:solidFill>
                  <a:schemeClr val="tx1"/>
                </a:solidFill>
                <a:latin typeface="+mj-lt"/>
                <a:cs typeface="Arial" panose="020B0604020202020204" pitchFamily="34" charset="0"/>
              </a:rPr>
              <a:t>Template colors</a:t>
            </a:r>
            <a:br>
              <a:rPr lang="en-GB" sz="708" b="1" noProof="1">
                <a:solidFill>
                  <a:schemeClr val="tx1"/>
                </a:solidFill>
                <a:latin typeface="+mj-lt"/>
                <a:cs typeface="Arial" panose="020B0604020202020204" pitchFamily="34" charset="0"/>
              </a:rPr>
            </a:br>
            <a:r>
              <a:rPr lang="en-GB" sz="567" b="0" noProof="1">
                <a:solidFill>
                  <a:schemeClr val="tx1"/>
                </a:solidFill>
                <a:latin typeface="+mj-lt"/>
                <a:cs typeface="Arial" panose="020B0604020202020204" pitchFamily="34" charset="0"/>
              </a:rPr>
              <a:t>You can choose between a range of colors for backgrounds and graphs.</a:t>
            </a:r>
          </a:p>
          <a:p>
            <a:pPr eaLnBrk="1" hangingPunct="1">
              <a:lnSpc>
                <a:spcPct val="90000"/>
              </a:lnSpc>
              <a:spcAft>
                <a:spcPts val="425"/>
              </a:spcAft>
              <a:defRPr/>
            </a:pPr>
            <a:r>
              <a:rPr lang="en-GB" sz="567" b="0" noProof="1">
                <a:solidFill>
                  <a:schemeClr val="tx1"/>
                </a:solidFill>
                <a:latin typeface="+mj-lt"/>
                <a:cs typeface="Arial" panose="020B0604020202020204" pitchFamily="34" charset="0"/>
              </a:rPr>
              <a:t>Right-click on the surface of which you want to change the color and then click on the paint can icon</a:t>
            </a:r>
          </a:p>
        </p:txBody>
      </p:sp>
      <p:sp>
        <p:nvSpPr>
          <p:cNvPr id="48" name="Text Box 48">
            <a:extLst>
              <a:ext uri="{FF2B5EF4-FFF2-40B4-BE49-F238E27FC236}">
                <a16:creationId xmlns:a16="http://schemas.microsoft.com/office/drawing/2014/main" id="{5BDA7DE1-7BD9-6953-4F2C-C23FAB665D31}"/>
              </a:ext>
            </a:extLst>
          </p:cNvPr>
          <p:cNvSpPr txBox="1">
            <a:spLocks noChangeArrowheads="1"/>
          </p:cNvSpPr>
          <p:nvPr userDrawn="1"/>
        </p:nvSpPr>
        <p:spPr bwMode="auto">
          <a:xfrm>
            <a:off x="4739856" y="4124440"/>
            <a:ext cx="1157859" cy="414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425"/>
              </a:spcAft>
              <a:defRPr/>
            </a:pPr>
            <a:r>
              <a:rPr lang="en-GB" sz="708" b="1" noProof="1">
                <a:solidFill>
                  <a:schemeClr val="tx1"/>
                </a:solidFill>
                <a:latin typeface="+mj-lt"/>
                <a:cs typeface="Arial" panose="020B0604020202020204" pitchFamily="34" charset="0"/>
              </a:rPr>
              <a:t>Further information</a:t>
            </a:r>
            <a:br>
              <a:rPr lang="en-GB" sz="708" b="1" noProof="1">
                <a:solidFill>
                  <a:schemeClr val="tx1"/>
                </a:solidFill>
                <a:latin typeface="+mj-lt"/>
                <a:cs typeface="Arial" panose="020B0604020202020204" pitchFamily="34" charset="0"/>
              </a:rPr>
            </a:br>
            <a:r>
              <a:rPr lang="en-GB" sz="567" b="0" noProof="1">
                <a:solidFill>
                  <a:schemeClr val="tx1"/>
                </a:solidFill>
                <a:latin typeface="+mj-lt"/>
                <a:cs typeface="Arial" panose="020B0604020202020204" pitchFamily="34" charset="0"/>
              </a:rPr>
              <a:t>See</a:t>
            </a:r>
            <a:r>
              <a:rPr lang="en-GB" sz="567" b="0" baseline="0" noProof="1">
                <a:solidFill>
                  <a:schemeClr val="tx1"/>
                </a:solidFill>
                <a:latin typeface="+mj-lt"/>
                <a:cs typeface="Arial" panose="020B0604020202020204" pitchFamily="34" charset="0"/>
              </a:rPr>
              <a:t> </a:t>
            </a:r>
            <a:br>
              <a:rPr lang="en-GB" sz="567" b="0" baseline="0" noProof="1">
                <a:solidFill>
                  <a:schemeClr val="tx1"/>
                </a:solidFill>
                <a:latin typeface="+mj-lt"/>
                <a:cs typeface="Arial" panose="020B0604020202020204" pitchFamily="34" charset="0"/>
              </a:rPr>
            </a:br>
            <a:r>
              <a:rPr lang="en-GB" sz="567"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www.designguide.ku.dk/</a:t>
            </a:r>
            <a:br>
              <a:rPr lang="en-GB" sz="567"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567"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skabeloner/powerpoint/</a:t>
            </a:r>
            <a:br>
              <a:rPr lang="en-GB" sz="567"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br>
            <a:r>
              <a:rPr lang="en-GB" sz="567" b="0" noProof="1">
                <a:solidFill>
                  <a:schemeClr val="accent4"/>
                </a:solidFill>
                <a:latin typeface="+mj-lt"/>
                <a:cs typeface="Arial" panose="020B0604020202020204" pitchFamily="34" charset="0"/>
                <a:hlinkClick r:id="rId5">
                  <a:extLst>
                    <a:ext uri="{A12FA001-AC4F-418D-AE19-62706E023703}">
                      <ahyp:hlinkClr xmlns:ahyp="http://schemas.microsoft.com/office/drawing/2018/hyperlinkcolor" val="tx"/>
                    </a:ext>
                  </a:extLst>
                </a:hlinkClick>
              </a:rPr>
              <a:t>praesentationer/</a:t>
            </a:r>
            <a:endParaRPr lang="en-GB" sz="567" b="0" noProof="1">
              <a:solidFill>
                <a:schemeClr val="accent4"/>
              </a:solidFill>
              <a:latin typeface="+mj-lt"/>
              <a:cs typeface="Arial" panose="020B0604020202020204" pitchFamily="34" charset="0"/>
            </a:endParaRPr>
          </a:p>
        </p:txBody>
      </p:sp>
      <p:pic>
        <p:nvPicPr>
          <p:cNvPr id="50" name="Billede 25">
            <a:extLst>
              <a:ext uri="{FF2B5EF4-FFF2-40B4-BE49-F238E27FC236}">
                <a16:creationId xmlns:a16="http://schemas.microsoft.com/office/drawing/2014/main" id="{2BC7410A-935F-DC4A-F8A5-7F39AC457C1E}"/>
              </a:ext>
            </a:extLst>
          </p:cNvPr>
          <p:cNvPicPr>
            <a:picLocks noChangeAspect="1"/>
          </p:cNvPicPr>
          <p:nvPr userDrawn="1"/>
        </p:nvPicPr>
        <p:blipFill>
          <a:blip r:embed="rId6"/>
          <a:stretch>
            <a:fillRect/>
          </a:stretch>
        </p:blipFill>
        <p:spPr>
          <a:xfrm>
            <a:off x="4439865" y="2979890"/>
            <a:ext cx="182273" cy="195245"/>
          </a:xfrm>
          <a:prstGeom prst="rect">
            <a:avLst/>
          </a:prstGeom>
        </p:spPr>
      </p:pic>
      <p:pic>
        <p:nvPicPr>
          <p:cNvPr id="52" name="Billede 36">
            <a:extLst>
              <a:ext uri="{FF2B5EF4-FFF2-40B4-BE49-F238E27FC236}">
                <a16:creationId xmlns:a16="http://schemas.microsoft.com/office/drawing/2014/main" id="{56A21FCA-F356-F238-3DEE-A13BEFECD377}"/>
              </a:ext>
            </a:extLst>
          </p:cNvPr>
          <p:cNvPicPr>
            <a:picLocks noChangeAspect="1"/>
          </p:cNvPicPr>
          <p:nvPr userDrawn="1"/>
        </p:nvPicPr>
        <p:blipFill>
          <a:blip r:embed="rId7"/>
          <a:stretch>
            <a:fillRect/>
          </a:stretch>
        </p:blipFill>
        <p:spPr>
          <a:xfrm>
            <a:off x="5825006" y="1982648"/>
            <a:ext cx="204502" cy="195245"/>
          </a:xfrm>
          <a:prstGeom prst="rect">
            <a:avLst/>
          </a:prstGeom>
        </p:spPr>
      </p:pic>
      <p:pic>
        <p:nvPicPr>
          <p:cNvPr id="54" name="Billede 37">
            <a:extLst>
              <a:ext uri="{FF2B5EF4-FFF2-40B4-BE49-F238E27FC236}">
                <a16:creationId xmlns:a16="http://schemas.microsoft.com/office/drawing/2014/main" id="{8288A8D2-A953-FCF5-C54C-BED0258209D5}"/>
              </a:ext>
            </a:extLst>
          </p:cNvPr>
          <p:cNvPicPr>
            <a:picLocks noChangeAspect="1"/>
          </p:cNvPicPr>
          <p:nvPr userDrawn="1"/>
        </p:nvPicPr>
        <p:blipFill>
          <a:blip r:embed="rId8"/>
          <a:stretch>
            <a:fillRect/>
          </a:stretch>
        </p:blipFill>
        <p:spPr>
          <a:xfrm>
            <a:off x="5837960" y="2260969"/>
            <a:ext cx="158045" cy="162309"/>
          </a:xfrm>
          <a:prstGeom prst="rect">
            <a:avLst/>
          </a:prstGeom>
        </p:spPr>
      </p:pic>
      <p:sp>
        <p:nvSpPr>
          <p:cNvPr id="56" name="Text Box 48">
            <a:extLst>
              <a:ext uri="{FF2B5EF4-FFF2-40B4-BE49-F238E27FC236}">
                <a16:creationId xmlns:a16="http://schemas.microsoft.com/office/drawing/2014/main" id="{1AAEA91B-6C9C-9157-EFF5-6EEB67507A8E}"/>
              </a:ext>
            </a:extLst>
          </p:cNvPr>
          <p:cNvSpPr txBox="1">
            <a:spLocks noChangeArrowheads="1"/>
          </p:cNvSpPr>
          <p:nvPr userDrawn="1"/>
        </p:nvSpPr>
        <p:spPr bwMode="auto">
          <a:xfrm>
            <a:off x="1820689" y="1181717"/>
            <a:ext cx="1252430" cy="523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02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Aft>
                <a:spcPts val="425"/>
              </a:spcAft>
              <a:defRPr/>
            </a:pPr>
            <a:r>
              <a:rPr lang="en-GB" altLang="da-DK" sz="567" b="1" noProof="1">
                <a:solidFill>
                  <a:schemeClr val="tx1"/>
                </a:solidFill>
                <a:latin typeface="+mn-lt"/>
                <a:cs typeface="Arial" panose="020B0604020202020204" pitchFamily="34" charset="0"/>
              </a:rPr>
              <a:t>2.</a:t>
            </a:r>
            <a:r>
              <a:rPr lang="en-GB" altLang="da-DK" sz="567" b="1" baseline="0" noProof="1">
                <a:solidFill>
                  <a:schemeClr val="tx1"/>
                </a:solidFill>
                <a:latin typeface="+mn-lt"/>
                <a:cs typeface="Arial" panose="020B0604020202020204" pitchFamily="34" charset="0"/>
              </a:rPr>
              <a:t> </a:t>
            </a:r>
            <a:r>
              <a:rPr lang="en-GB" altLang="da-DK" sz="567" baseline="0" noProof="1">
                <a:solidFill>
                  <a:schemeClr val="tx1"/>
                </a:solidFill>
                <a:latin typeface="+mn-lt"/>
                <a:cs typeface="Arial" panose="020B0604020202020204" pitchFamily="34" charset="0"/>
              </a:rPr>
              <a:t>Under the </a:t>
            </a:r>
            <a:r>
              <a:rPr lang="en-GB" altLang="da-DK" sz="567" b="1" baseline="0" noProof="1">
                <a:solidFill>
                  <a:schemeClr val="tx1"/>
                </a:solidFill>
                <a:latin typeface="+mn-lt"/>
                <a:cs typeface="Arial" panose="020B0604020202020204" pitchFamily="34" charset="0"/>
              </a:rPr>
              <a:t>New slide </a:t>
            </a:r>
            <a:r>
              <a:rPr lang="en-GB" altLang="da-DK" sz="567" baseline="0" noProof="1">
                <a:solidFill>
                  <a:schemeClr val="tx1"/>
                </a:solidFill>
                <a:latin typeface="+mn-lt"/>
                <a:cs typeface="Arial" panose="020B0604020202020204" pitchFamily="34" charset="0"/>
              </a:rPr>
              <a:t>button Click on the top part of the button to create a slide identical to the one selected. Click on the bottom part of the button to see a selection of possible layout choices</a:t>
            </a:r>
            <a:endParaRPr lang="en-GB" altLang="da-DK" sz="567" noProof="1">
              <a:solidFill>
                <a:schemeClr val="tx1"/>
              </a:solidFill>
              <a:latin typeface="+mn-lt"/>
              <a:cs typeface="Arial" panose="020B0604020202020204" pitchFamily="34" charset="0"/>
            </a:endParaRPr>
          </a:p>
        </p:txBody>
      </p:sp>
      <p:pic>
        <p:nvPicPr>
          <p:cNvPr id="58" name="Picture 61">
            <a:extLst>
              <a:ext uri="{FF2B5EF4-FFF2-40B4-BE49-F238E27FC236}">
                <a16:creationId xmlns:a16="http://schemas.microsoft.com/office/drawing/2014/main" id="{874C9D93-430E-897F-0010-953653748BCE}"/>
              </a:ext>
            </a:extLst>
          </p:cNvPr>
          <p:cNvPicPr>
            <a:picLocks noChangeAspect="1"/>
          </p:cNvPicPr>
          <p:nvPr userDrawn="1"/>
        </p:nvPicPr>
        <p:blipFill>
          <a:blip r:embed="rId9"/>
          <a:stretch>
            <a:fillRect/>
          </a:stretch>
        </p:blipFill>
        <p:spPr>
          <a:xfrm>
            <a:off x="3025914" y="1236762"/>
            <a:ext cx="172257" cy="307101"/>
          </a:xfrm>
          <a:prstGeom prst="rect">
            <a:avLst/>
          </a:prstGeom>
        </p:spPr>
      </p:pic>
    </p:spTree>
    <p:extLst>
      <p:ext uri="{BB962C8B-B14F-4D97-AF65-F5344CB8AC3E}">
        <p14:creationId xmlns:p14="http://schemas.microsoft.com/office/powerpoint/2010/main" val="39705367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el, indhold og billede">
    <p:spTree>
      <p:nvGrpSpPr>
        <p:cNvPr id="1" name=""/>
        <p:cNvGrpSpPr/>
        <p:nvPr/>
      </p:nvGrpSpPr>
      <p:grpSpPr>
        <a:xfrm>
          <a:off x="0" y="0"/>
          <a:ext cx="0" cy="0"/>
          <a:chOff x="0" y="0"/>
          <a:chExt cx="0" cy="0"/>
        </a:xfrm>
      </p:grpSpPr>
      <p:sp>
        <p:nvSpPr>
          <p:cNvPr id="8" name="Pladsholder til billede 9"/>
          <p:cNvSpPr>
            <a:spLocks noGrp="1"/>
          </p:cNvSpPr>
          <p:nvPr>
            <p:ph type="pic" sz="quarter" idx="14" hasCustomPrompt="1"/>
          </p:nvPr>
        </p:nvSpPr>
        <p:spPr>
          <a:xfrm>
            <a:off x="4423294" y="1155224"/>
            <a:ext cx="3794400" cy="3314227"/>
          </a:xfrm>
          <a:solidFill>
            <a:schemeClr val="bg1">
              <a:lumMod val="75000"/>
            </a:schemeClr>
          </a:solidFill>
        </p:spPr>
        <p:txBody>
          <a:bodyPr lIns="360000" tIns="1080000" rIns="360000" anchor="ctr" anchorCtr="0"/>
          <a:lstStyle>
            <a:lvl1pPr marL="0" indent="0" algn="ctr">
              <a:buNone/>
              <a:defRPr sz="1700" baseline="0">
                <a:solidFill>
                  <a:schemeClr val="bg1"/>
                </a:solidFill>
                <a:sym typeface="Wingdings" panose="05000000000000000000" pitchFamily="2" charset="2"/>
              </a:defRPr>
            </a:lvl1pPr>
          </a:lstStyle>
          <a:p>
            <a:r>
              <a:rPr lang="en-GB"/>
              <a:t>Klik på ikonet, hvis du vil indsætte et billede </a:t>
            </a:r>
          </a:p>
        </p:txBody>
      </p:sp>
      <p:sp>
        <p:nvSpPr>
          <p:cNvPr id="2" name="Titel 1"/>
          <p:cNvSpPr>
            <a:spLocks noGrp="1"/>
          </p:cNvSpPr>
          <p:nvPr>
            <p:ph type="title" hasCustomPrompt="1"/>
          </p:nvPr>
        </p:nvSpPr>
        <p:spPr>
          <a:xfrm>
            <a:off x="417184" y="440246"/>
            <a:ext cx="7800511" cy="613642"/>
          </a:xfrm>
        </p:spPr>
        <p:txBody>
          <a:bodyPr/>
          <a:lstStyle>
            <a:lvl1pPr>
              <a:defRPr b="0" i="0" baseline="0"/>
            </a:lvl1pPr>
          </a:lstStyle>
          <a:p>
            <a:pPr lvl="0"/>
            <a:r>
              <a:rPr lang="en-GB"/>
              <a:t>Klik for at tilføje overskrift</a:t>
            </a:r>
          </a:p>
        </p:txBody>
      </p:sp>
      <p:sp>
        <p:nvSpPr>
          <p:cNvPr id="3" name="Pladsholder til indhold 2"/>
          <p:cNvSpPr>
            <a:spLocks noGrp="1"/>
          </p:cNvSpPr>
          <p:nvPr>
            <p:ph sz="half" idx="1" hasCustomPrompt="1"/>
          </p:nvPr>
        </p:nvSpPr>
        <p:spPr>
          <a:xfrm>
            <a:off x="417183" y="1155224"/>
            <a:ext cx="3794400" cy="3314227"/>
          </a:xfrm>
        </p:spPr>
        <p:txBody>
          <a:bodyPr vert="horz" lIns="0" tIns="0" rIns="0" bIns="0" rtlCol="0">
            <a:noAutofit/>
          </a:bodyPr>
          <a:lstStyle>
            <a:lvl1pPr>
              <a:defRPr lang="da-DK" b="0" i="0" baseline="0" dirty="0" smtClean="0"/>
            </a:lvl1pPr>
            <a:lvl2pPr>
              <a:defRPr lang="da-DK" b="0" i="0" baseline="0" dirty="0" smtClean="0"/>
            </a:lvl2pPr>
            <a:lvl3pPr>
              <a:defRPr lang="da-DK" b="0" i="0" baseline="0" dirty="0" smtClean="0"/>
            </a:lvl3pPr>
            <a:lvl4pPr>
              <a:defRPr lang="da-DK" dirty="0" smtClean="0"/>
            </a:lvl4pPr>
            <a:lvl5pPr>
              <a:defRPr lang="da-DK" dirty="0"/>
            </a:lvl5pPr>
          </a:lstStyle>
          <a:p>
            <a:pPr lvl="0"/>
            <a:r>
              <a:rPr lang="en-GB"/>
              <a:t>Klik for at indsætte tekst</a:t>
            </a:r>
          </a:p>
          <a:p>
            <a:pPr lvl="1"/>
            <a:r>
              <a:rPr lang="en-GB"/>
              <a:t>Andet niveau</a:t>
            </a:r>
          </a:p>
          <a:p>
            <a:pPr lvl="2"/>
            <a:r>
              <a:rPr lang="en-GB"/>
              <a:t>Tredje niveau</a:t>
            </a:r>
          </a:p>
        </p:txBody>
      </p:sp>
      <p:sp>
        <p:nvSpPr>
          <p:cNvPr id="5" name="Pladsholder til dato 4"/>
          <p:cNvSpPr>
            <a:spLocks noGrp="1"/>
          </p:cNvSpPr>
          <p:nvPr>
            <p:ph type="dt" sz="half" idx="10"/>
          </p:nvPr>
        </p:nvSpPr>
        <p:spPr/>
        <p:txBody>
          <a:bodyPr/>
          <a:lstStyle/>
          <a:p>
            <a:fld id="{2CC1B346-6D22-4E2E-9D8A-0DE526CBF6C5}" type="datetime1">
              <a:rPr lang="en-GB" smtClean="0"/>
              <a:t>26/05/2026</a:t>
            </a:fld>
            <a:endParaRPr lang="en-GB"/>
          </a:p>
        </p:txBody>
      </p:sp>
      <p:sp>
        <p:nvSpPr>
          <p:cNvPr id="6" name="Pladsholder til sidefod 5"/>
          <p:cNvSpPr>
            <a:spLocks noGrp="1"/>
          </p:cNvSpPr>
          <p:nvPr>
            <p:ph type="ftr" sz="quarter" idx="11"/>
          </p:nvPr>
        </p:nvSpPr>
        <p:spPr/>
        <p:txBody>
          <a:bodyPr/>
          <a:lstStyle/>
          <a:p>
            <a:endParaRPr lang="en-GB"/>
          </a:p>
        </p:txBody>
      </p:sp>
      <p:sp>
        <p:nvSpPr>
          <p:cNvPr id="7" name="Pladsholder til slidenummer 6"/>
          <p:cNvSpPr>
            <a:spLocks noGrp="1"/>
          </p:cNvSpPr>
          <p:nvPr>
            <p:ph type="sldNum" sz="quarter" idx="12"/>
          </p:nvPr>
        </p:nvSpPr>
        <p:spPr/>
        <p:txBody>
          <a:bodyPr/>
          <a:lstStyle/>
          <a:p>
            <a:fld id="{091A926C-488A-4E3E-9C21-57CAA120E114}" type="slidenum">
              <a:rPr lang="en-GB" smtClean="0"/>
              <a:t>‹nr.›</a:t>
            </a:fld>
            <a:endParaRPr lang="en-GB"/>
          </a:p>
        </p:txBody>
      </p:sp>
    </p:spTree>
    <p:extLst>
      <p:ext uri="{BB962C8B-B14F-4D97-AF65-F5344CB8AC3E}">
        <p14:creationId xmlns:p14="http://schemas.microsoft.com/office/powerpoint/2010/main" val="395085808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9.xml"/><Relationship Id="rId18" Type="http://schemas.openxmlformats.org/officeDocument/2006/relationships/slideLayout" Target="../slideLayouts/slideLayout34.xml"/><Relationship Id="rId26" Type="http://schemas.openxmlformats.org/officeDocument/2006/relationships/slideLayout" Target="../slideLayouts/slideLayout42.xml"/><Relationship Id="rId3" Type="http://schemas.openxmlformats.org/officeDocument/2006/relationships/slideLayout" Target="../slideLayouts/slideLayout19.xml"/><Relationship Id="rId21" Type="http://schemas.openxmlformats.org/officeDocument/2006/relationships/slideLayout" Target="../slideLayouts/slideLayout37.xml"/><Relationship Id="rId34" Type="http://schemas.openxmlformats.org/officeDocument/2006/relationships/image" Target="../media/image43.png"/><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slideLayout" Target="../slideLayouts/slideLayout33.xml"/><Relationship Id="rId25" Type="http://schemas.openxmlformats.org/officeDocument/2006/relationships/slideLayout" Target="../slideLayouts/slideLayout41.xml"/><Relationship Id="rId33" Type="http://schemas.openxmlformats.org/officeDocument/2006/relationships/image" Target="../media/image42.emf"/><Relationship Id="rId2" Type="http://schemas.openxmlformats.org/officeDocument/2006/relationships/slideLayout" Target="../slideLayouts/slideLayout18.xml"/><Relationship Id="rId16" Type="http://schemas.openxmlformats.org/officeDocument/2006/relationships/slideLayout" Target="../slideLayouts/slideLayout32.xml"/><Relationship Id="rId20" Type="http://schemas.openxmlformats.org/officeDocument/2006/relationships/slideLayout" Target="../slideLayouts/slideLayout36.xml"/><Relationship Id="rId29" Type="http://schemas.openxmlformats.org/officeDocument/2006/relationships/slideLayout" Target="../slideLayouts/slideLayout45.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24" Type="http://schemas.openxmlformats.org/officeDocument/2006/relationships/slideLayout" Target="../slideLayouts/slideLayout40.xml"/><Relationship Id="rId32" Type="http://schemas.openxmlformats.org/officeDocument/2006/relationships/theme" Target="../theme/theme3.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23" Type="http://schemas.openxmlformats.org/officeDocument/2006/relationships/slideLayout" Target="../slideLayouts/slideLayout39.xml"/><Relationship Id="rId28" Type="http://schemas.openxmlformats.org/officeDocument/2006/relationships/slideLayout" Target="../slideLayouts/slideLayout44.xml"/><Relationship Id="rId10" Type="http://schemas.openxmlformats.org/officeDocument/2006/relationships/slideLayout" Target="../slideLayouts/slideLayout26.xml"/><Relationship Id="rId19" Type="http://schemas.openxmlformats.org/officeDocument/2006/relationships/slideLayout" Target="../slideLayouts/slideLayout35.xml"/><Relationship Id="rId31" Type="http://schemas.openxmlformats.org/officeDocument/2006/relationships/slideLayout" Target="../slideLayouts/slideLayout47.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 Id="rId22" Type="http://schemas.openxmlformats.org/officeDocument/2006/relationships/slideLayout" Target="../slideLayouts/slideLayout38.xml"/><Relationship Id="rId27" Type="http://schemas.openxmlformats.org/officeDocument/2006/relationships/slideLayout" Target="../slideLayouts/slideLayout43.xml"/><Relationship Id="rId30" Type="http://schemas.openxmlformats.org/officeDocument/2006/relationships/slideLayout" Target="../slideLayouts/slideLayout46.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54104" y="1736652"/>
            <a:ext cx="3544570" cy="756919"/>
          </a:xfrm>
          <a:prstGeom prst="rect">
            <a:avLst/>
          </a:prstGeom>
        </p:spPr>
        <p:txBody>
          <a:bodyPr wrap="square" lIns="0" tIns="0" rIns="0" bIns="0">
            <a:spAutoFit/>
          </a:bodyPr>
          <a:lstStyle>
            <a:lvl1pPr>
              <a:defRPr sz="4800" b="1" i="0">
                <a:solidFill>
                  <a:srgbClr val="231F20"/>
                </a:solidFill>
                <a:latin typeface="Garamond"/>
                <a:cs typeface="Garamond"/>
              </a:defRPr>
            </a:lvl1pPr>
          </a:lstStyle>
          <a:p>
            <a:endParaRPr/>
          </a:p>
        </p:txBody>
      </p:sp>
      <p:sp>
        <p:nvSpPr>
          <p:cNvPr id="3" name="Holder 3"/>
          <p:cNvSpPr>
            <a:spLocks noGrp="1"/>
          </p:cNvSpPr>
          <p:nvPr>
            <p:ph type="body" idx="1"/>
          </p:nvPr>
        </p:nvSpPr>
        <p:spPr>
          <a:xfrm>
            <a:off x="622700" y="818591"/>
            <a:ext cx="3829685" cy="3048635"/>
          </a:xfrm>
          <a:prstGeom prst="rect">
            <a:avLst/>
          </a:prstGeom>
        </p:spPr>
        <p:txBody>
          <a:bodyPr wrap="square" lIns="0" tIns="0" rIns="0" bIns="0">
            <a:spAutoFit/>
          </a:bodyPr>
          <a:lstStyle>
            <a:lvl1pPr>
              <a:defRPr sz="1400" b="0" i="0">
                <a:solidFill>
                  <a:srgbClr val="231F20"/>
                </a:solidFill>
                <a:latin typeface="Garamond"/>
                <a:cs typeface="Garamond"/>
              </a:defRPr>
            </a:lvl1pPr>
          </a:lstStyle>
          <a:p>
            <a:endParaRPr/>
          </a:p>
        </p:txBody>
      </p:sp>
      <p:sp>
        <p:nvSpPr>
          <p:cNvPr id="4" name="Holder 4"/>
          <p:cNvSpPr>
            <a:spLocks noGrp="1"/>
          </p:cNvSpPr>
          <p:nvPr>
            <p:ph type="ftr" sz="quarter" idx="5"/>
          </p:nvPr>
        </p:nvSpPr>
        <p:spPr>
          <a:xfrm>
            <a:off x="2938399" y="4523613"/>
            <a:ext cx="2765552" cy="24320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32117" y="4523613"/>
            <a:ext cx="1987740" cy="24320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5/26/2026</a:t>
            </a:fld>
            <a:endParaRPr lang="en-US"/>
          </a:p>
        </p:txBody>
      </p:sp>
      <p:sp>
        <p:nvSpPr>
          <p:cNvPr id="6" name="Holder 6"/>
          <p:cNvSpPr>
            <a:spLocks noGrp="1"/>
          </p:cNvSpPr>
          <p:nvPr>
            <p:ph type="sldNum" sz="quarter" idx="7"/>
          </p:nvPr>
        </p:nvSpPr>
        <p:spPr>
          <a:xfrm>
            <a:off x="6222492" y="4523613"/>
            <a:ext cx="1987740" cy="24320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‹nr.›</a:t>
            </a:fld>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63" r:id="rId3"/>
    <p:sldLayoutId id="2147483674" r:id="rId4"/>
    <p:sldLayoutId id="214748367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D9F2D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322234" y="359943"/>
            <a:ext cx="5991533" cy="843111"/>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1322234" y="1546784"/>
            <a:ext cx="5991533" cy="220011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060221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59" r:id="rId11"/>
  </p:sldLayoutIdLst>
  <p:hf hdr="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24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titel 1"/>
          <p:cNvSpPr>
            <a:spLocks noGrp="1"/>
          </p:cNvSpPr>
          <p:nvPr>
            <p:ph type="title"/>
          </p:nvPr>
        </p:nvSpPr>
        <p:spPr>
          <a:xfrm>
            <a:off x="417184" y="440247"/>
            <a:ext cx="7800511" cy="613409"/>
          </a:xfrm>
          <a:prstGeom prst="rect">
            <a:avLst/>
          </a:prstGeom>
        </p:spPr>
        <p:txBody>
          <a:bodyPr vert="horz" lIns="0" tIns="0" rIns="0" bIns="0" rtlCol="0" anchor="t" anchorCtr="0">
            <a:noAutofit/>
          </a:bodyPr>
          <a:lstStyle/>
          <a:p>
            <a:r>
              <a:rPr lang="en-GB" err="1"/>
              <a:t>Klik</a:t>
            </a:r>
            <a:r>
              <a:rPr lang="en-GB"/>
              <a:t> for at </a:t>
            </a:r>
            <a:r>
              <a:rPr lang="en-GB" err="1"/>
              <a:t>redigere</a:t>
            </a:r>
            <a:r>
              <a:rPr lang="en-GB"/>
              <a:t> </a:t>
            </a:r>
            <a:r>
              <a:rPr lang="en-GB" err="1"/>
              <a:t>i</a:t>
            </a:r>
            <a:r>
              <a:rPr lang="en-GB"/>
              <a:t> master</a:t>
            </a:r>
          </a:p>
        </p:txBody>
      </p:sp>
      <p:sp>
        <p:nvSpPr>
          <p:cNvPr id="3" name="Pladsholder til tekst 2"/>
          <p:cNvSpPr>
            <a:spLocks noGrp="1"/>
          </p:cNvSpPr>
          <p:nvPr>
            <p:ph type="body" idx="1"/>
          </p:nvPr>
        </p:nvSpPr>
        <p:spPr>
          <a:xfrm>
            <a:off x="417183" y="1155224"/>
            <a:ext cx="7800512" cy="3314794"/>
          </a:xfrm>
          <a:prstGeom prst="rect">
            <a:avLst/>
          </a:prstGeom>
        </p:spPr>
        <p:txBody>
          <a:bodyPr vert="horz" lIns="0" tIns="0" rIns="0" bIns="0" rtlCol="0">
            <a:noAutofit/>
          </a:bodyPr>
          <a:lstStyle/>
          <a:p>
            <a:pPr lvl="0"/>
            <a:r>
              <a:rPr lang="en-GB" err="1"/>
              <a:t>Klik</a:t>
            </a:r>
            <a:r>
              <a:rPr lang="en-GB"/>
              <a:t> for at </a:t>
            </a:r>
            <a:r>
              <a:rPr lang="en-GB" err="1"/>
              <a:t>redigere</a:t>
            </a:r>
            <a:r>
              <a:rPr lang="en-GB"/>
              <a:t> </a:t>
            </a:r>
            <a:r>
              <a:rPr lang="en-GB" err="1"/>
              <a:t>i</a:t>
            </a:r>
            <a:r>
              <a:rPr lang="en-GB"/>
              <a:t> master</a:t>
            </a:r>
          </a:p>
          <a:p>
            <a:pPr lvl="1"/>
            <a:r>
              <a:rPr lang="en-GB" err="1"/>
              <a:t>Andet</a:t>
            </a:r>
            <a:r>
              <a:rPr lang="en-GB"/>
              <a:t> </a:t>
            </a:r>
            <a:r>
              <a:rPr lang="en-GB" err="1"/>
              <a:t>niveau</a:t>
            </a:r>
            <a:endParaRPr lang="en-GB"/>
          </a:p>
          <a:p>
            <a:pPr lvl="2"/>
            <a:r>
              <a:rPr lang="en-GB" err="1"/>
              <a:t>Tredje</a:t>
            </a:r>
            <a:r>
              <a:rPr lang="en-GB"/>
              <a:t> </a:t>
            </a:r>
            <a:r>
              <a:rPr lang="en-GB" err="1"/>
              <a:t>niveau</a:t>
            </a:r>
            <a:endParaRPr lang="en-GB"/>
          </a:p>
          <a:p>
            <a:pPr lvl="3"/>
            <a:r>
              <a:rPr lang="en-GB"/>
              <a:t>4</a:t>
            </a:r>
          </a:p>
          <a:p>
            <a:pPr lvl="4"/>
            <a:r>
              <a:rPr lang="en-GB"/>
              <a:t>5</a:t>
            </a:r>
          </a:p>
          <a:p>
            <a:pPr lvl="5"/>
            <a:r>
              <a:rPr lang="en-GB"/>
              <a:t>6</a:t>
            </a:r>
          </a:p>
          <a:p>
            <a:pPr lvl="6"/>
            <a:r>
              <a:rPr lang="en-GB"/>
              <a:t>7</a:t>
            </a:r>
          </a:p>
          <a:p>
            <a:pPr lvl="7"/>
            <a:r>
              <a:rPr lang="en-GB"/>
              <a:t>8</a:t>
            </a:r>
          </a:p>
          <a:p>
            <a:pPr lvl="8"/>
            <a:r>
              <a:rPr lang="en-GB"/>
              <a:t>9</a:t>
            </a:r>
          </a:p>
        </p:txBody>
      </p:sp>
      <p:sp>
        <p:nvSpPr>
          <p:cNvPr id="10" name="Rectangle 19">
            <a:extLst>
              <a:ext uri="{FF2B5EF4-FFF2-40B4-BE49-F238E27FC236}">
                <a16:creationId xmlns:a16="http://schemas.microsoft.com/office/drawing/2014/main" id="{AF5BBBEC-8DDA-37BC-3B1E-5DB781A5DDC2}"/>
              </a:ext>
            </a:extLst>
          </p:cNvPr>
          <p:cNvSpPr/>
          <p:nvPr userDrawn="1"/>
        </p:nvSpPr>
        <p:spPr>
          <a:xfrm>
            <a:off x="0" y="0"/>
            <a:ext cx="8636000" cy="235939"/>
          </a:xfrm>
          <a:prstGeom prst="rect">
            <a:avLst/>
          </a:prstGeom>
          <a:gradFill flip="none" rotWithShape="1">
            <a:gsLst>
              <a:gs pos="0">
                <a:srgbClr val="FFFFFF"/>
              </a:gs>
              <a:gs pos="100000">
                <a:srgbClr val="EEEFEE">
                  <a:alpha val="92941"/>
                </a:srgbClr>
              </a:gs>
            </a:gsLst>
            <a:lin ang="5400000" scaled="0"/>
            <a:tileRect/>
          </a:gradFill>
          <a:ln w="3810">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5" name="Pladsholder til sidefod 4"/>
          <p:cNvSpPr>
            <a:spLocks noGrp="1"/>
          </p:cNvSpPr>
          <p:nvPr>
            <p:ph type="ftr" sz="quarter" idx="3"/>
          </p:nvPr>
        </p:nvSpPr>
        <p:spPr>
          <a:xfrm>
            <a:off x="2292517" y="60816"/>
            <a:ext cx="4944990" cy="125395"/>
          </a:xfrm>
          <a:prstGeom prst="rect">
            <a:avLst/>
          </a:prstGeom>
        </p:spPr>
        <p:txBody>
          <a:bodyPr vert="horz" lIns="0" tIns="0" rIns="0" bIns="0" rtlCol="0" anchor="b" anchorCtr="0"/>
          <a:lstStyle>
            <a:lvl1pPr algn="r">
              <a:defRPr sz="708">
                <a:solidFill>
                  <a:srgbClr val="333333"/>
                </a:solidFill>
              </a:defRPr>
            </a:lvl1pPr>
          </a:lstStyle>
          <a:p>
            <a:endParaRPr lang="en-GB"/>
          </a:p>
        </p:txBody>
      </p:sp>
      <p:sp>
        <p:nvSpPr>
          <p:cNvPr id="6" name="Pladsholder til slidenummer 5"/>
          <p:cNvSpPr>
            <a:spLocks noGrp="1"/>
          </p:cNvSpPr>
          <p:nvPr>
            <p:ph type="sldNum" sz="quarter" idx="4"/>
          </p:nvPr>
        </p:nvSpPr>
        <p:spPr>
          <a:xfrm>
            <a:off x="7947281" y="60816"/>
            <a:ext cx="270413" cy="125395"/>
          </a:xfrm>
          <a:prstGeom prst="rect">
            <a:avLst/>
          </a:prstGeom>
        </p:spPr>
        <p:txBody>
          <a:bodyPr vert="horz" lIns="0" tIns="0" rIns="0" bIns="0" rtlCol="0" anchor="b" anchorCtr="0"/>
          <a:lstStyle>
            <a:lvl1pPr algn="r">
              <a:defRPr sz="708">
                <a:solidFill>
                  <a:srgbClr val="333333"/>
                </a:solidFill>
              </a:defRPr>
            </a:lvl1pPr>
          </a:lstStyle>
          <a:p>
            <a:fld id="{091A926C-488A-4E3E-9C21-57CAA120E114}" type="slidenum">
              <a:rPr lang="en-GB" smtClean="0"/>
              <a:pPr/>
              <a:t>‹nr.›</a:t>
            </a:fld>
            <a:endParaRPr lang="en-GB"/>
          </a:p>
        </p:txBody>
      </p:sp>
      <p:sp>
        <p:nvSpPr>
          <p:cNvPr id="4" name="Pladsholder til dato 3"/>
          <p:cNvSpPr>
            <a:spLocks noGrp="1"/>
          </p:cNvSpPr>
          <p:nvPr>
            <p:ph type="dt" sz="half" idx="2"/>
          </p:nvPr>
        </p:nvSpPr>
        <p:spPr>
          <a:xfrm>
            <a:off x="7316453" y="60816"/>
            <a:ext cx="577275" cy="125395"/>
          </a:xfrm>
          <a:prstGeom prst="rect">
            <a:avLst/>
          </a:prstGeom>
        </p:spPr>
        <p:txBody>
          <a:bodyPr vert="horz" lIns="0" tIns="0" rIns="0" bIns="0" rtlCol="0" anchor="b" anchorCtr="0"/>
          <a:lstStyle>
            <a:lvl1pPr algn="r">
              <a:defRPr sz="708">
                <a:solidFill>
                  <a:srgbClr val="333333"/>
                </a:solidFill>
              </a:defRPr>
            </a:lvl1pPr>
          </a:lstStyle>
          <a:p>
            <a:fld id="{0FFE5DD6-2126-4C5A-ADA9-CF5BE748E714}" type="datetime1">
              <a:rPr lang="en-GB" smtClean="0"/>
              <a:t>26/05/2026</a:t>
            </a:fld>
            <a:endParaRPr lang="en-GB"/>
          </a:p>
        </p:txBody>
      </p:sp>
      <p:pic>
        <p:nvPicPr>
          <p:cNvPr id="7" name="Picture 11">
            <a:extLst>
              <a:ext uri="{FF2B5EF4-FFF2-40B4-BE49-F238E27FC236}">
                <a16:creationId xmlns:a16="http://schemas.microsoft.com/office/drawing/2014/main" id="{2B48C9BE-CCF6-3266-2B8E-D27C7F011C9B}"/>
              </a:ext>
            </a:extLst>
          </p:cNvPr>
          <p:cNvPicPr>
            <a:picLocks noChangeAspect="1"/>
          </p:cNvPicPr>
          <p:nvPr userDrawn="1"/>
        </p:nvPicPr>
        <p:blipFill rotWithShape="1">
          <a:blip r:embed="rId33"/>
          <a:srcRect l="12043" t="11448" r="17199" b="13844"/>
          <a:stretch/>
        </p:blipFill>
        <p:spPr>
          <a:xfrm>
            <a:off x="237670" y="45093"/>
            <a:ext cx="117949" cy="149864"/>
          </a:xfrm>
          <a:prstGeom prst="rect">
            <a:avLst/>
          </a:prstGeom>
        </p:spPr>
      </p:pic>
      <p:pic>
        <p:nvPicPr>
          <p:cNvPr id="13" name="Picture 27">
            <a:extLst>
              <a:ext uri="{FF2B5EF4-FFF2-40B4-BE49-F238E27FC236}">
                <a16:creationId xmlns:a16="http://schemas.microsoft.com/office/drawing/2014/main" id="{863DD73D-5725-327E-8366-645E99E26ECD}"/>
              </a:ext>
            </a:extLst>
          </p:cNvPr>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97867" y="68420"/>
            <a:ext cx="1652292" cy="113142"/>
          </a:xfrm>
          <a:prstGeom prst="rect">
            <a:avLst/>
          </a:prstGeom>
        </p:spPr>
      </p:pic>
    </p:spTree>
    <p:extLst>
      <p:ext uri="{BB962C8B-B14F-4D97-AF65-F5344CB8AC3E}">
        <p14:creationId xmlns:p14="http://schemas.microsoft.com/office/powerpoint/2010/main" val="3320138751"/>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705" r:id="rId29"/>
    <p:sldLayoutId id="2147483706" r:id="rId30"/>
    <p:sldLayoutId id="2147483707" r:id="rId31"/>
  </p:sldLayoutIdLst>
  <p:hf hdr="0" ftr="0"/>
  <p:txStyles>
    <p:titleStyle>
      <a:lvl1pPr algn="l" defTabSz="647670" rtl="0" eaLnBrk="1" latinLnBrk="0" hangingPunct="1">
        <a:lnSpc>
          <a:spcPct val="100000"/>
        </a:lnSpc>
        <a:spcBef>
          <a:spcPct val="0"/>
        </a:spcBef>
        <a:buNone/>
        <a:defRPr sz="2125" b="0" i="0" kern="1200" spc="42" baseline="0">
          <a:solidFill>
            <a:schemeClr val="accent1"/>
          </a:solidFill>
          <a:latin typeface="+mj-lt"/>
          <a:ea typeface="Open Sans Extrabold" panose="020B0606030504020204" pitchFamily="34" charset="0"/>
          <a:cs typeface="Microsoft New Tai Lue" panose="020B0502040204020203" pitchFamily="34" charset="0"/>
        </a:defRPr>
      </a:lvl1pPr>
    </p:titleStyle>
    <p:bodyStyle>
      <a:lvl1pPr marL="254988" indent="-254988" algn="l" defTabSz="647670" rtl="0" eaLnBrk="1" latinLnBrk="0" hangingPunct="1">
        <a:lnSpc>
          <a:spcPct val="100000"/>
        </a:lnSpc>
        <a:spcBef>
          <a:spcPts val="708"/>
        </a:spcBef>
        <a:buFont typeface="Arial" panose="020B0604020202020204" pitchFamily="34" charset="0"/>
        <a:buChar char="•"/>
        <a:defRPr lang="da-DK" sz="1700" b="0" i="0" kern="1200" spc="42" baseline="0" dirty="0" smtClean="0">
          <a:solidFill>
            <a:schemeClr val="tx1"/>
          </a:solidFill>
          <a:latin typeface="+mn-lt"/>
          <a:ea typeface="+mn-ea"/>
          <a:cs typeface="Microsoft New Tai Lue" panose="020B0502040204020203" pitchFamily="34" charset="0"/>
        </a:defRPr>
      </a:lvl1pPr>
      <a:lvl2pPr marL="509365" marR="0" indent="-254120" algn="l" defTabSz="647670" rtl="0" eaLnBrk="1" fontAlgn="auto" latinLnBrk="0" hangingPunct="1">
        <a:lnSpc>
          <a:spcPct val="100000"/>
        </a:lnSpc>
        <a:spcBef>
          <a:spcPts val="354"/>
        </a:spcBef>
        <a:spcAft>
          <a:spcPts val="0"/>
        </a:spcAft>
        <a:buClrTx/>
        <a:buSzTx/>
        <a:buFont typeface="Arial" panose="020B0604020202020204" pitchFamily="34" charset="0"/>
        <a:buChar char="•"/>
        <a:tabLst/>
        <a:defRPr lang="da-DK" sz="1417" b="0" i="0" kern="1200" spc="42" baseline="0" dirty="0" smtClean="0">
          <a:solidFill>
            <a:schemeClr val="tx1"/>
          </a:solidFill>
          <a:latin typeface="+mn-lt"/>
          <a:ea typeface="+mn-ea"/>
          <a:cs typeface="Microsoft New Tai Lue" panose="020B0502040204020203" pitchFamily="34" charset="0"/>
        </a:defRPr>
      </a:lvl2pPr>
      <a:lvl3pPr marL="759864" indent="-249888" algn="l" defTabSz="647670" rtl="0" eaLnBrk="1" latinLnBrk="0" hangingPunct="1">
        <a:lnSpc>
          <a:spcPct val="90000"/>
        </a:lnSpc>
        <a:spcBef>
          <a:spcPts val="354"/>
        </a:spcBef>
        <a:buFont typeface="Arial" panose="020B0604020202020204" pitchFamily="34" charset="0"/>
        <a:buChar char="•"/>
        <a:defRPr lang="da-DK" sz="1275" b="0" i="0" kern="1200" baseline="0" dirty="0" smtClean="0">
          <a:solidFill>
            <a:schemeClr val="tx1"/>
          </a:solidFill>
          <a:latin typeface="+mn-lt"/>
          <a:ea typeface="+mn-ea"/>
          <a:cs typeface="Microsoft New Tai Lue" panose="020B0502040204020203" pitchFamily="34" charset="0"/>
        </a:defRPr>
      </a:lvl3pPr>
      <a:lvl4pPr marL="759864" indent="-249888" algn="l" defTabSz="647670" rtl="0" eaLnBrk="1" latinLnBrk="0" hangingPunct="1">
        <a:lnSpc>
          <a:spcPct val="90000"/>
        </a:lnSpc>
        <a:spcBef>
          <a:spcPts val="354"/>
        </a:spcBef>
        <a:buFont typeface="Arial" panose="020B0604020202020204" pitchFamily="34" charset="0"/>
        <a:buChar char="•"/>
        <a:defRPr lang="da-DK" sz="1275" b="0" i="0" kern="1200" dirty="0" smtClean="0">
          <a:solidFill>
            <a:schemeClr val="tx1"/>
          </a:solidFill>
          <a:latin typeface="+mn-lt"/>
          <a:ea typeface="+mn-ea"/>
          <a:cs typeface="Microsoft New Tai Lue" panose="020B0502040204020203" pitchFamily="34" charset="0"/>
        </a:defRPr>
      </a:lvl4pPr>
      <a:lvl5pPr marL="759864" indent="-249888" algn="l" defTabSz="647670" rtl="0" eaLnBrk="1" latinLnBrk="0" hangingPunct="1">
        <a:lnSpc>
          <a:spcPct val="90000"/>
        </a:lnSpc>
        <a:spcBef>
          <a:spcPts val="354"/>
        </a:spcBef>
        <a:buFont typeface="Arial" panose="020B0604020202020204" pitchFamily="34" charset="0"/>
        <a:buChar char="•"/>
        <a:defRPr lang="da-DK" sz="1275" b="0" i="0" kern="1200" spc="42" baseline="0" dirty="0" smtClean="0">
          <a:solidFill>
            <a:schemeClr val="tx1"/>
          </a:solidFill>
          <a:latin typeface="+mn-lt"/>
          <a:ea typeface="+mn-ea"/>
          <a:cs typeface="Microsoft New Tai Lue" panose="020B0502040204020203" pitchFamily="34" charset="0"/>
        </a:defRPr>
      </a:lvl5pPr>
      <a:lvl6pPr marL="759864" indent="-249888" algn="l" defTabSz="647670" rtl="0" eaLnBrk="1" latinLnBrk="0" hangingPunct="1">
        <a:lnSpc>
          <a:spcPct val="90000"/>
        </a:lnSpc>
        <a:spcBef>
          <a:spcPts val="354"/>
        </a:spcBef>
        <a:buFont typeface="Arial" panose="020B0604020202020204" pitchFamily="34" charset="0"/>
        <a:buChar char="•"/>
        <a:defRPr lang="da-DK" sz="1275" b="0" i="0" kern="1200" dirty="0" smtClean="0">
          <a:solidFill>
            <a:schemeClr val="tx1"/>
          </a:solidFill>
          <a:latin typeface="+mn-lt"/>
          <a:ea typeface="+mn-ea"/>
          <a:cs typeface="Microsoft New Tai Lue" panose="020B0502040204020203" pitchFamily="34" charset="0"/>
        </a:defRPr>
      </a:lvl6pPr>
      <a:lvl7pPr marL="759864" indent="-249888" algn="l" defTabSz="647670" rtl="0" eaLnBrk="1" latinLnBrk="0" hangingPunct="1">
        <a:lnSpc>
          <a:spcPct val="90000"/>
        </a:lnSpc>
        <a:spcBef>
          <a:spcPts val="354"/>
        </a:spcBef>
        <a:buFont typeface="Arial" panose="020B0604020202020204" pitchFamily="34" charset="0"/>
        <a:buChar char="•"/>
        <a:defRPr lang="da-DK" sz="1275" b="0" i="0" kern="1200" dirty="0" smtClean="0">
          <a:solidFill>
            <a:schemeClr val="tx1"/>
          </a:solidFill>
          <a:latin typeface="+mn-lt"/>
          <a:ea typeface="+mn-ea"/>
          <a:cs typeface="Microsoft New Tai Lue" panose="020B0502040204020203" pitchFamily="34" charset="0"/>
        </a:defRPr>
      </a:lvl7pPr>
      <a:lvl8pPr marL="759864" indent="-249888" algn="l" defTabSz="647670" rtl="0" eaLnBrk="1" latinLnBrk="0" hangingPunct="1">
        <a:lnSpc>
          <a:spcPct val="90000"/>
        </a:lnSpc>
        <a:spcBef>
          <a:spcPts val="354"/>
        </a:spcBef>
        <a:buFont typeface="Arial" panose="020B0604020202020204" pitchFamily="34" charset="0"/>
        <a:buChar char="•"/>
        <a:defRPr lang="da-DK" sz="1275" b="0" i="0" kern="1200" dirty="0" smtClean="0">
          <a:solidFill>
            <a:schemeClr val="tx1"/>
          </a:solidFill>
          <a:latin typeface="+mn-lt"/>
          <a:ea typeface="+mn-ea"/>
          <a:cs typeface="Microsoft New Tai Lue" panose="020B0502040204020203" pitchFamily="34" charset="0"/>
        </a:defRPr>
      </a:lvl8pPr>
      <a:lvl9pPr marL="759864" indent="-249888" algn="l" defTabSz="647670" rtl="0" eaLnBrk="1" latinLnBrk="0" hangingPunct="1">
        <a:lnSpc>
          <a:spcPct val="90000"/>
        </a:lnSpc>
        <a:spcBef>
          <a:spcPts val="354"/>
        </a:spcBef>
        <a:buFont typeface="Arial" panose="020B0604020202020204" pitchFamily="34" charset="0"/>
        <a:buChar char="•"/>
        <a:defRPr lang="da-DK" sz="1275" b="0" i="0" kern="1200" dirty="0" smtClean="0">
          <a:solidFill>
            <a:schemeClr val="tx1"/>
          </a:solidFill>
          <a:latin typeface="+mn-lt"/>
          <a:ea typeface="+mn-ea"/>
          <a:cs typeface="Microsoft New Tai Lue" panose="020B0502040204020203" pitchFamily="34" charset="0"/>
        </a:defRPr>
      </a:lvl9pPr>
    </p:bodyStyle>
    <p:otherStyle>
      <a:defPPr>
        <a:defRPr lang="da-DK"/>
      </a:defPPr>
      <a:lvl1pPr marL="0" algn="l" defTabSz="647670" rtl="0" eaLnBrk="1" latinLnBrk="0" hangingPunct="1">
        <a:defRPr sz="1275" kern="1200">
          <a:solidFill>
            <a:schemeClr val="tx1"/>
          </a:solidFill>
          <a:latin typeface="+mn-lt"/>
          <a:ea typeface="+mn-ea"/>
          <a:cs typeface="+mn-cs"/>
        </a:defRPr>
      </a:lvl1pPr>
      <a:lvl2pPr marL="323835" algn="l" defTabSz="647670" rtl="0" eaLnBrk="1" latinLnBrk="0" hangingPunct="1">
        <a:defRPr sz="1275" kern="1200">
          <a:solidFill>
            <a:schemeClr val="tx1"/>
          </a:solidFill>
          <a:latin typeface="+mn-lt"/>
          <a:ea typeface="+mn-ea"/>
          <a:cs typeface="+mn-cs"/>
        </a:defRPr>
      </a:lvl2pPr>
      <a:lvl3pPr marL="647670" algn="l" defTabSz="647670" rtl="0" eaLnBrk="1" latinLnBrk="0" hangingPunct="1">
        <a:defRPr sz="1275" kern="1200">
          <a:solidFill>
            <a:schemeClr val="tx1"/>
          </a:solidFill>
          <a:latin typeface="+mn-lt"/>
          <a:ea typeface="+mn-ea"/>
          <a:cs typeface="+mn-cs"/>
        </a:defRPr>
      </a:lvl3pPr>
      <a:lvl4pPr marL="971504" algn="l" defTabSz="647670" rtl="0" eaLnBrk="1" latinLnBrk="0" hangingPunct="1">
        <a:defRPr sz="1275" kern="1200">
          <a:solidFill>
            <a:schemeClr val="tx1"/>
          </a:solidFill>
          <a:latin typeface="+mn-lt"/>
          <a:ea typeface="+mn-ea"/>
          <a:cs typeface="+mn-cs"/>
        </a:defRPr>
      </a:lvl4pPr>
      <a:lvl5pPr marL="1295339" algn="l" defTabSz="647670" rtl="0" eaLnBrk="1" latinLnBrk="0" hangingPunct="1">
        <a:defRPr sz="1275" kern="1200">
          <a:solidFill>
            <a:schemeClr val="tx1"/>
          </a:solidFill>
          <a:latin typeface="+mn-lt"/>
          <a:ea typeface="+mn-ea"/>
          <a:cs typeface="+mn-cs"/>
        </a:defRPr>
      </a:lvl5pPr>
      <a:lvl6pPr marL="1619174" algn="l" defTabSz="647670" rtl="0" eaLnBrk="1" latinLnBrk="0" hangingPunct="1">
        <a:defRPr sz="1275" kern="1200">
          <a:solidFill>
            <a:schemeClr val="tx1"/>
          </a:solidFill>
          <a:latin typeface="+mn-lt"/>
          <a:ea typeface="+mn-ea"/>
          <a:cs typeface="+mn-cs"/>
        </a:defRPr>
      </a:lvl6pPr>
      <a:lvl7pPr marL="1943009" algn="l" defTabSz="647670" rtl="0" eaLnBrk="1" latinLnBrk="0" hangingPunct="1">
        <a:defRPr sz="1275" kern="1200">
          <a:solidFill>
            <a:schemeClr val="tx1"/>
          </a:solidFill>
          <a:latin typeface="+mn-lt"/>
          <a:ea typeface="+mn-ea"/>
          <a:cs typeface="+mn-cs"/>
        </a:defRPr>
      </a:lvl7pPr>
      <a:lvl8pPr marL="2266843" algn="l" defTabSz="647670" rtl="0" eaLnBrk="1" latinLnBrk="0" hangingPunct="1">
        <a:defRPr sz="1275" kern="1200">
          <a:solidFill>
            <a:schemeClr val="tx1"/>
          </a:solidFill>
          <a:latin typeface="+mn-lt"/>
          <a:ea typeface="+mn-ea"/>
          <a:cs typeface="+mn-cs"/>
        </a:defRPr>
      </a:lvl8pPr>
      <a:lvl9pPr marL="2590678" algn="l" defTabSz="647670" rtl="0" eaLnBrk="1" latinLnBrk="0" hangingPunct="1">
        <a:defRPr sz="1275"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
          <p15:clr>
            <a:srgbClr val="F26B43"/>
          </p15:clr>
        </p15:guide>
        <p15:guide id="4" orient="horz" pos="935">
          <p15:clr>
            <a:srgbClr val="F26B43"/>
          </p15:clr>
        </p15:guide>
        <p15:guide id="5" pos="371">
          <p15:clr>
            <a:srgbClr val="F26B43"/>
          </p15:clr>
        </p15:guide>
        <p15:guide id="6" pos="7308">
          <p15:clr>
            <a:srgbClr val="F26B43"/>
          </p15:clr>
        </p15:guide>
        <p15:guide id="7" orient="horz" pos="1026">
          <p15:clr>
            <a:srgbClr val="F26B43"/>
          </p15:clr>
        </p15:guide>
        <p15:guide id="8" orient="horz" pos="397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58.svg"/><Relationship Id="rId4" Type="http://schemas.openxmlformats.org/officeDocument/2006/relationships/image" Target="../media/image57.png"/></Relationships>
</file>

<file path=ppt/slides/_rels/slide2.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9.svg"/></Relationships>
</file>

<file path=ppt/slides/_rels/slide3.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61.svg"/><Relationship Id="rId4" Type="http://schemas.openxmlformats.org/officeDocument/2006/relationships/image" Target="../media/image60.svg"/></Relationships>
</file>

<file path=ppt/slides/_rels/slide4.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64.svg"/><Relationship Id="rId5" Type="http://schemas.openxmlformats.org/officeDocument/2006/relationships/image" Target="../media/image63.svg"/><Relationship Id="rId4" Type="http://schemas.openxmlformats.org/officeDocument/2006/relationships/image" Target="../media/image62.svg"/></Relationships>
</file>

<file path=ppt/slides/_rels/slide5.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13" Type="http://schemas.openxmlformats.org/officeDocument/2006/relationships/image" Target="../media/image69.svg"/><Relationship Id="rId3" Type="http://schemas.openxmlformats.org/officeDocument/2006/relationships/image" Target="../media/image58.svg"/><Relationship Id="rId7" Type="http://schemas.openxmlformats.org/officeDocument/2006/relationships/diagramColors" Target="../diagrams/colors1.xml"/><Relationship Id="rId12" Type="http://schemas.openxmlformats.org/officeDocument/2006/relationships/image" Target="../media/image68.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QuickStyle" Target="../diagrams/quickStyle1.xml"/><Relationship Id="rId11" Type="http://schemas.openxmlformats.org/officeDocument/2006/relationships/image" Target="../media/image67.svg"/><Relationship Id="rId5" Type="http://schemas.openxmlformats.org/officeDocument/2006/relationships/diagramLayout" Target="../diagrams/layout1.xml"/><Relationship Id="rId10" Type="http://schemas.openxmlformats.org/officeDocument/2006/relationships/image" Target="../media/image66.svg"/><Relationship Id="rId4" Type="http://schemas.openxmlformats.org/officeDocument/2006/relationships/diagramData" Target="../diagrams/data1.xml"/><Relationship Id="rId9" Type="http://schemas.openxmlformats.org/officeDocument/2006/relationships/image" Target="../media/image65.svg"/><Relationship Id="rId14" Type="http://schemas.openxmlformats.org/officeDocument/2006/relationships/image" Target="../media/image70.svg"/></Relationships>
</file>

<file path=ppt/slides/_rels/slide7.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10.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11.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69.svg"/></Relationships>
</file>

<file path=ppt/slides/_rels/slide12.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18.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3.png"/></Relationships>
</file>

<file path=ppt/slides/_rels/slide19.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20.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21.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22.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9.jpeg"/></Relationships>
</file>

<file path=ppt/slides/_rels/slide24.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80.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27.xml"/><Relationship Id="rId1" Type="http://schemas.openxmlformats.org/officeDocument/2006/relationships/slideLayout" Target="../slideLayouts/slideLayout11.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83.png"/></Relationships>
</file>

<file path=ppt/slides/_rels/slide31.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84.svg"/></Relationships>
</file>

<file path=ppt/slides/_rels/slide32.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8.svg"/><Relationship Id="rId7" Type="http://schemas.openxmlformats.org/officeDocument/2006/relationships/image" Target="../media/image74.png"/><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s://padlet.com/ucph/overblik-l-ringforl-b-i-digitalisering-pa-sukkertoppen-gymna-aztdhdxehhpdthu8" TargetMode="External"/><Relationship Id="rId5" Type="http://schemas.openxmlformats.org/officeDocument/2006/relationships/hyperlink" Target="https://padlet.com/ucph/overblik-l-ringforl-b-i-digitalisering-pa-mulernes-legatskol-ot9v4ideg2ou7qqg" TargetMode="External"/><Relationship Id="rId4" Type="http://schemas.openxmlformats.org/officeDocument/2006/relationships/hyperlink" Target="https://padlet.com/ucph/overblik-l-ringforl-b-i-digitalisering-pa-herning-gymnasium-z06x4d4owgkmly18"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85.jp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3" Type="http://schemas.openxmlformats.org/officeDocument/2006/relationships/image" Target="../media/image86.jpg"/><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3.xml"/></Relationships>
</file>

<file path=ppt/slides/_rels/slide41.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69.svg"/></Relationships>
</file>

<file path=ppt/slides/_rels/slide42.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42.xml"/><Relationship Id="rId1" Type="http://schemas.openxmlformats.org/officeDocument/2006/relationships/slideLayout" Target="../slideLayouts/slideLayout4.xml"/><Relationship Id="rId4" Type="http://schemas.openxmlformats.org/officeDocument/2006/relationships/image" Target="../media/image87.jpg"/></Relationships>
</file>

<file path=ppt/slides/_rels/slide43.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43.xml"/><Relationship Id="rId1" Type="http://schemas.openxmlformats.org/officeDocument/2006/relationships/slideLayout" Target="../slideLayouts/slideLayout4.xml"/><Relationship Id="rId4" Type="http://schemas.openxmlformats.org/officeDocument/2006/relationships/image" Target="../media/image69.svg"/></Relationships>
</file>

<file path=ppt/slides/_rels/slide44.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44.xml"/><Relationship Id="rId1" Type="http://schemas.openxmlformats.org/officeDocument/2006/relationships/slideLayout" Target="../slideLayouts/slideLayout4.xml"/><Relationship Id="rId4" Type="http://schemas.openxmlformats.org/officeDocument/2006/relationships/image" Target="../media/image88.jpg"/></Relationships>
</file>

<file path=ppt/slides/_rels/slide45.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9" name="Grafik 18">
            <a:extLst>
              <a:ext uri="{FF2B5EF4-FFF2-40B4-BE49-F238E27FC236}">
                <a16:creationId xmlns:a16="http://schemas.microsoft.com/office/drawing/2014/main" id="{550D3239-F8D7-9F96-BDE0-0463DB3CABC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67059" y="4215646"/>
            <a:ext cx="922741" cy="388800"/>
          </a:xfrm>
          <a:prstGeom prst="rect">
            <a:avLst/>
          </a:prstGeom>
        </p:spPr>
      </p:pic>
      <p:pic>
        <p:nvPicPr>
          <p:cNvPr id="1026" name="Picture 2">
            <a:extLst>
              <a:ext uri="{FF2B5EF4-FFF2-40B4-BE49-F238E27FC236}">
                <a16:creationId xmlns:a16="http://schemas.microsoft.com/office/drawing/2014/main" id="{6223B84C-B1E1-00BB-0F10-D5671FA7457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12434" y="3498850"/>
            <a:ext cx="806066" cy="1015537"/>
          </a:xfrm>
          <a:prstGeom prst="rect">
            <a:avLst/>
          </a:prstGeom>
          <a:noFill/>
          <a:extLst>
            <a:ext uri="{909E8E84-426E-40DD-AFC4-6F175D3DCCD1}">
              <a14:hiddenFill xmlns:a14="http://schemas.microsoft.com/office/drawing/2010/main">
                <a:solidFill>
                  <a:srgbClr val="FFFFFF"/>
                </a:solidFill>
              </a14:hiddenFill>
            </a:ext>
          </a:extLst>
        </p:spPr>
      </p:pic>
      <p:pic>
        <p:nvPicPr>
          <p:cNvPr id="15" name="Grafik 14">
            <a:extLst>
              <a:ext uri="{FF2B5EF4-FFF2-40B4-BE49-F238E27FC236}">
                <a16:creationId xmlns:a16="http://schemas.microsoft.com/office/drawing/2014/main" id="{DEC1F54A-58DE-2BC0-B91B-5B6438AF650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17500" y="984250"/>
            <a:ext cx="8001000" cy="1972077"/>
          </a:xfrm>
          <a:prstGeom prst="rect">
            <a:avLst/>
          </a:prstGeom>
        </p:spPr>
      </p:pic>
      <p:sp>
        <p:nvSpPr>
          <p:cNvPr id="5" name="object 5"/>
          <p:cNvSpPr txBox="1"/>
          <p:nvPr/>
        </p:nvSpPr>
        <p:spPr>
          <a:xfrm>
            <a:off x="6413223" y="4050357"/>
            <a:ext cx="515620" cy="133350"/>
          </a:xfrm>
          <a:prstGeom prst="rect">
            <a:avLst/>
          </a:prstGeom>
        </p:spPr>
        <p:txBody>
          <a:bodyPr vert="horz" wrap="square" lIns="0" tIns="13335" rIns="0" bIns="0" rtlCol="0">
            <a:spAutoFit/>
          </a:bodyPr>
          <a:lstStyle/>
          <a:p>
            <a:pPr marL="12700">
              <a:lnSpc>
                <a:spcPct val="100000"/>
              </a:lnSpc>
              <a:spcBef>
                <a:spcPts val="105"/>
              </a:spcBef>
            </a:pPr>
            <a:r>
              <a:rPr lang="en-GB" sz="700" noProof="0" dirty="0">
                <a:solidFill>
                  <a:srgbClr val="231F20"/>
                </a:solidFill>
                <a:latin typeface="Garamond"/>
                <a:cs typeface="Garamond"/>
              </a:rPr>
              <a:t>Med</a:t>
            </a:r>
            <a:r>
              <a:rPr lang="en-GB" sz="700" spc="15" noProof="0" dirty="0">
                <a:solidFill>
                  <a:srgbClr val="231F20"/>
                </a:solidFill>
                <a:latin typeface="Garamond"/>
                <a:cs typeface="Garamond"/>
              </a:rPr>
              <a:t> </a:t>
            </a:r>
            <a:r>
              <a:rPr lang="en-GB" sz="700" noProof="0" dirty="0" err="1">
                <a:solidFill>
                  <a:srgbClr val="231F20"/>
                </a:solidFill>
                <a:latin typeface="Garamond"/>
                <a:cs typeface="Garamond"/>
              </a:rPr>
              <a:t>støtte</a:t>
            </a:r>
            <a:r>
              <a:rPr lang="en-GB" sz="700" spc="15" noProof="0" dirty="0">
                <a:solidFill>
                  <a:srgbClr val="231F20"/>
                </a:solidFill>
                <a:latin typeface="Garamond"/>
                <a:cs typeface="Garamond"/>
              </a:rPr>
              <a:t> </a:t>
            </a:r>
            <a:r>
              <a:rPr lang="en-GB" sz="700" spc="-25" noProof="0" dirty="0" err="1">
                <a:solidFill>
                  <a:srgbClr val="231F20"/>
                </a:solidFill>
                <a:latin typeface="Garamond"/>
                <a:cs typeface="Garamond"/>
              </a:rPr>
              <a:t>fra</a:t>
            </a:r>
            <a:endParaRPr lang="en-GB" sz="700" noProof="0" dirty="0">
              <a:latin typeface="Garamond"/>
              <a:cs typeface="Garamond"/>
            </a:endParaRPr>
          </a:p>
        </p:txBody>
      </p:sp>
      <p:sp>
        <p:nvSpPr>
          <p:cNvPr id="3" name="Rektangel 2">
            <a:extLst>
              <a:ext uri="{FF2B5EF4-FFF2-40B4-BE49-F238E27FC236}">
                <a16:creationId xmlns:a16="http://schemas.microsoft.com/office/drawing/2014/main" id="{4354EDB8-D95C-FBA4-2138-6066CC60CBDD}"/>
              </a:ext>
            </a:extLst>
          </p:cNvPr>
          <p:cNvSpPr/>
          <p:nvPr/>
        </p:nvSpPr>
        <p:spPr>
          <a:xfrm>
            <a:off x="707141" y="2998936"/>
            <a:ext cx="2626469" cy="1216710"/>
          </a:xfrm>
          <a:prstGeom prst="rect">
            <a:avLst/>
          </a:prstGeom>
          <a:solidFill>
            <a:srgbClr val="EDEADF"/>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2000" dirty="0">
                <a:solidFill>
                  <a:schemeClr val="tx1"/>
                </a:solidFill>
                <a:latin typeface="Garamond"/>
              </a:rPr>
              <a:t>Continuing Education C</a:t>
            </a:r>
            <a:r>
              <a:rPr lang="en-GB" sz="2000" noProof="0" dirty="0" err="1">
                <a:solidFill>
                  <a:schemeClr val="tx1"/>
                </a:solidFill>
                <a:latin typeface="Garamond"/>
              </a:rPr>
              <a:t>ourse</a:t>
            </a:r>
            <a:r>
              <a:rPr lang="en-GB" sz="2000" noProof="0" dirty="0">
                <a:solidFill>
                  <a:schemeClr val="tx1"/>
                </a:solidFill>
                <a:latin typeface="Garamond"/>
              </a:rPr>
              <a:t> in Digitalisation</a:t>
            </a:r>
            <a:endParaRPr lang="en-GB" noProof="0" dirty="0"/>
          </a:p>
          <a:p>
            <a:pPr algn="ctr"/>
            <a:r>
              <a:rPr lang="en-GB" sz="2000" noProof="0" dirty="0">
                <a:solidFill>
                  <a:schemeClr val="tx1"/>
                </a:solidFill>
                <a:latin typeface="Garamond"/>
              </a:rPr>
              <a:t>Didactic workshop</a:t>
            </a:r>
          </a:p>
          <a:p>
            <a:pPr algn="ctr"/>
            <a:r>
              <a:rPr lang="en-GB" sz="2000" noProof="0" dirty="0">
                <a:solidFill>
                  <a:schemeClr val="tx1"/>
                </a:solidFill>
                <a:latin typeface="Garamond"/>
              </a:rPr>
              <a:t>26</a:t>
            </a:r>
            <a:r>
              <a:rPr lang="en-GB" sz="2000" baseline="30000" noProof="0" dirty="0">
                <a:solidFill>
                  <a:schemeClr val="tx1"/>
                </a:solidFill>
                <a:latin typeface="Garamond"/>
              </a:rPr>
              <a:t>th</a:t>
            </a:r>
            <a:r>
              <a:rPr lang="en-GB" sz="2000" noProof="0" dirty="0">
                <a:solidFill>
                  <a:schemeClr val="tx1"/>
                </a:solidFill>
                <a:latin typeface="Garamond"/>
              </a:rPr>
              <a:t> of May 2026</a:t>
            </a:r>
            <a:endParaRPr lang="en-GB" sz="2000" noProof="0" dirty="0">
              <a:solidFill>
                <a:schemeClr val="tx1"/>
              </a:solidFill>
              <a:latin typeface="Garamond" panose="02020404030301010803"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FAC35541-1B13-4DCB-EF13-B2693736D062}"/>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119" name="Ellipse 118">
            <a:extLst>
              <a:ext uri="{FF2B5EF4-FFF2-40B4-BE49-F238E27FC236}">
                <a16:creationId xmlns:a16="http://schemas.microsoft.com/office/drawing/2014/main" id="{55EEE1CE-D958-27E6-EBCB-22DEF6B21686}"/>
              </a:ext>
            </a:extLst>
          </p:cNvPr>
          <p:cNvSpPr>
            <a:spLocks noChangeAspect="1"/>
          </p:cNvSpPr>
          <p:nvPr/>
        </p:nvSpPr>
        <p:spPr>
          <a:xfrm>
            <a:off x="149258" y="2119520"/>
            <a:ext cx="108000" cy="108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0" name="Ellipse 119">
            <a:extLst>
              <a:ext uri="{FF2B5EF4-FFF2-40B4-BE49-F238E27FC236}">
                <a16:creationId xmlns:a16="http://schemas.microsoft.com/office/drawing/2014/main" id="{DDFC67F7-30AE-0349-A462-D69B430C8ACC}"/>
              </a:ext>
            </a:extLst>
          </p:cNvPr>
          <p:cNvSpPr>
            <a:spLocks noChangeAspect="1"/>
          </p:cNvSpPr>
          <p:nvPr/>
        </p:nvSpPr>
        <p:spPr>
          <a:xfrm>
            <a:off x="547343" y="2136861"/>
            <a:ext cx="64800" cy="6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3" name="Ellipse 122">
            <a:extLst>
              <a:ext uri="{FF2B5EF4-FFF2-40B4-BE49-F238E27FC236}">
                <a16:creationId xmlns:a16="http://schemas.microsoft.com/office/drawing/2014/main" id="{F16D6C41-ED3E-E8BD-E047-7EBE5746FD14}"/>
              </a:ext>
            </a:extLst>
          </p:cNvPr>
          <p:cNvSpPr>
            <a:spLocks noChangeAspect="1"/>
          </p:cNvSpPr>
          <p:nvPr/>
        </p:nvSpPr>
        <p:spPr>
          <a:xfrm>
            <a:off x="170858" y="1740638"/>
            <a:ext cx="64800" cy="648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4" name="Ellipse 123">
            <a:extLst>
              <a:ext uri="{FF2B5EF4-FFF2-40B4-BE49-F238E27FC236}">
                <a16:creationId xmlns:a16="http://schemas.microsoft.com/office/drawing/2014/main" id="{CA470363-03FA-AB05-3C86-54F584511C36}"/>
              </a:ext>
            </a:extLst>
          </p:cNvPr>
          <p:cNvSpPr>
            <a:spLocks noChangeAspect="1"/>
          </p:cNvSpPr>
          <p:nvPr/>
        </p:nvSpPr>
        <p:spPr>
          <a:xfrm>
            <a:off x="519681" y="1703082"/>
            <a:ext cx="144000" cy="1440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5" name="Ellipse 124">
            <a:extLst>
              <a:ext uri="{FF2B5EF4-FFF2-40B4-BE49-F238E27FC236}">
                <a16:creationId xmlns:a16="http://schemas.microsoft.com/office/drawing/2014/main" id="{4D7FE1B0-4DF1-10C8-3279-3A2B130D7334}"/>
              </a:ext>
            </a:extLst>
          </p:cNvPr>
          <p:cNvSpPr>
            <a:spLocks noChangeAspect="1"/>
          </p:cNvSpPr>
          <p:nvPr/>
        </p:nvSpPr>
        <p:spPr>
          <a:xfrm>
            <a:off x="900768" y="1695638"/>
            <a:ext cx="154800" cy="15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6" name="Ellipse 125">
            <a:extLst>
              <a:ext uri="{FF2B5EF4-FFF2-40B4-BE49-F238E27FC236}">
                <a16:creationId xmlns:a16="http://schemas.microsoft.com/office/drawing/2014/main" id="{AF70E8CC-046F-564D-03BE-5FDD37AAC0B9}"/>
              </a:ext>
            </a:extLst>
          </p:cNvPr>
          <p:cNvSpPr>
            <a:spLocks noChangeAspect="1"/>
          </p:cNvSpPr>
          <p:nvPr/>
        </p:nvSpPr>
        <p:spPr>
          <a:xfrm>
            <a:off x="1251253" y="1664690"/>
            <a:ext cx="219600" cy="219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8" name="Ellipse 127">
            <a:extLst>
              <a:ext uri="{FF2B5EF4-FFF2-40B4-BE49-F238E27FC236}">
                <a16:creationId xmlns:a16="http://schemas.microsoft.com/office/drawing/2014/main" id="{4C03B928-EF5E-2B27-09EE-8EC8AEBC606A}"/>
              </a:ext>
            </a:extLst>
          </p:cNvPr>
          <p:cNvSpPr>
            <a:spLocks noChangeAspect="1"/>
          </p:cNvSpPr>
          <p:nvPr/>
        </p:nvSpPr>
        <p:spPr>
          <a:xfrm>
            <a:off x="106684" y="1309955"/>
            <a:ext cx="180000" cy="180000"/>
          </a:xfrm>
          <a:prstGeom prst="ellipse">
            <a:avLst/>
          </a:prstGeom>
          <a:solidFill>
            <a:srgbClr val="97AE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9" name="Ellipse 128">
            <a:extLst>
              <a:ext uri="{FF2B5EF4-FFF2-40B4-BE49-F238E27FC236}">
                <a16:creationId xmlns:a16="http://schemas.microsoft.com/office/drawing/2014/main" id="{91AF2BF5-945D-026A-E596-F5FEF79CD013}"/>
              </a:ext>
            </a:extLst>
          </p:cNvPr>
          <p:cNvSpPr>
            <a:spLocks noChangeAspect="1"/>
          </p:cNvSpPr>
          <p:nvPr/>
        </p:nvSpPr>
        <p:spPr>
          <a:xfrm>
            <a:off x="495137" y="1309955"/>
            <a:ext cx="180000" cy="180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0" name="Ellipse 129">
            <a:extLst>
              <a:ext uri="{FF2B5EF4-FFF2-40B4-BE49-F238E27FC236}">
                <a16:creationId xmlns:a16="http://schemas.microsoft.com/office/drawing/2014/main" id="{49BD82F3-E35A-0BBB-3FDD-860F250B6731}"/>
              </a:ext>
            </a:extLst>
          </p:cNvPr>
          <p:cNvSpPr>
            <a:spLocks noChangeAspect="1"/>
          </p:cNvSpPr>
          <p:nvPr/>
        </p:nvSpPr>
        <p:spPr>
          <a:xfrm>
            <a:off x="784302" y="1203529"/>
            <a:ext cx="381600" cy="381600"/>
          </a:xfrm>
          <a:prstGeom prst="ellipse">
            <a:avLst/>
          </a:prstGeom>
          <a:solidFill>
            <a:srgbClr val="7B97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1" name="Ellipse 130">
            <a:extLst>
              <a:ext uri="{FF2B5EF4-FFF2-40B4-BE49-F238E27FC236}">
                <a16:creationId xmlns:a16="http://schemas.microsoft.com/office/drawing/2014/main" id="{45980275-73AF-6FEF-8F02-8A4B618A43F0}"/>
              </a:ext>
            </a:extLst>
          </p:cNvPr>
          <p:cNvSpPr>
            <a:spLocks noChangeAspect="1"/>
          </p:cNvSpPr>
          <p:nvPr/>
        </p:nvSpPr>
        <p:spPr>
          <a:xfrm>
            <a:off x="1241783" y="1268797"/>
            <a:ext cx="241200" cy="241200"/>
          </a:xfrm>
          <a:prstGeom prst="ellipse">
            <a:avLst/>
          </a:prstGeom>
          <a:solidFill>
            <a:srgbClr val="97AE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2" name="Ellipse 131">
            <a:extLst>
              <a:ext uri="{FF2B5EF4-FFF2-40B4-BE49-F238E27FC236}">
                <a16:creationId xmlns:a16="http://schemas.microsoft.com/office/drawing/2014/main" id="{A6E94EC6-C82C-502D-DDEA-415BE2DBCE6C}"/>
              </a:ext>
            </a:extLst>
          </p:cNvPr>
          <p:cNvSpPr>
            <a:spLocks noChangeAspect="1"/>
          </p:cNvSpPr>
          <p:nvPr/>
        </p:nvSpPr>
        <p:spPr>
          <a:xfrm>
            <a:off x="1630511" y="1268797"/>
            <a:ext cx="241200" cy="241200"/>
          </a:xfrm>
          <a:prstGeom prst="ellipse">
            <a:avLst/>
          </a:prstGeom>
          <a:solidFill>
            <a:srgbClr val="85AE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3" name="Ellipse 132">
            <a:extLst>
              <a:ext uri="{FF2B5EF4-FFF2-40B4-BE49-F238E27FC236}">
                <a16:creationId xmlns:a16="http://schemas.microsoft.com/office/drawing/2014/main" id="{9CD76691-0B10-9445-267B-295E68F28B48}"/>
              </a:ext>
            </a:extLst>
          </p:cNvPr>
          <p:cNvSpPr>
            <a:spLocks noChangeAspect="1"/>
          </p:cNvSpPr>
          <p:nvPr/>
        </p:nvSpPr>
        <p:spPr>
          <a:xfrm>
            <a:off x="2006996" y="1248997"/>
            <a:ext cx="280800" cy="280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4" name="Ellipse 133">
            <a:extLst>
              <a:ext uri="{FF2B5EF4-FFF2-40B4-BE49-F238E27FC236}">
                <a16:creationId xmlns:a16="http://schemas.microsoft.com/office/drawing/2014/main" id="{C5ECFD03-E127-506A-275C-10F2A0B3109D}"/>
              </a:ext>
            </a:extLst>
          </p:cNvPr>
          <p:cNvSpPr>
            <a:spLocks noChangeAspect="1"/>
          </p:cNvSpPr>
          <p:nvPr/>
        </p:nvSpPr>
        <p:spPr>
          <a:xfrm>
            <a:off x="2413649" y="1264578"/>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5" name="Ellipse 134">
            <a:extLst>
              <a:ext uri="{FF2B5EF4-FFF2-40B4-BE49-F238E27FC236}">
                <a16:creationId xmlns:a16="http://schemas.microsoft.com/office/drawing/2014/main" id="{8A0075E4-E568-ADFA-AD12-3E875CCD42A5}"/>
              </a:ext>
            </a:extLst>
          </p:cNvPr>
          <p:cNvSpPr>
            <a:spLocks noChangeAspect="1"/>
          </p:cNvSpPr>
          <p:nvPr/>
        </p:nvSpPr>
        <p:spPr>
          <a:xfrm>
            <a:off x="2836216" y="1313470"/>
            <a:ext cx="165600" cy="165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6" name="Ellipse 135">
            <a:extLst>
              <a:ext uri="{FF2B5EF4-FFF2-40B4-BE49-F238E27FC236}">
                <a16:creationId xmlns:a16="http://schemas.microsoft.com/office/drawing/2014/main" id="{1D454431-E873-E3BD-5A78-DF45D0F41249}"/>
              </a:ext>
            </a:extLst>
          </p:cNvPr>
          <p:cNvSpPr>
            <a:spLocks noChangeAspect="1"/>
          </p:cNvSpPr>
          <p:nvPr/>
        </p:nvSpPr>
        <p:spPr>
          <a:xfrm>
            <a:off x="3277713" y="1363870"/>
            <a:ext cx="64800" cy="6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8" name="Ellipse 137">
            <a:extLst>
              <a:ext uri="{FF2B5EF4-FFF2-40B4-BE49-F238E27FC236}">
                <a16:creationId xmlns:a16="http://schemas.microsoft.com/office/drawing/2014/main" id="{A7F9401D-A536-025A-BCF1-DF2D4EA9C3BD}"/>
              </a:ext>
            </a:extLst>
          </p:cNvPr>
          <p:cNvSpPr>
            <a:spLocks noChangeAspect="1"/>
          </p:cNvSpPr>
          <p:nvPr/>
        </p:nvSpPr>
        <p:spPr>
          <a:xfrm>
            <a:off x="95884" y="125996"/>
            <a:ext cx="201600" cy="201600"/>
          </a:xfrm>
          <a:prstGeom prst="ellipse">
            <a:avLst/>
          </a:prstGeom>
          <a:solidFill>
            <a:srgbClr val="A3BD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9" name="Ellipse 138">
            <a:extLst>
              <a:ext uri="{FF2B5EF4-FFF2-40B4-BE49-F238E27FC236}">
                <a16:creationId xmlns:a16="http://schemas.microsoft.com/office/drawing/2014/main" id="{9E0B5073-EF2E-A192-4E01-451C1896A761}"/>
              </a:ext>
            </a:extLst>
          </p:cNvPr>
          <p:cNvSpPr>
            <a:spLocks noChangeAspect="1"/>
          </p:cNvSpPr>
          <p:nvPr/>
        </p:nvSpPr>
        <p:spPr>
          <a:xfrm>
            <a:off x="426185" y="68541"/>
            <a:ext cx="320400" cy="320400"/>
          </a:xfrm>
          <a:prstGeom prst="ellipse">
            <a:avLst/>
          </a:prstGeom>
          <a:solidFill>
            <a:srgbClr val="97AE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0" name="Ellipse 139">
            <a:extLst>
              <a:ext uri="{FF2B5EF4-FFF2-40B4-BE49-F238E27FC236}">
                <a16:creationId xmlns:a16="http://schemas.microsoft.com/office/drawing/2014/main" id="{CC68798F-22C4-4AFC-F268-F78822A00795}"/>
              </a:ext>
            </a:extLst>
          </p:cNvPr>
          <p:cNvSpPr>
            <a:spLocks noChangeAspect="1"/>
          </p:cNvSpPr>
          <p:nvPr/>
        </p:nvSpPr>
        <p:spPr>
          <a:xfrm>
            <a:off x="792432" y="52761"/>
            <a:ext cx="360000" cy="360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1" name="Ellipse 140">
            <a:extLst>
              <a:ext uri="{FF2B5EF4-FFF2-40B4-BE49-F238E27FC236}">
                <a16:creationId xmlns:a16="http://schemas.microsoft.com/office/drawing/2014/main" id="{988E1230-D62F-56D8-EA29-90CDF68374FC}"/>
              </a:ext>
            </a:extLst>
          </p:cNvPr>
          <p:cNvSpPr>
            <a:spLocks noChangeAspect="1"/>
          </p:cNvSpPr>
          <p:nvPr/>
        </p:nvSpPr>
        <p:spPr>
          <a:xfrm>
            <a:off x="1586108" y="68541"/>
            <a:ext cx="320400" cy="3204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2" name="Ellipse 141">
            <a:extLst>
              <a:ext uri="{FF2B5EF4-FFF2-40B4-BE49-F238E27FC236}">
                <a16:creationId xmlns:a16="http://schemas.microsoft.com/office/drawing/2014/main" id="{61C4FE5D-2358-28E8-3C60-245C3AACCE15}"/>
              </a:ext>
            </a:extLst>
          </p:cNvPr>
          <p:cNvSpPr>
            <a:spLocks noChangeAspect="1"/>
          </p:cNvSpPr>
          <p:nvPr/>
        </p:nvSpPr>
        <p:spPr>
          <a:xfrm>
            <a:off x="1223775" y="88341"/>
            <a:ext cx="280800" cy="280800"/>
          </a:xfrm>
          <a:prstGeom prst="ellipse">
            <a:avLst/>
          </a:prstGeom>
          <a:solidFill>
            <a:srgbClr val="BEBA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3" name="Ellipse 142">
            <a:extLst>
              <a:ext uri="{FF2B5EF4-FFF2-40B4-BE49-F238E27FC236}">
                <a16:creationId xmlns:a16="http://schemas.microsoft.com/office/drawing/2014/main" id="{991E668F-5773-D615-4995-4E0C7B29DE47}"/>
              </a:ext>
            </a:extLst>
          </p:cNvPr>
          <p:cNvSpPr>
            <a:spLocks noChangeAspect="1"/>
          </p:cNvSpPr>
          <p:nvPr/>
        </p:nvSpPr>
        <p:spPr>
          <a:xfrm>
            <a:off x="1994500" y="88341"/>
            <a:ext cx="280800" cy="2808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4" name="Ellipse 143">
            <a:extLst>
              <a:ext uri="{FF2B5EF4-FFF2-40B4-BE49-F238E27FC236}">
                <a16:creationId xmlns:a16="http://schemas.microsoft.com/office/drawing/2014/main" id="{E8490312-F85D-74B6-C2AB-21F715435CE1}"/>
              </a:ext>
            </a:extLst>
          </p:cNvPr>
          <p:cNvSpPr>
            <a:spLocks noChangeAspect="1"/>
          </p:cNvSpPr>
          <p:nvPr/>
        </p:nvSpPr>
        <p:spPr>
          <a:xfrm>
            <a:off x="2388045" y="88341"/>
            <a:ext cx="280800" cy="280800"/>
          </a:xfrm>
          <a:prstGeom prst="ellipse">
            <a:avLst/>
          </a:prstGeom>
          <a:solidFill>
            <a:srgbClr val="B9CA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5" name="Ellipse 144">
            <a:extLst>
              <a:ext uri="{FF2B5EF4-FFF2-40B4-BE49-F238E27FC236}">
                <a16:creationId xmlns:a16="http://schemas.microsoft.com/office/drawing/2014/main" id="{296A7628-4FBF-B6BB-F178-EAFE86661A1B}"/>
              </a:ext>
            </a:extLst>
          </p:cNvPr>
          <p:cNvSpPr/>
          <p:nvPr/>
        </p:nvSpPr>
        <p:spPr>
          <a:xfrm>
            <a:off x="2844327" y="149896"/>
            <a:ext cx="158400" cy="158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6" name="Ellipse 145">
            <a:extLst>
              <a:ext uri="{FF2B5EF4-FFF2-40B4-BE49-F238E27FC236}">
                <a16:creationId xmlns:a16="http://schemas.microsoft.com/office/drawing/2014/main" id="{A1BE3E5D-C30D-10CC-1E38-DF10F452ED5F}"/>
              </a:ext>
            </a:extLst>
          </p:cNvPr>
          <p:cNvSpPr>
            <a:spLocks noChangeAspect="1"/>
          </p:cNvSpPr>
          <p:nvPr/>
        </p:nvSpPr>
        <p:spPr>
          <a:xfrm>
            <a:off x="3204585" y="132310"/>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7" name="Ellipse 146">
            <a:extLst>
              <a:ext uri="{FF2B5EF4-FFF2-40B4-BE49-F238E27FC236}">
                <a16:creationId xmlns:a16="http://schemas.microsoft.com/office/drawing/2014/main" id="{1F31FCA7-EDC7-F4F6-EC89-CE4993B65CCF}"/>
              </a:ext>
            </a:extLst>
          </p:cNvPr>
          <p:cNvSpPr>
            <a:spLocks noChangeAspect="1"/>
          </p:cNvSpPr>
          <p:nvPr/>
        </p:nvSpPr>
        <p:spPr>
          <a:xfrm>
            <a:off x="3590104" y="127666"/>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8" name="Ellipse 147">
            <a:extLst>
              <a:ext uri="{FF2B5EF4-FFF2-40B4-BE49-F238E27FC236}">
                <a16:creationId xmlns:a16="http://schemas.microsoft.com/office/drawing/2014/main" id="{90634E5D-2B7A-1490-7A60-2C317B182883}"/>
              </a:ext>
            </a:extLst>
          </p:cNvPr>
          <p:cNvSpPr>
            <a:spLocks noChangeAspect="1"/>
          </p:cNvSpPr>
          <p:nvPr/>
        </p:nvSpPr>
        <p:spPr>
          <a:xfrm>
            <a:off x="3917565" y="66471"/>
            <a:ext cx="320400" cy="320400"/>
          </a:xfrm>
          <a:prstGeom prst="ellipse">
            <a:avLst/>
          </a:prstGeom>
          <a:solidFill>
            <a:srgbClr val="A3BD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9" name="Ellipse 148">
            <a:extLst>
              <a:ext uri="{FF2B5EF4-FFF2-40B4-BE49-F238E27FC236}">
                <a16:creationId xmlns:a16="http://schemas.microsoft.com/office/drawing/2014/main" id="{AC044F7A-02D7-612C-2CF2-96E43B761CDF}"/>
              </a:ext>
            </a:extLst>
          </p:cNvPr>
          <p:cNvSpPr>
            <a:spLocks noChangeAspect="1"/>
          </p:cNvSpPr>
          <p:nvPr/>
        </p:nvSpPr>
        <p:spPr>
          <a:xfrm>
            <a:off x="4358945" y="129000"/>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0" name="Ellipse 149">
            <a:extLst>
              <a:ext uri="{FF2B5EF4-FFF2-40B4-BE49-F238E27FC236}">
                <a16:creationId xmlns:a16="http://schemas.microsoft.com/office/drawing/2014/main" id="{DCF79D63-C678-133C-1BA5-90ED16DA6A14}"/>
              </a:ext>
            </a:extLst>
          </p:cNvPr>
          <p:cNvSpPr>
            <a:spLocks noChangeAspect="1"/>
          </p:cNvSpPr>
          <p:nvPr/>
        </p:nvSpPr>
        <p:spPr>
          <a:xfrm>
            <a:off x="4749614" y="130860"/>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5" name="Ellipse 164">
            <a:extLst>
              <a:ext uri="{FF2B5EF4-FFF2-40B4-BE49-F238E27FC236}">
                <a16:creationId xmlns:a16="http://schemas.microsoft.com/office/drawing/2014/main" id="{AF829291-7D11-7EE9-68D5-89BF9EF31842}"/>
              </a:ext>
            </a:extLst>
          </p:cNvPr>
          <p:cNvSpPr/>
          <p:nvPr/>
        </p:nvSpPr>
        <p:spPr>
          <a:xfrm>
            <a:off x="95884" y="519027"/>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6" name="Ellipse 165">
            <a:extLst>
              <a:ext uri="{FF2B5EF4-FFF2-40B4-BE49-F238E27FC236}">
                <a16:creationId xmlns:a16="http://schemas.microsoft.com/office/drawing/2014/main" id="{E170C4DE-E041-D5A1-1AC7-B23CFFD8A1FD}"/>
              </a:ext>
            </a:extLst>
          </p:cNvPr>
          <p:cNvSpPr>
            <a:spLocks noChangeAspect="1"/>
          </p:cNvSpPr>
          <p:nvPr/>
        </p:nvSpPr>
        <p:spPr>
          <a:xfrm>
            <a:off x="446048" y="474190"/>
            <a:ext cx="280800" cy="280800"/>
          </a:xfrm>
          <a:prstGeom prst="ellipse">
            <a:avLst/>
          </a:prstGeom>
          <a:solidFill>
            <a:srgbClr val="B1AD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7" name="Ellipse 166">
            <a:extLst>
              <a:ext uri="{FF2B5EF4-FFF2-40B4-BE49-F238E27FC236}">
                <a16:creationId xmlns:a16="http://schemas.microsoft.com/office/drawing/2014/main" id="{7F453FD2-6C09-AE84-FC25-8F1600543AC2}"/>
              </a:ext>
            </a:extLst>
          </p:cNvPr>
          <p:cNvSpPr>
            <a:spLocks noChangeAspect="1"/>
          </p:cNvSpPr>
          <p:nvPr/>
        </p:nvSpPr>
        <p:spPr>
          <a:xfrm>
            <a:off x="813749" y="459627"/>
            <a:ext cx="320400" cy="32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8" name="Ellipse 167">
            <a:extLst>
              <a:ext uri="{FF2B5EF4-FFF2-40B4-BE49-F238E27FC236}">
                <a16:creationId xmlns:a16="http://schemas.microsoft.com/office/drawing/2014/main" id="{1916A37A-AE08-A687-EB24-917503B768A9}"/>
              </a:ext>
            </a:extLst>
          </p:cNvPr>
          <p:cNvSpPr>
            <a:spLocks noChangeAspect="1"/>
          </p:cNvSpPr>
          <p:nvPr/>
        </p:nvSpPr>
        <p:spPr>
          <a:xfrm>
            <a:off x="1201515" y="459627"/>
            <a:ext cx="320400" cy="32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9" name="Ellipse 168">
            <a:extLst>
              <a:ext uri="{FF2B5EF4-FFF2-40B4-BE49-F238E27FC236}">
                <a16:creationId xmlns:a16="http://schemas.microsoft.com/office/drawing/2014/main" id="{05FFF4BC-4F24-A84C-C851-5590D2375512}"/>
              </a:ext>
            </a:extLst>
          </p:cNvPr>
          <p:cNvSpPr>
            <a:spLocks noChangeAspect="1"/>
          </p:cNvSpPr>
          <p:nvPr/>
        </p:nvSpPr>
        <p:spPr>
          <a:xfrm>
            <a:off x="1586108" y="454887"/>
            <a:ext cx="320400" cy="32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0" name="Ellipse 169">
            <a:extLst>
              <a:ext uri="{FF2B5EF4-FFF2-40B4-BE49-F238E27FC236}">
                <a16:creationId xmlns:a16="http://schemas.microsoft.com/office/drawing/2014/main" id="{03EE79A0-CE72-B6E4-61A7-97F1F60E34AD}"/>
              </a:ext>
            </a:extLst>
          </p:cNvPr>
          <p:cNvSpPr>
            <a:spLocks noChangeAspect="1"/>
          </p:cNvSpPr>
          <p:nvPr/>
        </p:nvSpPr>
        <p:spPr>
          <a:xfrm>
            <a:off x="1995562" y="474190"/>
            <a:ext cx="280800" cy="280800"/>
          </a:xfrm>
          <a:prstGeom prst="ellipse">
            <a:avLst/>
          </a:prstGeom>
          <a:solidFill>
            <a:srgbClr val="BEBA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1" name="Ellipse 170">
            <a:extLst>
              <a:ext uri="{FF2B5EF4-FFF2-40B4-BE49-F238E27FC236}">
                <a16:creationId xmlns:a16="http://schemas.microsoft.com/office/drawing/2014/main" id="{672524F0-EC6F-D863-DD7B-98C2518EE2EA}"/>
              </a:ext>
            </a:extLst>
          </p:cNvPr>
          <p:cNvSpPr>
            <a:spLocks noChangeAspect="1"/>
          </p:cNvSpPr>
          <p:nvPr/>
        </p:nvSpPr>
        <p:spPr>
          <a:xfrm>
            <a:off x="2400100" y="493177"/>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2" name="Ellipse 171">
            <a:extLst>
              <a:ext uri="{FF2B5EF4-FFF2-40B4-BE49-F238E27FC236}">
                <a16:creationId xmlns:a16="http://schemas.microsoft.com/office/drawing/2014/main" id="{B0E1B9D7-8632-44BC-B9E9-6672D7193948}"/>
              </a:ext>
            </a:extLst>
          </p:cNvPr>
          <p:cNvSpPr>
            <a:spLocks noChangeAspect="1"/>
          </p:cNvSpPr>
          <p:nvPr/>
        </p:nvSpPr>
        <p:spPr>
          <a:xfrm>
            <a:off x="2799136" y="496845"/>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3" name="Ellipse 172">
            <a:extLst>
              <a:ext uri="{FF2B5EF4-FFF2-40B4-BE49-F238E27FC236}">
                <a16:creationId xmlns:a16="http://schemas.microsoft.com/office/drawing/2014/main" id="{BDDB428F-015D-9B1D-0E24-641B1DF77F78}"/>
              </a:ext>
            </a:extLst>
          </p:cNvPr>
          <p:cNvSpPr>
            <a:spLocks noChangeAspect="1"/>
          </p:cNvSpPr>
          <p:nvPr/>
        </p:nvSpPr>
        <p:spPr>
          <a:xfrm>
            <a:off x="3166431" y="474087"/>
            <a:ext cx="280800" cy="280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4" name="Ellipse 173">
            <a:extLst>
              <a:ext uri="{FF2B5EF4-FFF2-40B4-BE49-F238E27FC236}">
                <a16:creationId xmlns:a16="http://schemas.microsoft.com/office/drawing/2014/main" id="{0FC908BF-5CB8-D1E2-322E-4B8A3770C294}"/>
              </a:ext>
            </a:extLst>
          </p:cNvPr>
          <p:cNvSpPr>
            <a:spLocks noChangeAspect="1"/>
          </p:cNvSpPr>
          <p:nvPr/>
        </p:nvSpPr>
        <p:spPr>
          <a:xfrm>
            <a:off x="3568824" y="440790"/>
            <a:ext cx="338400" cy="338400"/>
          </a:xfrm>
          <a:prstGeom prst="ellipse">
            <a:avLst/>
          </a:prstGeom>
          <a:solidFill>
            <a:srgbClr val="75A6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5" name="Ellipse 174">
            <a:extLst>
              <a:ext uri="{FF2B5EF4-FFF2-40B4-BE49-F238E27FC236}">
                <a16:creationId xmlns:a16="http://schemas.microsoft.com/office/drawing/2014/main" id="{AF319C7F-F47C-B02C-24DC-30CED1AC718F}"/>
              </a:ext>
            </a:extLst>
          </p:cNvPr>
          <p:cNvSpPr>
            <a:spLocks noChangeAspect="1"/>
          </p:cNvSpPr>
          <p:nvPr/>
        </p:nvSpPr>
        <p:spPr>
          <a:xfrm>
            <a:off x="4025438" y="538245"/>
            <a:ext cx="158400" cy="158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6" name="Ellipse 175">
            <a:extLst>
              <a:ext uri="{FF2B5EF4-FFF2-40B4-BE49-F238E27FC236}">
                <a16:creationId xmlns:a16="http://schemas.microsoft.com/office/drawing/2014/main" id="{F8442159-18DE-2889-7624-AC0411A8A9AE}"/>
              </a:ext>
            </a:extLst>
          </p:cNvPr>
          <p:cNvSpPr>
            <a:spLocks noChangeAspect="1"/>
          </p:cNvSpPr>
          <p:nvPr/>
        </p:nvSpPr>
        <p:spPr>
          <a:xfrm>
            <a:off x="4358945" y="516645"/>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1" name="Ellipse 180">
            <a:extLst>
              <a:ext uri="{FF2B5EF4-FFF2-40B4-BE49-F238E27FC236}">
                <a16:creationId xmlns:a16="http://schemas.microsoft.com/office/drawing/2014/main" id="{C4C3D0D9-3082-44F2-6748-F0BCEBE78A3A}"/>
              </a:ext>
            </a:extLst>
          </p:cNvPr>
          <p:cNvSpPr>
            <a:spLocks noChangeAspect="1"/>
          </p:cNvSpPr>
          <p:nvPr/>
        </p:nvSpPr>
        <p:spPr>
          <a:xfrm>
            <a:off x="145796" y="955118"/>
            <a:ext cx="100800" cy="100800"/>
          </a:xfrm>
          <a:prstGeom prst="ellipse">
            <a:avLst/>
          </a:prstGeom>
          <a:solidFill>
            <a:srgbClr val="72A5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2" name="Ellipse 181">
            <a:extLst>
              <a:ext uri="{FF2B5EF4-FFF2-40B4-BE49-F238E27FC236}">
                <a16:creationId xmlns:a16="http://schemas.microsoft.com/office/drawing/2014/main" id="{EED4B322-7D0C-87D6-6210-9807FCA51730}"/>
              </a:ext>
            </a:extLst>
          </p:cNvPr>
          <p:cNvSpPr>
            <a:spLocks noChangeAspect="1"/>
          </p:cNvSpPr>
          <p:nvPr/>
        </p:nvSpPr>
        <p:spPr>
          <a:xfrm>
            <a:off x="439179" y="859718"/>
            <a:ext cx="291600" cy="29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3" name="Ellipse 182">
            <a:extLst>
              <a:ext uri="{FF2B5EF4-FFF2-40B4-BE49-F238E27FC236}">
                <a16:creationId xmlns:a16="http://schemas.microsoft.com/office/drawing/2014/main" id="{2559FEA6-B81D-B732-67B4-214D820CA737}"/>
              </a:ext>
            </a:extLst>
          </p:cNvPr>
          <p:cNvSpPr>
            <a:spLocks noChangeAspect="1"/>
          </p:cNvSpPr>
          <p:nvPr/>
        </p:nvSpPr>
        <p:spPr>
          <a:xfrm>
            <a:off x="872516" y="904718"/>
            <a:ext cx="201600" cy="201600"/>
          </a:xfrm>
          <a:prstGeom prst="ellipse">
            <a:avLst/>
          </a:prstGeom>
          <a:solidFill>
            <a:srgbClr val="A09D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4" name="Ellipse 183">
            <a:extLst>
              <a:ext uri="{FF2B5EF4-FFF2-40B4-BE49-F238E27FC236}">
                <a16:creationId xmlns:a16="http://schemas.microsoft.com/office/drawing/2014/main" id="{13621C45-AE9B-52C1-0A1E-50F4513C258D}"/>
              </a:ext>
            </a:extLst>
          </p:cNvPr>
          <p:cNvSpPr>
            <a:spLocks noChangeAspect="1"/>
          </p:cNvSpPr>
          <p:nvPr/>
        </p:nvSpPr>
        <p:spPr>
          <a:xfrm>
            <a:off x="1201494" y="845828"/>
            <a:ext cx="320400" cy="3204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5" name="Ellipse 184">
            <a:extLst>
              <a:ext uri="{FF2B5EF4-FFF2-40B4-BE49-F238E27FC236}">
                <a16:creationId xmlns:a16="http://schemas.microsoft.com/office/drawing/2014/main" id="{9F620E67-AAAE-BD08-E575-6D46496CDA9C}"/>
              </a:ext>
            </a:extLst>
          </p:cNvPr>
          <p:cNvSpPr>
            <a:spLocks noChangeAspect="1"/>
          </p:cNvSpPr>
          <p:nvPr/>
        </p:nvSpPr>
        <p:spPr>
          <a:xfrm>
            <a:off x="1635339" y="883479"/>
            <a:ext cx="241200" cy="2412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6" name="Ellipse 185">
            <a:extLst>
              <a:ext uri="{FF2B5EF4-FFF2-40B4-BE49-F238E27FC236}">
                <a16:creationId xmlns:a16="http://schemas.microsoft.com/office/drawing/2014/main" id="{F9A96C88-7197-1BA8-4FC3-0885EA82D145}"/>
              </a:ext>
            </a:extLst>
          </p:cNvPr>
          <p:cNvSpPr>
            <a:spLocks noChangeAspect="1"/>
          </p:cNvSpPr>
          <p:nvPr/>
        </p:nvSpPr>
        <p:spPr>
          <a:xfrm>
            <a:off x="2000251" y="866810"/>
            <a:ext cx="280800" cy="2808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7" name="Ellipse 186">
            <a:extLst>
              <a:ext uri="{FF2B5EF4-FFF2-40B4-BE49-F238E27FC236}">
                <a16:creationId xmlns:a16="http://schemas.microsoft.com/office/drawing/2014/main" id="{E86FA150-1ECA-1707-B0F9-157A31EF2C3C}"/>
              </a:ext>
            </a:extLst>
          </p:cNvPr>
          <p:cNvSpPr>
            <a:spLocks noChangeAspect="1"/>
          </p:cNvSpPr>
          <p:nvPr/>
        </p:nvSpPr>
        <p:spPr>
          <a:xfrm>
            <a:off x="2413845" y="883479"/>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8" name="Ellipse 187">
            <a:extLst>
              <a:ext uri="{FF2B5EF4-FFF2-40B4-BE49-F238E27FC236}">
                <a16:creationId xmlns:a16="http://schemas.microsoft.com/office/drawing/2014/main" id="{3A34460B-86AF-8802-2E7F-76EA047B2B78}"/>
              </a:ext>
            </a:extLst>
          </p:cNvPr>
          <p:cNvSpPr>
            <a:spLocks noChangeAspect="1"/>
          </p:cNvSpPr>
          <p:nvPr/>
        </p:nvSpPr>
        <p:spPr>
          <a:xfrm>
            <a:off x="2798322" y="886800"/>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9" name="Ellipse 188">
            <a:extLst>
              <a:ext uri="{FF2B5EF4-FFF2-40B4-BE49-F238E27FC236}">
                <a16:creationId xmlns:a16="http://schemas.microsoft.com/office/drawing/2014/main" id="{E407C748-B611-BADD-4502-11D0315F30AC}"/>
              </a:ext>
            </a:extLst>
          </p:cNvPr>
          <p:cNvSpPr>
            <a:spLocks noChangeAspect="1"/>
          </p:cNvSpPr>
          <p:nvPr/>
        </p:nvSpPr>
        <p:spPr>
          <a:xfrm>
            <a:off x="3184785" y="884918"/>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0" name="Ellipse 189">
            <a:extLst>
              <a:ext uri="{FF2B5EF4-FFF2-40B4-BE49-F238E27FC236}">
                <a16:creationId xmlns:a16="http://schemas.microsoft.com/office/drawing/2014/main" id="{1DF220AE-78CA-03E0-594F-9C84A288DD2B}"/>
              </a:ext>
            </a:extLst>
          </p:cNvPr>
          <p:cNvSpPr>
            <a:spLocks noChangeAspect="1"/>
          </p:cNvSpPr>
          <p:nvPr/>
        </p:nvSpPr>
        <p:spPr>
          <a:xfrm>
            <a:off x="3569326" y="881560"/>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79" name="Grafik 78">
            <a:extLst>
              <a:ext uri="{FF2B5EF4-FFF2-40B4-BE49-F238E27FC236}">
                <a16:creationId xmlns:a16="http://schemas.microsoft.com/office/drawing/2014/main" id="{B56BEC74-E58E-5DA7-89E5-116B3FAE434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7" name="object 7"/>
          <p:cNvSpPr/>
          <p:nvPr/>
        </p:nvSpPr>
        <p:spPr>
          <a:xfrm>
            <a:off x="167926" y="1744441"/>
            <a:ext cx="62865" cy="62865"/>
          </a:xfrm>
          <a:custGeom>
            <a:avLst/>
            <a:gdLst/>
            <a:ahLst/>
            <a:cxnLst/>
            <a:rect l="l" t="t" r="r" b="b"/>
            <a:pathLst>
              <a:path w="62864" h="62864">
                <a:moveTo>
                  <a:pt x="31318" y="62636"/>
                </a:moveTo>
                <a:lnTo>
                  <a:pt x="19127" y="60175"/>
                </a:lnTo>
                <a:lnTo>
                  <a:pt x="9172" y="53463"/>
                </a:lnTo>
                <a:lnTo>
                  <a:pt x="2461" y="43509"/>
                </a:lnTo>
                <a:lnTo>
                  <a:pt x="0" y="31318"/>
                </a:lnTo>
                <a:lnTo>
                  <a:pt x="2461" y="19127"/>
                </a:lnTo>
                <a:lnTo>
                  <a:pt x="9172" y="9172"/>
                </a:lnTo>
                <a:lnTo>
                  <a:pt x="19127" y="2461"/>
                </a:lnTo>
                <a:lnTo>
                  <a:pt x="31318" y="0"/>
                </a:lnTo>
                <a:lnTo>
                  <a:pt x="43509" y="2461"/>
                </a:lnTo>
                <a:lnTo>
                  <a:pt x="53463" y="9172"/>
                </a:lnTo>
                <a:lnTo>
                  <a:pt x="60175" y="19127"/>
                </a:lnTo>
                <a:lnTo>
                  <a:pt x="62636" y="31318"/>
                </a:lnTo>
                <a:lnTo>
                  <a:pt x="60175" y="43509"/>
                </a:lnTo>
                <a:lnTo>
                  <a:pt x="53463" y="53463"/>
                </a:lnTo>
                <a:lnTo>
                  <a:pt x="43509" y="60175"/>
                </a:lnTo>
                <a:lnTo>
                  <a:pt x="31318" y="62636"/>
                </a:lnTo>
                <a:close/>
              </a:path>
            </a:pathLst>
          </a:custGeom>
          <a:solidFill>
            <a:srgbClr val="C6C3B9">
              <a:alpha val="44999"/>
            </a:srgbClr>
          </a:solidFill>
        </p:spPr>
        <p:txBody>
          <a:bodyPr wrap="square" lIns="0" tIns="0" rIns="0" bIns="0" rtlCol="0"/>
          <a:lstStyle/>
          <a:p>
            <a:endParaRPr lang="en-GB" noProof="0" dirty="0"/>
          </a:p>
        </p:txBody>
      </p:sp>
      <p:sp>
        <p:nvSpPr>
          <p:cNvPr id="12" name="object 12"/>
          <p:cNvSpPr/>
          <p:nvPr/>
        </p:nvSpPr>
        <p:spPr>
          <a:xfrm>
            <a:off x="1343763"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alpha val="44999"/>
            </a:srgbClr>
          </a:solidFill>
        </p:spPr>
        <p:txBody>
          <a:bodyPr wrap="square" lIns="0" tIns="0" rIns="0" bIns="0" rtlCol="0"/>
          <a:lstStyle/>
          <a:p>
            <a:endParaRPr lang="en-GB" noProof="0" dirty="0"/>
          </a:p>
        </p:txBody>
      </p:sp>
      <p:sp>
        <p:nvSpPr>
          <p:cNvPr id="13" name="object 13"/>
          <p:cNvSpPr/>
          <p:nvPr/>
        </p:nvSpPr>
        <p:spPr>
          <a:xfrm>
            <a:off x="1732058"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alpha val="44999"/>
            </a:srgbClr>
          </a:solidFill>
        </p:spPr>
        <p:txBody>
          <a:bodyPr wrap="square" lIns="0" tIns="0" rIns="0" bIns="0" rtlCol="0"/>
          <a:lstStyle/>
          <a:p>
            <a:endParaRPr lang="en-GB" noProof="0" dirty="0"/>
          </a:p>
        </p:txBody>
      </p:sp>
      <p:sp>
        <p:nvSpPr>
          <p:cNvPr id="47" name="object 47"/>
          <p:cNvSpPr/>
          <p:nvPr/>
        </p:nvSpPr>
        <p:spPr>
          <a:xfrm>
            <a:off x="1343763"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alpha val="44999"/>
            </a:srgbClr>
          </a:solidFill>
        </p:spPr>
        <p:txBody>
          <a:bodyPr wrap="square" lIns="0" tIns="0" rIns="0" bIns="0" rtlCol="0"/>
          <a:lstStyle/>
          <a:p>
            <a:endParaRPr lang="en-GB" noProof="0" dirty="0"/>
          </a:p>
        </p:txBody>
      </p:sp>
      <p:grpSp>
        <p:nvGrpSpPr>
          <p:cNvPr id="48" name="object 48"/>
          <p:cNvGrpSpPr/>
          <p:nvPr/>
        </p:nvGrpSpPr>
        <p:grpSpPr>
          <a:xfrm>
            <a:off x="1732058" y="0"/>
            <a:ext cx="41275" cy="3810"/>
            <a:chOff x="1732058" y="0"/>
            <a:chExt cx="41275" cy="3810"/>
          </a:xfrm>
        </p:grpSpPr>
        <p:sp>
          <p:nvSpPr>
            <p:cNvPr id="49" name="object 49"/>
            <p:cNvSpPr/>
            <p:nvPr/>
          </p:nvSpPr>
          <p:spPr>
            <a:xfrm>
              <a:off x="1732058"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alpha val="44999"/>
              </a:srgbClr>
            </a:solidFill>
          </p:spPr>
          <p:txBody>
            <a:bodyPr wrap="square" lIns="0" tIns="0" rIns="0" bIns="0" rtlCol="0"/>
            <a:lstStyle/>
            <a:p>
              <a:endParaRPr lang="en-GB" noProof="0" dirty="0"/>
            </a:p>
          </p:txBody>
        </p:sp>
        <p:sp>
          <p:nvSpPr>
            <p:cNvPr id="50" name="object 50"/>
            <p:cNvSpPr/>
            <p:nvPr/>
          </p:nvSpPr>
          <p:spPr>
            <a:xfrm>
              <a:off x="1732058"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A6A594"/>
            </a:solidFill>
          </p:spPr>
          <p:txBody>
            <a:bodyPr wrap="square" lIns="0" tIns="0" rIns="0" bIns="0" rtlCol="0"/>
            <a:lstStyle/>
            <a:p>
              <a:endParaRPr lang="en-GB" noProof="0" dirty="0"/>
            </a:p>
          </p:txBody>
        </p:sp>
      </p:grpSp>
      <p:sp>
        <p:nvSpPr>
          <p:cNvPr id="51" name="object 51"/>
          <p:cNvSpPr/>
          <p:nvPr/>
        </p:nvSpPr>
        <p:spPr>
          <a:xfrm>
            <a:off x="955470"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689888"/>
          </a:solidFill>
        </p:spPr>
        <p:txBody>
          <a:bodyPr wrap="square" lIns="0" tIns="0" rIns="0" bIns="0" rtlCol="0"/>
          <a:lstStyle/>
          <a:p>
            <a:endParaRPr lang="en-GB" noProof="0" dirty="0"/>
          </a:p>
        </p:txBody>
      </p:sp>
      <p:sp>
        <p:nvSpPr>
          <p:cNvPr id="52" name="object 52"/>
          <p:cNvSpPr/>
          <p:nvPr/>
        </p:nvSpPr>
        <p:spPr>
          <a:xfrm>
            <a:off x="567175"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solidFill>
        </p:spPr>
        <p:txBody>
          <a:bodyPr wrap="square" lIns="0" tIns="0" rIns="0" bIns="0" rtlCol="0"/>
          <a:lstStyle/>
          <a:p>
            <a:endParaRPr lang="en-GB" noProof="0" dirty="0"/>
          </a:p>
        </p:txBody>
      </p:sp>
      <p:sp>
        <p:nvSpPr>
          <p:cNvPr id="69" name="object 69"/>
          <p:cNvSpPr/>
          <p:nvPr/>
        </p:nvSpPr>
        <p:spPr>
          <a:xfrm>
            <a:off x="567175"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solidFill>
        </p:spPr>
        <p:txBody>
          <a:bodyPr wrap="square" lIns="0" tIns="0" rIns="0" bIns="0" rtlCol="0"/>
          <a:lstStyle/>
          <a:p>
            <a:endParaRPr lang="en-GB" noProof="0" dirty="0"/>
          </a:p>
        </p:txBody>
      </p:sp>
      <p:sp>
        <p:nvSpPr>
          <p:cNvPr id="73" name="object 73"/>
          <p:cNvSpPr txBox="1"/>
          <p:nvPr/>
        </p:nvSpPr>
        <p:spPr>
          <a:xfrm>
            <a:off x="2424984" y="1635616"/>
            <a:ext cx="4649260" cy="2872581"/>
          </a:xfrm>
          <a:prstGeom prst="rect">
            <a:avLst/>
          </a:prstGeom>
        </p:spPr>
        <p:txBody>
          <a:bodyPr vert="horz" wrap="square" lIns="0" tIns="12700" rIns="0" bIns="0" rtlCol="0">
            <a:spAutoFit/>
          </a:bodyPr>
          <a:lstStyle/>
          <a:p>
            <a:pPr lvl="0"/>
            <a:r>
              <a:rPr lang="en-GB" sz="2400" b="1" noProof="0" dirty="0">
                <a:effectLst/>
                <a:latin typeface="Garamond" panose="02020404030301010803" pitchFamily="18" charset="0"/>
                <a:ea typeface="Times New Roman" panose="02020603050405020304" pitchFamily="18" charset="0"/>
              </a:rPr>
              <a:t>To equip the university lecturers to understand the target audience of the course</a:t>
            </a:r>
            <a:br>
              <a:rPr lang="en-GB" sz="2400" b="1" noProof="0" dirty="0">
                <a:effectLst/>
                <a:latin typeface="Garamond" panose="02020404030301010803" pitchFamily="18" charset="0"/>
                <a:ea typeface="Times New Roman" panose="02020603050405020304" pitchFamily="18" charset="0"/>
              </a:rPr>
            </a:br>
            <a:endParaRPr lang="en-GB" sz="2400" b="1" noProof="0" dirty="0">
              <a:effectLst/>
              <a:latin typeface="Garamond" panose="02020404030301010803" pitchFamily="18" charset="0"/>
              <a:ea typeface="Times New Roman" panose="02020603050405020304" pitchFamily="18" charset="0"/>
            </a:endParaRPr>
          </a:p>
          <a:p>
            <a:pPr lvl="0"/>
            <a:r>
              <a:rPr lang="en-GB" sz="2400" b="1" noProof="0" dirty="0">
                <a:effectLst/>
                <a:latin typeface="Garamond" panose="02020404030301010803" pitchFamily="18" charset="0"/>
                <a:ea typeface="Times New Roman" panose="02020603050405020304" pitchFamily="18" charset="0"/>
              </a:rPr>
              <a:t>To create a common thread throughout the learning process </a:t>
            </a:r>
            <a:r>
              <a:rPr lang="en-GB" sz="2400" b="1" noProof="0" dirty="0" err="1">
                <a:effectLst/>
                <a:latin typeface="Garamond" panose="02020404030301010803" pitchFamily="18" charset="0"/>
                <a:ea typeface="Times New Roman" panose="02020603050405020304" pitchFamily="18" charset="0"/>
              </a:rPr>
              <a:t>fo</a:t>
            </a:r>
            <a:r>
              <a:rPr lang="en-GB" sz="2400" b="1" dirty="0">
                <a:latin typeface="Garamond" panose="02020404030301010803" pitchFamily="18" charset="0"/>
                <a:ea typeface="Times New Roman" panose="02020603050405020304" pitchFamily="18" charset="0"/>
              </a:rPr>
              <a:t>r the participants</a:t>
            </a:r>
            <a:endParaRPr lang="en-GB" sz="2400" b="1" noProof="0" dirty="0">
              <a:effectLst/>
              <a:latin typeface="Garamond" panose="02020404030301010803" pitchFamily="18" charset="0"/>
              <a:ea typeface="Calibri" panose="020F0502020204030204" pitchFamily="34" charset="0"/>
            </a:endParaRPr>
          </a:p>
          <a:p>
            <a:pPr marL="12700" marR="5080">
              <a:lnSpc>
                <a:spcPct val="100000"/>
              </a:lnSpc>
              <a:spcBef>
                <a:spcPts val="100"/>
              </a:spcBef>
            </a:pPr>
            <a:endParaRPr lang="en-GB" sz="1700" noProof="0" dirty="0">
              <a:latin typeface="Garamond"/>
              <a:cs typeface="Garamond"/>
            </a:endParaRPr>
          </a:p>
        </p:txBody>
      </p:sp>
      <p:pic>
        <p:nvPicPr>
          <p:cNvPr id="4" name="Grafik 3" descr="Mål med massiv udfyldning">
            <a:extLst>
              <a:ext uri="{FF2B5EF4-FFF2-40B4-BE49-F238E27FC236}">
                <a16:creationId xmlns:a16="http://schemas.microsoft.com/office/drawing/2014/main" id="{0127203B-46B1-C708-8076-A1014EBADAB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87265" y="125996"/>
            <a:ext cx="1377566" cy="1377566"/>
          </a:xfrm>
          <a:prstGeom prst="rect">
            <a:avLst/>
          </a:prstGeom>
        </p:spPr>
      </p:pic>
      <p:sp>
        <p:nvSpPr>
          <p:cNvPr id="5" name="Tekstfelt 4">
            <a:extLst>
              <a:ext uri="{FF2B5EF4-FFF2-40B4-BE49-F238E27FC236}">
                <a16:creationId xmlns:a16="http://schemas.microsoft.com/office/drawing/2014/main" id="{56FD2B08-0070-59C8-E85D-738BF1E188F2}"/>
              </a:ext>
            </a:extLst>
          </p:cNvPr>
          <p:cNvSpPr txBox="1"/>
          <p:nvPr/>
        </p:nvSpPr>
        <p:spPr>
          <a:xfrm>
            <a:off x="5282119" y="327596"/>
            <a:ext cx="1543666" cy="461665"/>
          </a:xfrm>
          <a:prstGeom prst="rect">
            <a:avLst/>
          </a:prstGeom>
          <a:noFill/>
        </p:spPr>
        <p:txBody>
          <a:bodyPr wrap="square" rtlCol="0">
            <a:spAutoFit/>
          </a:bodyPr>
          <a:lstStyle/>
          <a:p>
            <a:r>
              <a:rPr lang="en-GB" sz="2400" b="1" noProof="0" dirty="0">
                <a:latin typeface="Garamond" panose="02020404030301010803" pitchFamily="18" charset="0"/>
              </a:rPr>
              <a:t>GOALS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8D65072C-80A1-34F8-5155-C1E470B6639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99AA8329-7178-22C2-099F-704ED26AA792}"/>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119" name="Ellipse 118">
            <a:extLst>
              <a:ext uri="{FF2B5EF4-FFF2-40B4-BE49-F238E27FC236}">
                <a16:creationId xmlns:a16="http://schemas.microsoft.com/office/drawing/2014/main" id="{1FEE1677-FA66-0FE4-82E6-C2E176BC9997}"/>
              </a:ext>
            </a:extLst>
          </p:cNvPr>
          <p:cNvSpPr>
            <a:spLocks noChangeAspect="1"/>
          </p:cNvSpPr>
          <p:nvPr/>
        </p:nvSpPr>
        <p:spPr>
          <a:xfrm>
            <a:off x="149258" y="2119520"/>
            <a:ext cx="108000" cy="108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0" name="Ellipse 119">
            <a:extLst>
              <a:ext uri="{FF2B5EF4-FFF2-40B4-BE49-F238E27FC236}">
                <a16:creationId xmlns:a16="http://schemas.microsoft.com/office/drawing/2014/main" id="{1264459A-289C-4EF6-D2B1-0A836C1C03E2}"/>
              </a:ext>
            </a:extLst>
          </p:cNvPr>
          <p:cNvSpPr>
            <a:spLocks noChangeAspect="1"/>
          </p:cNvSpPr>
          <p:nvPr/>
        </p:nvSpPr>
        <p:spPr>
          <a:xfrm>
            <a:off x="547343" y="2136861"/>
            <a:ext cx="64800" cy="6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3" name="Ellipse 122">
            <a:extLst>
              <a:ext uri="{FF2B5EF4-FFF2-40B4-BE49-F238E27FC236}">
                <a16:creationId xmlns:a16="http://schemas.microsoft.com/office/drawing/2014/main" id="{6F212931-9D0F-836E-3A8D-0B4A33CB3CB9}"/>
              </a:ext>
            </a:extLst>
          </p:cNvPr>
          <p:cNvSpPr>
            <a:spLocks noChangeAspect="1"/>
          </p:cNvSpPr>
          <p:nvPr/>
        </p:nvSpPr>
        <p:spPr>
          <a:xfrm>
            <a:off x="170858" y="1740638"/>
            <a:ext cx="64800" cy="648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4" name="Ellipse 123">
            <a:extLst>
              <a:ext uri="{FF2B5EF4-FFF2-40B4-BE49-F238E27FC236}">
                <a16:creationId xmlns:a16="http://schemas.microsoft.com/office/drawing/2014/main" id="{4175B0B6-71E4-FE57-04B6-36310C2552FD}"/>
              </a:ext>
            </a:extLst>
          </p:cNvPr>
          <p:cNvSpPr>
            <a:spLocks noChangeAspect="1"/>
          </p:cNvSpPr>
          <p:nvPr/>
        </p:nvSpPr>
        <p:spPr>
          <a:xfrm>
            <a:off x="519681" y="1703082"/>
            <a:ext cx="144000" cy="1440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5" name="Ellipse 124">
            <a:extLst>
              <a:ext uri="{FF2B5EF4-FFF2-40B4-BE49-F238E27FC236}">
                <a16:creationId xmlns:a16="http://schemas.microsoft.com/office/drawing/2014/main" id="{1261DDAB-32B4-9075-F2C3-5B11B524DF1B}"/>
              </a:ext>
            </a:extLst>
          </p:cNvPr>
          <p:cNvSpPr>
            <a:spLocks noChangeAspect="1"/>
          </p:cNvSpPr>
          <p:nvPr/>
        </p:nvSpPr>
        <p:spPr>
          <a:xfrm>
            <a:off x="900768" y="1695638"/>
            <a:ext cx="154800" cy="15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6" name="Ellipse 125">
            <a:extLst>
              <a:ext uri="{FF2B5EF4-FFF2-40B4-BE49-F238E27FC236}">
                <a16:creationId xmlns:a16="http://schemas.microsoft.com/office/drawing/2014/main" id="{C56203FF-96A5-55B7-F8A1-05F88BC3E2EA}"/>
              </a:ext>
            </a:extLst>
          </p:cNvPr>
          <p:cNvSpPr>
            <a:spLocks noChangeAspect="1"/>
          </p:cNvSpPr>
          <p:nvPr/>
        </p:nvSpPr>
        <p:spPr>
          <a:xfrm>
            <a:off x="1251253" y="1664690"/>
            <a:ext cx="219600" cy="219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8" name="Ellipse 127">
            <a:extLst>
              <a:ext uri="{FF2B5EF4-FFF2-40B4-BE49-F238E27FC236}">
                <a16:creationId xmlns:a16="http://schemas.microsoft.com/office/drawing/2014/main" id="{1E054BE1-48D1-85C2-A00F-BD3BFFA622D9}"/>
              </a:ext>
            </a:extLst>
          </p:cNvPr>
          <p:cNvSpPr>
            <a:spLocks noChangeAspect="1"/>
          </p:cNvSpPr>
          <p:nvPr/>
        </p:nvSpPr>
        <p:spPr>
          <a:xfrm>
            <a:off x="106684" y="1309955"/>
            <a:ext cx="180000" cy="180000"/>
          </a:xfrm>
          <a:prstGeom prst="ellipse">
            <a:avLst/>
          </a:prstGeom>
          <a:solidFill>
            <a:srgbClr val="97AE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9" name="Ellipse 128">
            <a:extLst>
              <a:ext uri="{FF2B5EF4-FFF2-40B4-BE49-F238E27FC236}">
                <a16:creationId xmlns:a16="http://schemas.microsoft.com/office/drawing/2014/main" id="{0BD1C7B7-115B-6C23-14B9-12B2647A6856}"/>
              </a:ext>
            </a:extLst>
          </p:cNvPr>
          <p:cNvSpPr>
            <a:spLocks noChangeAspect="1"/>
          </p:cNvSpPr>
          <p:nvPr/>
        </p:nvSpPr>
        <p:spPr>
          <a:xfrm>
            <a:off x="495137" y="1309955"/>
            <a:ext cx="180000" cy="180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0" name="Ellipse 129">
            <a:extLst>
              <a:ext uri="{FF2B5EF4-FFF2-40B4-BE49-F238E27FC236}">
                <a16:creationId xmlns:a16="http://schemas.microsoft.com/office/drawing/2014/main" id="{14D8536F-EA06-A555-F883-CFD24A908B6E}"/>
              </a:ext>
            </a:extLst>
          </p:cNvPr>
          <p:cNvSpPr>
            <a:spLocks noChangeAspect="1"/>
          </p:cNvSpPr>
          <p:nvPr/>
        </p:nvSpPr>
        <p:spPr>
          <a:xfrm>
            <a:off x="784302" y="1203529"/>
            <a:ext cx="381600" cy="381600"/>
          </a:xfrm>
          <a:prstGeom prst="ellipse">
            <a:avLst/>
          </a:prstGeom>
          <a:solidFill>
            <a:srgbClr val="7B97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1" name="Ellipse 130">
            <a:extLst>
              <a:ext uri="{FF2B5EF4-FFF2-40B4-BE49-F238E27FC236}">
                <a16:creationId xmlns:a16="http://schemas.microsoft.com/office/drawing/2014/main" id="{91D9B65D-74A5-D931-E93F-C2991DB67429}"/>
              </a:ext>
            </a:extLst>
          </p:cNvPr>
          <p:cNvSpPr>
            <a:spLocks noChangeAspect="1"/>
          </p:cNvSpPr>
          <p:nvPr/>
        </p:nvSpPr>
        <p:spPr>
          <a:xfrm>
            <a:off x="1241783" y="1268797"/>
            <a:ext cx="241200" cy="241200"/>
          </a:xfrm>
          <a:prstGeom prst="ellipse">
            <a:avLst/>
          </a:prstGeom>
          <a:solidFill>
            <a:srgbClr val="97AE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2" name="Ellipse 131">
            <a:extLst>
              <a:ext uri="{FF2B5EF4-FFF2-40B4-BE49-F238E27FC236}">
                <a16:creationId xmlns:a16="http://schemas.microsoft.com/office/drawing/2014/main" id="{D6098882-F2E7-773E-10D2-8A2B5053900C}"/>
              </a:ext>
            </a:extLst>
          </p:cNvPr>
          <p:cNvSpPr>
            <a:spLocks noChangeAspect="1"/>
          </p:cNvSpPr>
          <p:nvPr/>
        </p:nvSpPr>
        <p:spPr>
          <a:xfrm>
            <a:off x="1630511" y="1268797"/>
            <a:ext cx="241200" cy="241200"/>
          </a:xfrm>
          <a:prstGeom prst="ellipse">
            <a:avLst/>
          </a:prstGeom>
          <a:solidFill>
            <a:srgbClr val="85AE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3" name="Ellipse 132">
            <a:extLst>
              <a:ext uri="{FF2B5EF4-FFF2-40B4-BE49-F238E27FC236}">
                <a16:creationId xmlns:a16="http://schemas.microsoft.com/office/drawing/2014/main" id="{3B5F765D-E6F9-44F3-B6DC-D3B1DC4F3BAA}"/>
              </a:ext>
            </a:extLst>
          </p:cNvPr>
          <p:cNvSpPr>
            <a:spLocks noChangeAspect="1"/>
          </p:cNvSpPr>
          <p:nvPr/>
        </p:nvSpPr>
        <p:spPr>
          <a:xfrm>
            <a:off x="2006996" y="1248997"/>
            <a:ext cx="280800" cy="280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4" name="Ellipse 133">
            <a:extLst>
              <a:ext uri="{FF2B5EF4-FFF2-40B4-BE49-F238E27FC236}">
                <a16:creationId xmlns:a16="http://schemas.microsoft.com/office/drawing/2014/main" id="{06F840C4-4A57-B70B-4FD5-1B13974F7482}"/>
              </a:ext>
            </a:extLst>
          </p:cNvPr>
          <p:cNvSpPr>
            <a:spLocks noChangeAspect="1"/>
          </p:cNvSpPr>
          <p:nvPr/>
        </p:nvSpPr>
        <p:spPr>
          <a:xfrm>
            <a:off x="2413649" y="1264578"/>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5" name="Ellipse 134">
            <a:extLst>
              <a:ext uri="{FF2B5EF4-FFF2-40B4-BE49-F238E27FC236}">
                <a16:creationId xmlns:a16="http://schemas.microsoft.com/office/drawing/2014/main" id="{BBB07117-FFD4-A472-46DE-51DA7C4012D6}"/>
              </a:ext>
            </a:extLst>
          </p:cNvPr>
          <p:cNvSpPr>
            <a:spLocks noChangeAspect="1"/>
          </p:cNvSpPr>
          <p:nvPr/>
        </p:nvSpPr>
        <p:spPr>
          <a:xfrm>
            <a:off x="2836216" y="1313470"/>
            <a:ext cx="165600" cy="165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6" name="Ellipse 135">
            <a:extLst>
              <a:ext uri="{FF2B5EF4-FFF2-40B4-BE49-F238E27FC236}">
                <a16:creationId xmlns:a16="http://schemas.microsoft.com/office/drawing/2014/main" id="{88C48468-29C4-7C14-3834-AF29B7B653E0}"/>
              </a:ext>
            </a:extLst>
          </p:cNvPr>
          <p:cNvSpPr>
            <a:spLocks noChangeAspect="1"/>
          </p:cNvSpPr>
          <p:nvPr/>
        </p:nvSpPr>
        <p:spPr>
          <a:xfrm>
            <a:off x="3277713" y="1363870"/>
            <a:ext cx="64800" cy="6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8" name="Ellipse 137">
            <a:extLst>
              <a:ext uri="{FF2B5EF4-FFF2-40B4-BE49-F238E27FC236}">
                <a16:creationId xmlns:a16="http://schemas.microsoft.com/office/drawing/2014/main" id="{A1C86803-9420-8B20-6AF9-41F4ED7A9E3E}"/>
              </a:ext>
            </a:extLst>
          </p:cNvPr>
          <p:cNvSpPr>
            <a:spLocks noChangeAspect="1"/>
          </p:cNvSpPr>
          <p:nvPr/>
        </p:nvSpPr>
        <p:spPr>
          <a:xfrm>
            <a:off x="95884" y="125996"/>
            <a:ext cx="201600" cy="201600"/>
          </a:xfrm>
          <a:prstGeom prst="ellipse">
            <a:avLst/>
          </a:prstGeom>
          <a:solidFill>
            <a:srgbClr val="A3BD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9" name="Ellipse 138">
            <a:extLst>
              <a:ext uri="{FF2B5EF4-FFF2-40B4-BE49-F238E27FC236}">
                <a16:creationId xmlns:a16="http://schemas.microsoft.com/office/drawing/2014/main" id="{75A2379E-B19F-B21D-D60F-E0F003447FF2}"/>
              </a:ext>
            </a:extLst>
          </p:cNvPr>
          <p:cNvSpPr>
            <a:spLocks noChangeAspect="1"/>
          </p:cNvSpPr>
          <p:nvPr/>
        </p:nvSpPr>
        <p:spPr>
          <a:xfrm>
            <a:off x="426185" y="68541"/>
            <a:ext cx="320400" cy="320400"/>
          </a:xfrm>
          <a:prstGeom prst="ellipse">
            <a:avLst/>
          </a:prstGeom>
          <a:solidFill>
            <a:srgbClr val="97AE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0" name="Ellipse 139">
            <a:extLst>
              <a:ext uri="{FF2B5EF4-FFF2-40B4-BE49-F238E27FC236}">
                <a16:creationId xmlns:a16="http://schemas.microsoft.com/office/drawing/2014/main" id="{DD238CA6-F37B-FBE9-CCB4-E71C0BF82938}"/>
              </a:ext>
            </a:extLst>
          </p:cNvPr>
          <p:cNvSpPr>
            <a:spLocks noChangeAspect="1"/>
          </p:cNvSpPr>
          <p:nvPr/>
        </p:nvSpPr>
        <p:spPr>
          <a:xfrm>
            <a:off x="792432" y="52761"/>
            <a:ext cx="360000" cy="360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1" name="Ellipse 140">
            <a:extLst>
              <a:ext uri="{FF2B5EF4-FFF2-40B4-BE49-F238E27FC236}">
                <a16:creationId xmlns:a16="http://schemas.microsoft.com/office/drawing/2014/main" id="{6C8DDFDB-C479-39E6-1779-C57E05087A58}"/>
              </a:ext>
            </a:extLst>
          </p:cNvPr>
          <p:cNvSpPr>
            <a:spLocks noChangeAspect="1"/>
          </p:cNvSpPr>
          <p:nvPr/>
        </p:nvSpPr>
        <p:spPr>
          <a:xfrm>
            <a:off x="1586108" y="68541"/>
            <a:ext cx="320400" cy="3204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2" name="Ellipse 141">
            <a:extLst>
              <a:ext uri="{FF2B5EF4-FFF2-40B4-BE49-F238E27FC236}">
                <a16:creationId xmlns:a16="http://schemas.microsoft.com/office/drawing/2014/main" id="{73E2AC74-CDC9-FC83-E781-A8CBD5F35187}"/>
              </a:ext>
            </a:extLst>
          </p:cNvPr>
          <p:cNvSpPr>
            <a:spLocks noChangeAspect="1"/>
          </p:cNvSpPr>
          <p:nvPr/>
        </p:nvSpPr>
        <p:spPr>
          <a:xfrm>
            <a:off x="1223775" y="88341"/>
            <a:ext cx="280800" cy="280800"/>
          </a:xfrm>
          <a:prstGeom prst="ellipse">
            <a:avLst/>
          </a:prstGeom>
          <a:solidFill>
            <a:srgbClr val="BEBA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3" name="Ellipse 142">
            <a:extLst>
              <a:ext uri="{FF2B5EF4-FFF2-40B4-BE49-F238E27FC236}">
                <a16:creationId xmlns:a16="http://schemas.microsoft.com/office/drawing/2014/main" id="{6465EDCD-1992-CAD1-F998-10C357D92159}"/>
              </a:ext>
            </a:extLst>
          </p:cNvPr>
          <p:cNvSpPr>
            <a:spLocks noChangeAspect="1"/>
          </p:cNvSpPr>
          <p:nvPr/>
        </p:nvSpPr>
        <p:spPr>
          <a:xfrm>
            <a:off x="1994500" y="88341"/>
            <a:ext cx="280800" cy="2808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4" name="Ellipse 143">
            <a:extLst>
              <a:ext uri="{FF2B5EF4-FFF2-40B4-BE49-F238E27FC236}">
                <a16:creationId xmlns:a16="http://schemas.microsoft.com/office/drawing/2014/main" id="{2A2E7E27-9B72-EC91-FF46-B2E6B14464BB}"/>
              </a:ext>
            </a:extLst>
          </p:cNvPr>
          <p:cNvSpPr>
            <a:spLocks noChangeAspect="1"/>
          </p:cNvSpPr>
          <p:nvPr/>
        </p:nvSpPr>
        <p:spPr>
          <a:xfrm>
            <a:off x="2388045" y="88341"/>
            <a:ext cx="280800" cy="280800"/>
          </a:xfrm>
          <a:prstGeom prst="ellipse">
            <a:avLst/>
          </a:prstGeom>
          <a:solidFill>
            <a:srgbClr val="B9CA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5" name="Ellipse 144">
            <a:extLst>
              <a:ext uri="{FF2B5EF4-FFF2-40B4-BE49-F238E27FC236}">
                <a16:creationId xmlns:a16="http://schemas.microsoft.com/office/drawing/2014/main" id="{B9699629-B183-4C8D-9A08-EBA9F6DE543F}"/>
              </a:ext>
            </a:extLst>
          </p:cNvPr>
          <p:cNvSpPr/>
          <p:nvPr/>
        </p:nvSpPr>
        <p:spPr>
          <a:xfrm>
            <a:off x="2844327" y="149896"/>
            <a:ext cx="158400" cy="158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6" name="Ellipse 145">
            <a:extLst>
              <a:ext uri="{FF2B5EF4-FFF2-40B4-BE49-F238E27FC236}">
                <a16:creationId xmlns:a16="http://schemas.microsoft.com/office/drawing/2014/main" id="{10E80E6B-CF9A-BEAC-6F9B-DDCD9C335D53}"/>
              </a:ext>
            </a:extLst>
          </p:cNvPr>
          <p:cNvSpPr>
            <a:spLocks noChangeAspect="1"/>
          </p:cNvSpPr>
          <p:nvPr/>
        </p:nvSpPr>
        <p:spPr>
          <a:xfrm>
            <a:off x="3204585" y="132310"/>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7" name="Ellipse 146">
            <a:extLst>
              <a:ext uri="{FF2B5EF4-FFF2-40B4-BE49-F238E27FC236}">
                <a16:creationId xmlns:a16="http://schemas.microsoft.com/office/drawing/2014/main" id="{C6E518C3-F2AA-A894-B640-E9D15F8D28CC}"/>
              </a:ext>
            </a:extLst>
          </p:cNvPr>
          <p:cNvSpPr>
            <a:spLocks noChangeAspect="1"/>
          </p:cNvSpPr>
          <p:nvPr/>
        </p:nvSpPr>
        <p:spPr>
          <a:xfrm>
            <a:off x="3590104" y="127666"/>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8" name="Ellipse 147">
            <a:extLst>
              <a:ext uri="{FF2B5EF4-FFF2-40B4-BE49-F238E27FC236}">
                <a16:creationId xmlns:a16="http://schemas.microsoft.com/office/drawing/2014/main" id="{7B1F3205-9E79-E68A-B574-740E7522F537}"/>
              </a:ext>
            </a:extLst>
          </p:cNvPr>
          <p:cNvSpPr>
            <a:spLocks noChangeAspect="1"/>
          </p:cNvSpPr>
          <p:nvPr/>
        </p:nvSpPr>
        <p:spPr>
          <a:xfrm>
            <a:off x="3917565" y="66471"/>
            <a:ext cx="320400" cy="320400"/>
          </a:xfrm>
          <a:prstGeom prst="ellipse">
            <a:avLst/>
          </a:prstGeom>
          <a:solidFill>
            <a:srgbClr val="A3BD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9" name="Ellipse 148">
            <a:extLst>
              <a:ext uri="{FF2B5EF4-FFF2-40B4-BE49-F238E27FC236}">
                <a16:creationId xmlns:a16="http://schemas.microsoft.com/office/drawing/2014/main" id="{1EE0ABEA-A310-17E0-A9AB-4C5AC9D2DDC0}"/>
              </a:ext>
            </a:extLst>
          </p:cNvPr>
          <p:cNvSpPr>
            <a:spLocks noChangeAspect="1"/>
          </p:cNvSpPr>
          <p:nvPr/>
        </p:nvSpPr>
        <p:spPr>
          <a:xfrm>
            <a:off x="4358945" y="129000"/>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0" name="Ellipse 149">
            <a:extLst>
              <a:ext uri="{FF2B5EF4-FFF2-40B4-BE49-F238E27FC236}">
                <a16:creationId xmlns:a16="http://schemas.microsoft.com/office/drawing/2014/main" id="{2B3438A6-3C93-A904-F9D8-835F84E34826}"/>
              </a:ext>
            </a:extLst>
          </p:cNvPr>
          <p:cNvSpPr>
            <a:spLocks noChangeAspect="1"/>
          </p:cNvSpPr>
          <p:nvPr/>
        </p:nvSpPr>
        <p:spPr>
          <a:xfrm>
            <a:off x="4749614" y="130860"/>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5" name="Ellipse 164">
            <a:extLst>
              <a:ext uri="{FF2B5EF4-FFF2-40B4-BE49-F238E27FC236}">
                <a16:creationId xmlns:a16="http://schemas.microsoft.com/office/drawing/2014/main" id="{DCA38241-1854-5001-2B83-1024D2F23C1C}"/>
              </a:ext>
            </a:extLst>
          </p:cNvPr>
          <p:cNvSpPr/>
          <p:nvPr/>
        </p:nvSpPr>
        <p:spPr>
          <a:xfrm>
            <a:off x="95884" y="519027"/>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6" name="Ellipse 165">
            <a:extLst>
              <a:ext uri="{FF2B5EF4-FFF2-40B4-BE49-F238E27FC236}">
                <a16:creationId xmlns:a16="http://schemas.microsoft.com/office/drawing/2014/main" id="{1087AAE6-691C-D4A8-E2E2-B80862FB1788}"/>
              </a:ext>
            </a:extLst>
          </p:cNvPr>
          <p:cNvSpPr>
            <a:spLocks noChangeAspect="1"/>
          </p:cNvSpPr>
          <p:nvPr/>
        </p:nvSpPr>
        <p:spPr>
          <a:xfrm>
            <a:off x="446048" y="474190"/>
            <a:ext cx="280800" cy="280800"/>
          </a:xfrm>
          <a:prstGeom prst="ellipse">
            <a:avLst/>
          </a:prstGeom>
          <a:solidFill>
            <a:srgbClr val="B1AD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7" name="Ellipse 166">
            <a:extLst>
              <a:ext uri="{FF2B5EF4-FFF2-40B4-BE49-F238E27FC236}">
                <a16:creationId xmlns:a16="http://schemas.microsoft.com/office/drawing/2014/main" id="{6548646E-BD0A-B448-018B-AB42B18E9923}"/>
              </a:ext>
            </a:extLst>
          </p:cNvPr>
          <p:cNvSpPr>
            <a:spLocks noChangeAspect="1"/>
          </p:cNvSpPr>
          <p:nvPr/>
        </p:nvSpPr>
        <p:spPr>
          <a:xfrm>
            <a:off x="813749" y="459627"/>
            <a:ext cx="320400" cy="32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8" name="Ellipse 167">
            <a:extLst>
              <a:ext uri="{FF2B5EF4-FFF2-40B4-BE49-F238E27FC236}">
                <a16:creationId xmlns:a16="http://schemas.microsoft.com/office/drawing/2014/main" id="{E1D094E8-1E54-059C-7E5B-336E3A323ACA}"/>
              </a:ext>
            </a:extLst>
          </p:cNvPr>
          <p:cNvSpPr>
            <a:spLocks noChangeAspect="1"/>
          </p:cNvSpPr>
          <p:nvPr/>
        </p:nvSpPr>
        <p:spPr>
          <a:xfrm>
            <a:off x="1201515" y="459627"/>
            <a:ext cx="320400" cy="32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9" name="Ellipse 168">
            <a:extLst>
              <a:ext uri="{FF2B5EF4-FFF2-40B4-BE49-F238E27FC236}">
                <a16:creationId xmlns:a16="http://schemas.microsoft.com/office/drawing/2014/main" id="{338FB19B-F4EC-9044-5BA9-9A653BF6CCC6}"/>
              </a:ext>
            </a:extLst>
          </p:cNvPr>
          <p:cNvSpPr>
            <a:spLocks noChangeAspect="1"/>
          </p:cNvSpPr>
          <p:nvPr/>
        </p:nvSpPr>
        <p:spPr>
          <a:xfrm>
            <a:off x="1586108" y="454887"/>
            <a:ext cx="320400" cy="32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0" name="Ellipse 169">
            <a:extLst>
              <a:ext uri="{FF2B5EF4-FFF2-40B4-BE49-F238E27FC236}">
                <a16:creationId xmlns:a16="http://schemas.microsoft.com/office/drawing/2014/main" id="{9B54B983-C93C-026B-58ED-A0958CA90073}"/>
              </a:ext>
            </a:extLst>
          </p:cNvPr>
          <p:cNvSpPr>
            <a:spLocks noChangeAspect="1"/>
          </p:cNvSpPr>
          <p:nvPr/>
        </p:nvSpPr>
        <p:spPr>
          <a:xfrm>
            <a:off x="1995562" y="474190"/>
            <a:ext cx="280800" cy="280800"/>
          </a:xfrm>
          <a:prstGeom prst="ellipse">
            <a:avLst/>
          </a:prstGeom>
          <a:solidFill>
            <a:srgbClr val="BEBA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1" name="Ellipse 170">
            <a:extLst>
              <a:ext uri="{FF2B5EF4-FFF2-40B4-BE49-F238E27FC236}">
                <a16:creationId xmlns:a16="http://schemas.microsoft.com/office/drawing/2014/main" id="{FEE26876-108A-50E2-2D73-8035D54A06FA}"/>
              </a:ext>
            </a:extLst>
          </p:cNvPr>
          <p:cNvSpPr>
            <a:spLocks noChangeAspect="1"/>
          </p:cNvSpPr>
          <p:nvPr/>
        </p:nvSpPr>
        <p:spPr>
          <a:xfrm>
            <a:off x="2400100" y="493177"/>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2" name="Ellipse 171">
            <a:extLst>
              <a:ext uri="{FF2B5EF4-FFF2-40B4-BE49-F238E27FC236}">
                <a16:creationId xmlns:a16="http://schemas.microsoft.com/office/drawing/2014/main" id="{A52D7C21-34C6-14B1-3083-C93E37DE3579}"/>
              </a:ext>
            </a:extLst>
          </p:cNvPr>
          <p:cNvSpPr>
            <a:spLocks noChangeAspect="1"/>
          </p:cNvSpPr>
          <p:nvPr/>
        </p:nvSpPr>
        <p:spPr>
          <a:xfrm>
            <a:off x="2799136" y="496845"/>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3" name="Ellipse 172">
            <a:extLst>
              <a:ext uri="{FF2B5EF4-FFF2-40B4-BE49-F238E27FC236}">
                <a16:creationId xmlns:a16="http://schemas.microsoft.com/office/drawing/2014/main" id="{39B866C8-1507-66C1-82A8-DB49C2DAA314}"/>
              </a:ext>
            </a:extLst>
          </p:cNvPr>
          <p:cNvSpPr>
            <a:spLocks noChangeAspect="1"/>
          </p:cNvSpPr>
          <p:nvPr/>
        </p:nvSpPr>
        <p:spPr>
          <a:xfrm>
            <a:off x="3166431" y="474087"/>
            <a:ext cx="280800" cy="280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4" name="Ellipse 173">
            <a:extLst>
              <a:ext uri="{FF2B5EF4-FFF2-40B4-BE49-F238E27FC236}">
                <a16:creationId xmlns:a16="http://schemas.microsoft.com/office/drawing/2014/main" id="{4839FB33-ACA4-2EE3-6F76-795398E07C38}"/>
              </a:ext>
            </a:extLst>
          </p:cNvPr>
          <p:cNvSpPr>
            <a:spLocks noChangeAspect="1"/>
          </p:cNvSpPr>
          <p:nvPr/>
        </p:nvSpPr>
        <p:spPr>
          <a:xfrm>
            <a:off x="3568824" y="440790"/>
            <a:ext cx="338400" cy="338400"/>
          </a:xfrm>
          <a:prstGeom prst="ellipse">
            <a:avLst/>
          </a:prstGeom>
          <a:solidFill>
            <a:srgbClr val="75A6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5" name="Ellipse 174">
            <a:extLst>
              <a:ext uri="{FF2B5EF4-FFF2-40B4-BE49-F238E27FC236}">
                <a16:creationId xmlns:a16="http://schemas.microsoft.com/office/drawing/2014/main" id="{9FDA58BF-29E6-9F49-0909-CD192E86F5E8}"/>
              </a:ext>
            </a:extLst>
          </p:cNvPr>
          <p:cNvSpPr>
            <a:spLocks noChangeAspect="1"/>
          </p:cNvSpPr>
          <p:nvPr/>
        </p:nvSpPr>
        <p:spPr>
          <a:xfrm>
            <a:off x="4025438" y="538245"/>
            <a:ext cx="158400" cy="158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6" name="Ellipse 175">
            <a:extLst>
              <a:ext uri="{FF2B5EF4-FFF2-40B4-BE49-F238E27FC236}">
                <a16:creationId xmlns:a16="http://schemas.microsoft.com/office/drawing/2014/main" id="{4EF98166-B14F-EEE3-1EC6-348E8C6BA73E}"/>
              </a:ext>
            </a:extLst>
          </p:cNvPr>
          <p:cNvSpPr>
            <a:spLocks noChangeAspect="1"/>
          </p:cNvSpPr>
          <p:nvPr/>
        </p:nvSpPr>
        <p:spPr>
          <a:xfrm>
            <a:off x="4358945" y="516645"/>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1" name="Ellipse 180">
            <a:extLst>
              <a:ext uri="{FF2B5EF4-FFF2-40B4-BE49-F238E27FC236}">
                <a16:creationId xmlns:a16="http://schemas.microsoft.com/office/drawing/2014/main" id="{1A30D3B6-4B28-80D7-1392-BD556CD9201D}"/>
              </a:ext>
            </a:extLst>
          </p:cNvPr>
          <p:cNvSpPr>
            <a:spLocks noChangeAspect="1"/>
          </p:cNvSpPr>
          <p:nvPr/>
        </p:nvSpPr>
        <p:spPr>
          <a:xfrm>
            <a:off x="145796" y="955118"/>
            <a:ext cx="100800" cy="100800"/>
          </a:xfrm>
          <a:prstGeom prst="ellipse">
            <a:avLst/>
          </a:prstGeom>
          <a:solidFill>
            <a:srgbClr val="72A5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2" name="Ellipse 181">
            <a:extLst>
              <a:ext uri="{FF2B5EF4-FFF2-40B4-BE49-F238E27FC236}">
                <a16:creationId xmlns:a16="http://schemas.microsoft.com/office/drawing/2014/main" id="{F013BF33-0017-45BC-FFCA-1597DE94251D}"/>
              </a:ext>
            </a:extLst>
          </p:cNvPr>
          <p:cNvSpPr>
            <a:spLocks noChangeAspect="1"/>
          </p:cNvSpPr>
          <p:nvPr/>
        </p:nvSpPr>
        <p:spPr>
          <a:xfrm>
            <a:off x="439179" y="859718"/>
            <a:ext cx="291600" cy="29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3" name="Ellipse 182">
            <a:extLst>
              <a:ext uri="{FF2B5EF4-FFF2-40B4-BE49-F238E27FC236}">
                <a16:creationId xmlns:a16="http://schemas.microsoft.com/office/drawing/2014/main" id="{510CD212-C9CC-4FD6-3E77-6DC45095FD01}"/>
              </a:ext>
            </a:extLst>
          </p:cNvPr>
          <p:cNvSpPr>
            <a:spLocks noChangeAspect="1"/>
          </p:cNvSpPr>
          <p:nvPr/>
        </p:nvSpPr>
        <p:spPr>
          <a:xfrm>
            <a:off x="872516" y="904718"/>
            <a:ext cx="201600" cy="201600"/>
          </a:xfrm>
          <a:prstGeom prst="ellipse">
            <a:avLst/>
          </a:prstGeom>
          <a:solidFill>
            <a:srgbClr val="A09D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4" name="Ellipse 183">
            <a:extLst>
              <a:ext uri="{FF2B5EF4-FFF2-40B4-BE49-F238E27FC236}">
                <a16:creationId xmlns:a16="http://schemas.microsoft.com/office/drawing/2014/main" id="{A5465FB3-514C-A526-268E-56AFE827626B}"/>
              </a:ext>
            </a:extLst>
          </p:cNvPr>
          <p:cNvSpPr>
            <a:spLocks noChangeAspect="1"/>
          </p:cNvSpPr>
          <p:nvPr/>
        </p:nvSpPr>
        <p:spPr>
          <a:xfrm>
            <a:off x="1201494" y="845828"/>
            <a:ext cx="320400" cy="3204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5" name="Ellipse 184">
            <a:extLst>
              <a:ext uri="{FF2B5EF4-FFF2-40B4-BE49-F238E27FC236}">
                <a16:creationId xmlns:a16="http://schemas.microsoft.com/office/drawing/2014/main" id="{74B03884-A844-441E-C409-D25DBA3E0C04}"/>
              </a:ext>
            </a:extLst>
          </p:cNvPr>
          <p:cNvSpPr>
            <a:spLocks noChangeAspect="1"/>
          </p:cNvSpPr>
          <p:nvPr/>
        </p:nvSpPr>
        <p:spPr>
          <a:xfrm>
            <a:off x="1635339" y="883479"/>
            <a:ext cx="241200" cy="2412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6" name="Ellipse 185">
            <a:extLst>
              <a:ext uri="{FF2B5EF4-FFF2-40B4-BE49-F238E27FC236}">
                <a16:creationId xmlns:a16="http://schemas.microsoft.com/office/drawing/2014/main" id="{C88E8F4F-9E93-5C99-5CCB-F89A5CFDE91B}"/>
              </a:ext>
            </a:extLst>
          </p:cNvPr>
          <p:cNvSpPr>
            <a:spLocks noChangeAspect="1"/>
          </p:cNvSpPr>
          <p:nvPr/>
        </p:nvSpPr>
        <p:spPr>
          <a:xfrm>
            <a:off x="2000251" y="866810"/>
            <a:ext cx="280800" cy="2808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7" name="Ellipse 186">
            <a:extLst>
              <a:ext uri="{FF2B5EF4-FFF2-40B4-BE49-F238E27FC236}">
                <a16:creationId xmlns:a16="http://schemas.microsoft.com/office/drawing/2014/main" id="{422A5EBB-F2D5-1F7B-ACF6-4210B87FD44B}"/>
              </a:ext>
            </a:extLst>
          </p:cNvPr>
          <p:cNvSpPr>
            <a:spLocks noChangeAspect="1"/>
          </p:cNvSpPr>
          <p:nvPr/>
        </p:nvSpPr>
        <p:spPr>
          <a:xfrm>
            <a:off x="2413845" y="883479"/>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8" name="Ellipse 187">
            <a:extLst>
              <a:ext uri="{FF2B5EF4-FFF2-40B4-BE49-F238E27FC236}">
                <a16:creationId xmlns:a16="http://schemas.microsoft.com/office/drawing/2014/main" id="{458E7A1F-4A7B-9314-64A5-45AFE21C9CE4}"/>
              </a:ext>
            </a:extLst>
          </p:cNvPr>
          <p:cNvSpPr>
            <a:spLocks noChangeAspect="1"/>
          </p:cNvSpPr>
          <p:nvPr/>
        </p:nvSpPr>
        <p:spPr>
          <a:xfrm>
            <a:off x="2798322" y="886800"/>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9" name="Ellipse 188">
            <a:extLst>
              <a:ext uri="{FF2B5EF4-FFF2-40B4-BE49-F238E27FC236}">
                <a16:creationId xmlns:a16="http://schemas.microsoft.com/office/drawing/2014/main" id="{3FA9C244-3BD7-E537-5A38-E57FA1144C4B}"/>
              </a:ext>
            </a:extLst>
          </p:cNvPr>
          <p:cNvSpPr>
            <a:spLocks noChangeAspect="1"/>
          </p:cNvSpPr>
          <p:nvPr/>
        </p:nvSpPr>
        <p:spPr>
          <a:xfrm>
            <a:off x="3184785" y="884918"/>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90" name="Ellipse 189">
            <a:extLst>
              <a:ext uri="{FF2B5EF4-FFF2-40B4-BE49-F238E27FC236}">
                <a16:creationId xmlns:a16="http://schemas.microsoft.com/office/drawing/2014/main" id="{D03B6BE1-5F41-ED2D-9AE7-D6AC4B4089B0}"/>
              </a:ext>
            </a:extLst>
          </p:cNvPr>
          <p:cNvSpPr>
            <a:spLocks noChangeAspect="1"/>
          </p:cNvSpPr>
          <p:nvPr/>
        </p:nvSpPr>
        <p:spPr>
          <a:xfrm>
            <a:off x="3569326" y="881560"/>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79" name="Grafik 78">
            <a:extLst>
              <a:ext uri="{FF2B5EF4-FFF2-40B4-BE49-F238E27FC236}">
                <a16:creationId xmlns:a16="http://schemas.microsoft.com/office/drawing/2014/main" id="{C843F432-5ADB-2112-9D6B-0ADD0E6F656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7" name="object 7">
            <a:extLst>
              <a:ext uri="{FF2B5EF4-FFF2-40B4-BE49-F238E27FC236}">
                <a16:creationId xmlns:a16="http://schemas.microsoft.com/office/drawing/2014/main" id="{6646F027-DF0C-2BF6-10BF-4E3B2A36C225}"/>
              </a:ext>
            </a:extLst>
          </p:cNvPr>
          <p:cNvSpPr/>
          <p:nvPr/>
        </p:nvSpPr>
        <p:spPr>
          <a:xfrm>
            <a:off x="167926" y="1744441"/>
            <a:ext cx="62865" cy="62865"/>
          </a:xfrm>
          <a:custGeom>
            <a:avLst/>
            <a:gdLst/>
            <a:ahLst/>
            <a:cxnLst/>
            <a:rect l="l" t="t" r="r" b="b"/>
            <a:pathLst>
              <a:path w="62864" h="62864">
                <a:moveTo>
                  <a:pt x="31318" y="62636"/>
                </a:moveTo>
                <a:lnTo>
                  <a:pt x="19127" y="60175"/>
                </a:lnTo>
                <a:lnTo>
                  <a:pt x="9172" y="53463"/>
                </a:lnTo>
                <a:lnTo>
                  <a:pt x="2461" y="43509"/>
                </a:lnTo>
                <a:lnTo>
                  <a:pt x="0" y="31318"/>
                </a:lnTo>
                <a:lnTo>
                  <a:pt x="2461" y="19127"/>
                </a:lnTo>
                <a:lnTo>
                  <a:pt x="9172" y="9172"/>
                </a:lnTo>
                <a:lnTo>
                  <a:pt x="19127" y="2461"/>
                </a:lnTo>
                <a:lnTo>
                  <a:pt x="31318" y="0"/>
                </a:lnTo>
                <a:lnTo>
                  <a:pt x="43509" y="2461"/>
                </a:lnTo>
                <a:lnTo>
                  <a:pt x="53463" y="9172"/>
                </a:lnTo>
                <a:lnTo>
                  <a:pt x="60175" y="19127"/>
                </a:lnTo>
                <a:lnTo>
                  <a:pt x="62636" y="31318"/>
                </a:lnTo>
                <a:lnTo>
                  <a:pt x="60175" y="43509"/>
                </a:lnTo>
                <a:lnTo>
                  <a:pt x="53463" y="53463"/>
                </a:lnTo>
                <a:lnTo>
                  <a:pt x="43509" y="60175"/>
                </a:lnTo>
                <a:lnTo>
                  <a:pt x="31318" y="62636"/>
                </a:lnTo>
                <a:close/>
              </a:path>
            </a:pathLst>
          </a:custGeom>
          <a:solidFill>
            <a:srgbClr val="C6C3B9">
              <a:alpha val="44999"/>
            </a:srgbClr>
          </a:solidFill>
        </p:spPr>
        <p:txBody>
          <a:bodyPr wrap="square" lIns="0" tIns="0" rIns="0" bIns="0" rtlCol="0"/>
          <a:lstStyle/>
          <a:p>
            <a:endParaRPr lang="en-GB" noProof="0" dirty="0"/>
          </a:p>
        </p:txBody>
      </p:sp>
      <p:sp>
        <p:nvSpPr>
          <p:cNvPr id="12" name="object 12">
            <a:extLst>
              <a:ext uri="{FF2B5EF4-FFF2-40B4-BE49-F238E27FC236}">
                <a16:creationId xmlns:a16="http://schemas.microsoft.com/office/drawing/2014/main" id="{8EEE3709-A25D-921A-3828-90F52297D971}"/>
              </a:ext>
            </a:extLst>
          </p:cNvPr>
          <p:cNvSpPr/>
          <p:nvPr/>
        </p:nvSpPr>
        <p:spPr>
          <a:xfrm>
            <a:off x="1343763"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alpha val="44999"/>
            </a:srgbClr>
          </a:solidFill>
        </p:spPr>
        <p:txBody>
          <a:bodyPr wrap="square" lIns="0" tIns="0" rIns="0" bIns="0" rtlCol="0"/>
          <a:lstStyle/>
          <a:p>
            <a:endParaRPr lang="en-GB" noProof="0" dirty="0"/>
          </a:p>
        </p:txBody>
      </p:sp>
      <p:sp>
        <p:nvSpPr>
          <p:cNvPr id="13" name="object 13">
            <a:extLst>
              <a:ext uri="{FF2B5EF4-FFF2-40B4-BE49-F238E27FC236}">
                <a16:creationId xmlns:a16="http://schemas.microsoft.com/office/drawing/2014/main" id="{34175527-7022-785E-AF17-8BF762292321}"/>
              </a:ext>
            </a:extLst>
          </p:cNvPr>
          <p:cNvSpPr/>
          <p:nvPr/>
        </p:nvSpPr>
        <p:spPr>
          <a:xfrm>
            <a:off x="1732058"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alpha val="44999"/>
            </a:srgbClr>
          </a:solidFill>
        </p:spPr>
        <p:txBody>
          <a:bodyPr wrap="square" lIns="0" tIns="0" rIns="0" bIns="0" rtlCol="0"/>
          <a:lstStyle/>
          <a:p>
            <a:endParaRPr lang="en-GB" noProof="0" dirty="0"/>
          </a:p>
        </p:txBody>
      </p:sp>
      <p:sp>
        <p:nvSpPr>
          <p:cNvPr id="47" name="object 47">
            <a:extLst>
              <a:ext uri="{FF2B5EF4-FFF2-40B4-BE49-F238E27FC236}">
                <a16:creationId xmlns:a16="http://schemas.microsoft.com/office/drawing/2014/main" id="{E0F7A844-A147-CD9E-573D-BF3E15A63FE4}"/>
              </a:ext>
            </a:extLst>
          </p:cNvPr>
          <p:cNvSpPr/>
          <p:nvPr/>
        </p:nvSpPr>
        <p:spPr>
          <a:xfrm>
            <a:off x="1343763"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alpha val="44999"/>
            </a:srgbClr>
          </a:solidFill>
        </p:spPr>
        <p:txBody>
          <a:bodyPr wrap="square" lIns="0" tIns="0" rIns="0" bIns="0" rtlCol="0"/>
          <a:lstStyle/>
          <a:p>
            <a:endParaRPr lang="en-GB" noProof="0" dirty="0"/>
          </a:p>
        </p:txBody>
      </p:sp>
      <p:grpSp>
        <p:nvGrpSpPr>
          <p:cNvPr id="48" name="object 48">
            <a:extLst>
              <a:ext uri="{FF2B5EF4-FFF2-40B4-BE49-F238E27FC236}">
                <a16:creationId xmlns:a16="http://schemas.microsoft.com/office/drawing/2014/main" id="{03333C9C-1874-51F4-D6C3-56AE416B697C}"/>
              </a:ext>
            </a:extLst>
          </p:cNvPr>
          <p:cNvGrpSpPr/>
          <p:nvPr/>
        </p:nvGrpSpPr>
        <p:grpSpPr>
          <a:xfrm>
            <a:off x="1732058" y="0"/>
            <a:ext cx="41275" cy="3810"/>
            <a:chOff x="1732058" y="0"/>
            <a:chExt cx="41275" cy="3810"/>
          </a:xfrm>
        </p:grpSpPr>
        <p:sp>
          <p:nvSpPr>
            <p:cNvPr id="49" name="object 49">
              <a:extLst>
                <a:ext uri="{FF2B5EF4-FFF2-40B4-BE49-F238E27FC236}">
                  <a16:creationId xmlns:a16="http://schemas.microsoft.com/office/drawing/2014/main" id="{1FB40EA5-A61D-2245-0B18-7D425F61C989}"/>
                </a:ext>
              </a:extLst>
            </p:cNvPr>
            <p:cNvSpPr/>
            <p:nvPr/>
          </p:nvSpPr>
          <p:spPr>
            <a:xfrm>
              <a:off x="1732058"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alpha val="44999"/>
              </a:srgbClr>
            </a:solidFill>
          </p:spPr>
          <p:txBody>
            <a:bodyPr wrap="square" lIns="0" tIns="0" rIns="0" bIns="0" rtlCol="0"/>
            <a:lstStyle/>
            <a:p>
              <a:endParaRPr lang="en-GB" noProof="0" dirty="0"/>
            </a:p>
          </p:txBody>
        </p:sp>
        <p:sp>
          <p:nvSpPr>
            <p:cNvPr id="50" name="object 50">
              <a:extLst>
                <a:ext uri="{FF2B5EF4-FFF2-40B4-BE49-F238E27FC236}">
                  <a16:creationId xmlns:a16="http://schemas.microsoft.com/office/drawing/2014/main" id="{2E74C585-BE4F-C6C2-23E4-093C7C2471D5}"/>
                </a:ext>
              </a:extLst>
            </p:cNvPr>
            <p:cNvSpPr/>
            <p:nvPr/>
          </p:nvSpPr>
          <p:spPr>
            <a:xfrm>
              <a:off x="1732058"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A6A594"/>
            </a:solidFill>
          </p:spPr>
          <p:txBody>
            <a:bodyPr wrap="square" lIns="0" tIns="0" rIns="0" bIns="0" rtlCol="0"/>
            <a:lstStyle/>
            <a:p>
              <a:endParaRPr lang="en-GB" noProof="0" dirty="0"/>
            </a:p>
          </p:txBody>
        </p:sp>
      </p:grpSp>
      <p:sp>
        <p:nvSpPr>
          <p:cNvPr id="51" name="object 51">
            <a:extLst>
              <a:ext uri="{FF2B5EF4-FFF2-40B4-BE49-F238E27FC236}">
                <a16:creationId xmlns:a16="http://schemas.microsoft.com/office/drawing/2014/main" id="{75189992-FFBD-7608-9C0F-6CD377AB18B6}"/>
              </a:ext>
            </a:extLst>
          </p:cNvPr>
          <p:cNvSpPr/>
          <p:nvPr/>
        </p:nvSpPr>
        <p:spPr>
          <a:xfrm>
            <a:off x="955470"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689888"/>
          </a:solidFill>
        </p:spPr>
        <p:txBody>
          <a:bodyPr wrap="square" lIns="0" tIns="0" rIns="0" bIns="0" rtlCol="0"/>
          <a:lstStyle/>
          <a:p>
            <a:endParaRPr lang="en-GB" noProof="0" dirty="0"/>
          </a:p>
        </p:txBody>
      </p:sp>
      <p:sp>
        <p:nvSpPr>
          <p:cNvPr id="52" name="object 52">
            <a:extLst>
              <a:ext uri="{FF2B5EF4-FFF2-40B4-BE49-F238E27FC236}">
                <a16:creationId xmlns:a16="http://schemas.microsoft.com/office/drawing/2014/main" id="{A67E2D20-509A-0CBC-6B38-3EEE21D65115}"/>
              </a:ext>
            </a:extLst>
          </p:cNvPr>
          <p:cNvSpPr/>
          <p:nvPr/>
        </p:nvSpPr>
        <p:spPr>
          <a:xfrm>
            <a:off x="567175"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solidFill>
        </p:spPr>
        <p:txBody>
          <a:bodyPr wrap="square" lIns="0" tIns="0" rIns="0" bIns="0" rtlCol="0"/>
          <a:lstStyle/>
          <a:p>
            <a:endParaRPr lang="en-GB" noProof="0" dirty="0"/>
          </a:p>
        </p:txBody>
      </p:sp>
      <p:sp>
        <p:nvSpPr>
          <p:cNvPr id="69" name="object 69">
            <a:extLst>
              <a:ext uri="{FF2B5EF4-FFF2-40B4-BE49-F238E27FC236}">
                <a16:creationId xmlns:a16="http://schemas.microsoft.com/office/drawing/2014/main" id="{986A9540-175C-BAE4-7840-40F764AC557C}"/>
              </a:ext>
            </a:extLst>
          </p:cNvPr>
          <p:cNvSpPr/>
          <p:nvPr/>
        </p:nvSpPr>
        <p:spPr>
          <a:xfrm>
            <a:off x="567175" y="0"/>
            <a:ext cx="41275" cy="3810"/>
          </a:xfrm>
          <a:custGeom>
            <a:avLst/>
            <a:gdLst/>
            <a:ahLst/>
            <a:cxnLst/>
            <a:rect l="l" t="t" r="r" b="b"/>
            <a:pathLst>
              <a:path w="41275" h="3810">
                <a:moveTo>
                  <a:pt x="20364" y="3284"/>
                </a:moveTo>
                <a:lnTo>
                  <a:pt x="0" y="0"/>
                </a:lnTo>
                <a:lnTo>
                  <a:pt x="40728" y="0"/>
                </a:lnTo>
                <a:lnTo>
                  <a:pt x="20364" y="3284"/>
                </a:lnTo>
                <a:close/>
              </a:path>
            </a:pathLst>
          </a:custGeom>
          <a:solidFill>
            <a:srgbClr val="C6C3B9"/>
          </a:solidFill>
        </p:spPr>
        <p:txBody>
          <a:bodyPr wrap="square" lIns="0" tIns="0" rIns="0" bIns="0" rtlCol="0"/>
          <a:lstStyle/>
          <a:p>
            <a:endParaRPr lang="en-GB" noProof="0" dirty="0"/>
          </a:p>
        </p:txBody>
      </p:sp>
      <p:sp>
        <p:nvSpPr>
          <p:cNvPr id="5" name="Tekstfelt 4">
            <a:extLst>
              <a:ext uri="{FF2B5EF4-FFF2-40B4-BE49-F238E27FC236}">
                <a16:creationId xmlns:a16="http://schemas.microsoft.com/office/drawing/2014/main" id="{DDCA02BC-2E94-4840-427D-70EECDB428CE}"/>
              </a:ext>
            </a:extLst>
          </p:cNvPr>
          <p:cNvSpPr txBox="1"/>
          <p:nvPr/>
        </p:nvSpPr>
        <p:spPr>
          <a:xfrm>
            <a:off x="5282119" y="327596"/>
            <a:ext cx="1543666" cy="461665"/>
          </a:xfrm>
          <a:prstGeom prst="rect">
            <a:avLst/>
          </a:prstGeom>
          <a:noFill/>
        </p:spPr>
        <p:txBody>
          <a:bodyPr wrap="square" rtlCol="0">
            <a:spAutoFit/>
          </a:bodyPr>
          <a:lstStyle/>
          <a:p>
            <a:r>
              <a:rPr lang="en-GB" sz="2400" b="1" noProof="0" dirty="0">
                <a:latin typeface="Garamond" panose="02020404030301010803" pitchFamily="18" charset="0"/>
              </a:rPr>
              <a:t>AGENDA</a:t>
            </a:r>
          </a:p>
        </p:txBody>
      </p:sp>
      <p:sp>
        <p:nvSpPr>
          <p:cNvPr id="3" name="Tekstfelt 2">
            <a:extLst>
              <a:ext uri="{FF2B5EF4-FFF2-40B4-BE49-F238E27FC236}">
                <a16:creationId xmlns:a16="http://schemas.microsoft.com/office/drawing/2014/main" id="{24C49DF5-58E2-0379-AB79-44C9477FA63F}"/>
              </a:ext>
            </a:extLst>
          </p:cNvPr>
          <p:cNvSpPr txBox="1"/>
          <p:nvPr/>
        </p:nvSpPr>
        <p:spPr>
          <a:xfrm>
            <a:off x="1663520" y="1489955"/>
            <a:ext cx="5877679" cy="2961708"/>
          </a:xfrm>
          <a:prstGeom prst="rect">
            <a:avLst/>
          </a:prstGeom>
          <a:noFill/>
        </p:spPr>
        <p:txBody>
          <a:bodyPr wrap="square">
            <a:spAutoFit/>
          </a:bodyPr>
          <a:lstStyle/>
          <a:p>
            <a:pPr marL="285750" indent="-285750" algn="l" rtl="0" fontAlgn="base">
              <a:lnSpc>
                <a:spcPct val="150000"/>
              </a:lnSpc>
              <a:buFont typeface="Arial" panose="020B0604020202020204" pitchFamily="34" charset="0"/>
              <a:buChar char="•"/>
            </a:pPr>
            <a:r>
              <a:rPr lang="en-GB" sz="1800" b="1" i="0" noProof="0" dirty="0">
                <a:solidFill>
                  <a:srgbClr val="000000"/>
                </a:solidFill>
                <a:effectLst/>
                <a:latin typeface="Garamond" panose="02020404030301010803" pitchFamily="18" charset="0"/>
              </a:rPr>
              <a:t>STEM Academy and the panel meeting</a:t>
            </a:r>
          </a:p>
          <a:p>
            <a:pPr marL="285750" indent="-285750" algn="l" rtl="0" fontAlgn="base">
              <a:lnSpc>
                <a:spcPct val="150000"/>
              </a:lnSpc>
              <a:buFont typeface="Arial" panose="020B0604020202020204" pitchFamily="34" charset="0"/>
              <a:buChar char="•"/>
            </a:pPr>
            <a:r>
              <a:rPr lang="en-GB" sz="1800" b="1" i="0" noProof="0" dirty="0">
                <a:solidFill>
                  <a:srgbClr val="000000"/>
                </a:solidFill>
                <a:effectLst/>
                <a:latin typeface="Garamond" panose="02020404030301010803" pitchFamily="18" charset="0"/>
              </a:rPr>
              <a:t>The structure of the course</a:t>
            </a:r>
          </a:p>
          <a:p>
            <a:pPr marL="285750" indent="-285750" algn="l" rtl="0" fontAlgn="base">
              <a:lnSpc>
                <a:spcPct val="150000"/>
              </a:lnSpc>
              <a:buFont typeface="Arial" panose="020B0604020202020204" pitchFamily="34" charset="0"/>
              <a:buChar char="•"/>
            </a:pPr>
            <a:r>
              <a:rPr lang="en-GB" sz="1800" b="1" i="0" noProof="0" dirty="0">
                <a:solidFill>
                  <a:srgbClr val="000000"/>
                </a:solidFill>
                <a:effectLst/>
                <a:latin typeface="Garamond" panose="02020404030301010803" pitchFamily="18" charset="0"/>
              </a:rPr>
              <a:t>Knowledge sharing from the high school teachers</a:t>
            </a:r>
          </a:p>
          <a:p>
            <a:pPr marL="285750" indent="-285750" algn="l" rtl="0" fontAlgn="base">
              <a:lnSpc>
                <a:spcPct val="150000"/>
              </a:lnSpc>
              <a:buFont typeface="Arial" panose="020B0604020202020204" pitchFamily="34" charset="0"/>
              <a:buChar char="•"/>
            </a:pPr>
            <a:r>
              <a:rPr lang="en-GB" sz="1800" b="1" i="0" noProof="0" dirty="0">
                <a:solidFill>
                  <a:srgbClr val="000000"/>
                </a:solidFill>
                <a:effectLst/>
                <a:latin typeface="Garamond" panose="02020404030301010803" pitchFamily="18" charset="0"/>
              </a:rPr>
              <a:t>Model for inquiry-based science education</a:t>
            </a:r>
          </a:p>
          <a:p>
            <a:pPr marL="285750" indent="-285750" algn="l" rtl="0" fontAlgn="base">
              <a:lnSpc>
                <a:spcPct val="150000"/>
              </a:lnSpc>
              <a:buFont typeface="Arial" panose="020B0604020202020204" pitchFamily="34" charset="0"/>
              <a:buChar char="•"/>
            </a:pPr>
            <a:r>
              <a:rPr lang="en-GB" b="1" noProof="0" dirty="0">
                <a:solidFill>
                  <a:schemeClr val="tx1"/>
                </a:solidFill>
                <a:latin typeface="Garamond" panose="02020404030301010803" pitchFamily="18" charset="0"/>
              </a:rPr>
              <a:t>Experience and learnings from previous courses</a:t>
            </a:r>
            <a:endParaRPr lang="en-GB" sz="1800" b="1" i="0" noProof="0" dirty="0">
              <a:solidFill>
                <a:schemeClr val="tx1"/>
              </a:solidFill>
              <a:effectLst/>
              <a:latin typeface="Garamond" panose="02020404030301010803" pitchFamily="18" charset="0"/>
            </a:endParaRPr>
          </a:p>
          <a:p>
            <a:pPr marL="285750" indent="-285750" algn="l" rtl="0" fontAlgn="base">
              <a:lnSpc>
                <a:spcPct val="150000"/>
              </a:lnSpc>
              <a:buFont typeface="Arial" panose="020B0604020202020204" pitchFamily="34" charset="0"/>
              <a:buChar char="•"/>
            </a:pPr>
            <a:r>
              <a:rPr lang="en-GB" sz="1800" b="1" i="0" noProof="0" dirty="0">
                <a:solidFill>
                  <a:srgbClr val="000000"/>
                </a:solidFill>
                <a:effectLst/>
                <a:latin typeface="Garamond" panose="02020404030301010803" pitchFamily="18" charset="0"/>
              </a:rPr>
              <a:t>Thoughts and inputs on the three subjects</a:t>
            </a:r>
          </a:p>
          <a:p>
            <a:pPr marL="285750" indent="-285750" algn="l" rtl="0" fontAlgn="base">
              <a:lnSpc>
                <a:spcPct val="150000"/>
              </a:lnSpc>
              <a:buFont typeface="Arial" panose="020B0604020202020204" pitchFamily="34" charset="0"/>
              <a:buChar char="•"/>
            </a:pPr>
            <a:r>
              <a:rPr lang="en-GB" b="1" noProof="0" dirty="0">
                <a:solidFill>
                  <a:srgbClr val="000000"/>
                </a:solidFill>
                <a:latin typeface="Garamond" panose="02020404030301010803" pitchFamily="18" charset="0"/>
              </a:rPr>
              <a:t>Tasks for the university lecturers</a:t>
            </a:r>
            <a:endParaRPr lang="en-GB" sz="1800" b="1" i="0" noProof="0" dirty="0">
              <a:solidFill>
                <a:srgbClr val="000000"/>
              </a:solidFill>
              <a:effectLst/>
              <a:latin typeface="Garamond" panose="02020404030301010803" pitchFamily="18" charset="0"/>
            </a:endParaRPr>
          </a:p>
        </p:txBody>
      </p:sp>
      <p:pic>
        <p:nvPicPr>
          <p:cNvPr id="6" name="Grafik 5" descr="Skriveplade afkrydset med massiv udfyldning">
            <a:extLst>
              <a:ext uri="{FF2B5EF4-FFF2-40B4-BE49-F238E27FC236}">
                <a16:creationId xmlns:a16="http://schemas.microsoft.com/office/drawing/2014/main" id="{EA19E426-1820-0068-084F-6A0C9AEAA97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018507" y="228734"/>
            <a:ext cx="1253787" cy="1253787"/>
          </a:xfrm>
          <a:prstGeom prst="rect">
            <a:avLst/>
          </a:prstGeom>
        </p:spPr>
      </p:pic>
      <p:pic>
        <p:nvPicPr>
          <p:cNvPr id="9" name="Grafik 8" descr="Kaffe med massiv udfyldning">
            <a:extLst>
              <a:ext uri="{FF2B5EF4-FFF2-40B4-BE49-F238E27FC236}">
                <a16:creationId xmlns:a16="http://schemas.microsoft.com/office/drawing/2014/main" id="{0767CA31-D366-4DE7-FB29-16815F7E8FE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5224" y="2712320"/>
            <a:ext cx="390344" cy="390344"/>
          </a:xfrm>
          <a:prstGeom prst="rect">
            <a:avLst/>
          </a:prstGeom>
        </p:spPr>
      </p:pic>
      <p:sp>
        <p:nvSpPr>
          <p:cNvPr id="10" name="Tekstfelt 9">
            <a:extLst>
              <a:ext uri="{FF2B5EF4-FFF2-40B4-BE49-F238E27FC236}">
                <a16:creationId xmlns:a16="http://schemas.microsoft.com/office/drawing/2014/main" id="{A66F8BDF-81FC-D075-494E-3379754FB403}"/>
              </a:ext>
            </a:extLst>
          </p:cNvPr>
          <p:cNvSpPr txBox="1"/>
          <p:nvPr/>
        </p:nvSpPr>
        <p:spPr>
          <a:xfrm>
            <a:off x="324668" y="3070999"/>
            <a:ext cx="1071455" cy="523220"/>
          </a:xfrm>
          <a:prstGeom prst="rect">
            <a:avLst/>
          </a:prstGeom>
          <a:noFill/>
        </p:spPr>
        <p:txBody>
          <a:bodyPr wrap="square" rtlCol="0">
            <a:spAutoFit/>
          </a:bodyPr>
          <a:lstStyle/>
          <a:p>
            <a:pPr algn="ctr"/>
            <a:r>
              <a:rPr lang="en-GB" sz="1400" b="1" noProof="0" dirty="0">
                <a:latin typeface="Garamond" panose="02020404030301010803" pitchFamily="18" charset="0"/>
              </a:rPr>
              <a:t>Breaks throughout</a:t>
            </a:r>
          </a:p>
        </p:txBody>
      </p:sp>
    </p:spTree>
    <p:extLst>
      <p:ext uri="{BB962C8B-B14F-4D97-AF65-F5344CB8AC3E}">
        <p14:creationId xmlns:p14="http://schemas.microsoft.com/office/powerpoint/2010/main" val="1425112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40D7B5A9-1793-2064-50D0-1F94B6191986}"/>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2" name="object 2"/>
          <p:cNvSpPr txBox="1">
            <a:spLocks noGrp="1"/>
          </p:cNvSpPr>
          <p:nvPr>
            <p:ph type="title"/>
          </p:nvPr>
        </p:nvSpPr>
        <p:spPr>
          <a:xfrm>
            <a:off x="3497688" y="1396183"/>
            <a:ext cx="3544570" cy="1490152"/>
          </a:xfrm>
          <a:prstGeom prst="rect">
            <a:avLst/>
          </a:prstGeom>
        </p:spPr>
        <p:txBody>
          <a:bodyPr vert="horz" wrap="square" lIns="0" tIns="12700" rIns="0" bIns="0" rtlCol="0">
            <a:spAutoFit/>
          </a:bodyPr>
          <a:lstStyle/>
          <a:p>
            <a:pPr marL="12700" algn="ctr">
              <a:lnSpc>
                <a:spcPct val="100000"/>
              </a:lnSpc>
              <a:spcBef>
                <a:spcPts val="100"/>
              </a:spcBef>
            </a:pPr>
            <a:r>
              <a:rPr lang="en-GB" spc="-55" noProof="0" dirty="0"/>
              <a:t>WHO ARE WE?</a:t>
            </a:r>
          </a:p>
        </p:txBody>
      </p:sp>
      <p:pic>
        <p:nvPicPr>
          <p:cNvPr id="10" name="Grafik 9">
            <a:extLst>
              <a:ext uri="{FF2B5EF4-FFF2-40B4-BE49-F238E27FC236}">
                <a16:creationId xmlns:a16="http://schemas.microsoft.com/office/drawing/2014/main" id="{B1B10983-8585-224F-B016-A104993C27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pic>
        <p:nvPicPr>
          <p:cNvPr id="4" name="Grafik 3" descr="Medarbejderskilt med massiv udfyldning">
            <a:extLst>
              <a:ext uri="{FF2B5EF4-FFF2-40B4-BE49-F238E27FC236}">
                <a16:creationId xmlns:a16="http://schemas.microsoft.com/office/drawing/2014/main" id="{F83CF3E3-C713-FC93-12D3-62CD811CE8F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rot="21013952">
            <a:off x="580112" y="986509"/>
            <a:ext cx="2479527" cy="2479527"/>
          </a:xfrm>
          <a:prstGeom prst="rect">
            <a:avLst/>
          </a:prstGeom>
        </p:spPr>
      </p:pic>
      <p:pic>
        <p:nvPicPr>
          <p:cNvPr id="6" name="Grafik 5" descr="Bærbar computer med massiv udfyldning">
            <a:extLst>
              <a:ext uri="{FF2B5EF4-FFF2-40B4-BE49-F238E27FC236}">
                <a16:creationId xmlns:a16="http://schemas.microsoft.com/office/drawing/2014/main" id="{38D56F72-D863-E523-E606-9BC1FC8F170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37152" y="3465467"/>
            <a:ext cx="914400" cy="914400"/>
          </a:xfrm>
          <a:prstGeom prst="rect">
            <a:avLst/>
          </a:prstGeom>
        </p:spPr>
      </p:pic>
      <p:pic>
        <p:nvPicPr>
          <p:cNvPr id="8" name="Grafik 7" descr="Kvindelig profil med massiv udfyldning">
            <a:extLst>
              <a:ext uri="{FF2B5EF4-FFF2-40B4-BE49-F238E27FC236}">
                <a16:creationId xmlns:a16="http://schemas.microsoft.com/office/drawing/2014/main" id="{ED0FE752-24D4-72A9-FDAC-7242EAA7364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28983" y="3720830"/>
            <a:ext cx="324644" cy="32464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2789A078-33F5-43C0-82E5-0CFFE00FEF68}"/>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p:cNvSpPr txBox="1">
            <a:spLocks noGrp="1"/>
          </p:cNvSpPr>
          <p:nvPr>
            <p:ph type="title"/>
          </p:nvPr>
        </p:nvSpPr>
        <p:spPr>
          <a:xfrm>
            <a:off x="1723431" y="1795018"/>
            <a:ext cx="5617155" cy="751488"/>
          </a:xfrm>
          <a:prstGeom prst="rect">
            <a:avLst/>
          </a:prstGeom>
        </p:spPr>
        <p:txBody>
          <a:bodyPr vert="horz" wrap="square" lIns="0" tIns="12700" rIns="0" bIns="0" rtlCol="0">
            <a:spAutoFit/>
          </a:bodyPr>
          <a:lstStyle/>
          <a:p>
            <a:pPr marL="12700">
              <a:lnSpc>
                <a:spcPct val="100000"/>
              </a:lnSpc>
              <a:spcBef>
                <a:spcPts val="100"/>
              </a:spcBef>
            </a:pPr>
            <a:r>
              <a:rPr lang="en-GB" spc="-55" noProof="0" dirty="0"/>
              <a:t>STEM ACADEMY </a:t>
            </a:r>
          </a:p>
        </p:txBody>
      </p:sp>
      <p:pic>
        <p:nvPicPr>
          <p:cNvPr id="9" name="Grafik 8">
            <a:extLst>
              <a:ext uri="{FF2B5EF4-FFF2-40B4-BE49-F238E27FC236}">
                <a16:creationId xmlns:a16="http://schemas.microsoft.com/office/drawing/2014/main" id="{7BFFB63F-D4B3-FF97-54C7-8832E1B5D3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AE7122C-00EA-EE1A-0AB0-DFF7C4CBF94E}"/>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D2CC3EE1-48E9-1278-3074-B768FC3D506C}"/>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0" name="Grafik 9">
            <a:extLst>
              <a:ext uri="{FF2B5EF4-FFF2-40B4-BE49-F238E27FC236}">
                <a16:creationId xmlns:a16="http://schemas.microsoft.com/office/drawing/2014/main" id="{A0B3A5AE-209F-BCB1-572D-810384B0E2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2" name="Rektangel 1">
            <a:extLst>
              <a:ext uri="{FF2B5EF4-FFF2-40B4-BE49-F238E27FC236}">
                <a16:creationId xmlns:a16="http://schemas.microsoft.com/office/drawing/2014/main" id="{696357BD-B2AC-42F2-7AA2-9B26EC309745}"/>
              </a:ext>
            </a:extLst>
          </p:cNvPr>
          <p:cNvSpPr/>
          <p:nvPr/>
        </p:nvSpPr>
        <p:spPr>
          <a:xfrm>
            <a:off x="-34047" y="0"/>
            <a:ext cx="4352047" cy="4864100"/>
          </a:xfrm>
          <a:prstGeom prst="rect">
            <a:avLst/>
          </a:prstGeom>
          <a:solidFill>
            <a:srgbClr val="EDE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 name="Tekstfelt 4">
            <a:extLst>
              <a:ext uri="{FF2B5EF4-FFF2-40B4-BE49-F238E27FC236}">
                <a16:creationId xmlns:a16="http://schemas.microsoft.com/office/drawing/2014/main" id="{5818A1F8-0896-D1BC-9808-A7835ECD5122}"/>
              </a:ext>
            </a:extLst>
          </p:cNvPr>
          <p:cNvSpPr txBox="1"/>
          <p:nvPr/>
        </p:nvSpPr>
        <p:spPr>
          <a:xfrm>
            <a:off x="169018" y="830202"/>
            <a:ext cx="3760957" cy="4031873"/>
          </a:xfrm>
          <a:prstGeom prst="rect">
            <a:avLst/>
          </a:prstGeom>
          <a:noFill/>
        </p:spPr>
        <p:txBody>
          <a:bodyPr wrap="square">
            <a:spAutoFit/>
          </a:bodyPr>
          <a:lstStyle/>
          <a:p>
            <a:pPr marL="342900" lvl="0" indent="-342900" fontAlgn="base">
              <a:buSzPts val="1000"/>
              <a:buFont typeface="Symbol" panose="05050102010706020507" pitchFamily="18" charset="2"/>
              <a:buChar char=""/>
              <a:tabLst>
                <a:tab pos="457200" algn="l"/>
              </a:tabLst>
            </a:pPr>
            <a:r>
              <a:rPr lang="en-GB" sz="1600" noProof="0" dirty="0">
                <a:solidFill>
                  <a:schemeClr val="tx1"/>
                </a:solidFill>
                <a:latin typeface="Garamond" panose="02020404030301010803" pitchFamily="18" charset="0"/>
                <a:ea typeface="Times New Roman" panose="02020603050405020304" pitchFamily="18" charset="0"/>
              </a:rPr>
              <a:t>Continuing Education </a:t>
            </a:r>
            <a:r>
              <a:rPr lang="en-GB" sz="1600" noProof="0" dirty="0">
                <a:solidFill>
                  <a:schemeClr val="tx1"/>
                </a:solidFill>
                <a:effectLst/>
                <a:latin typeface="Garamond" panose="02020404030301010803" pitchFamily="18" charset="0"/>
                <a:ea typeface="Times New Roman" panose="02020603050405020304" pitchFamily="18" charset="0"/>
              </a:rPr>
              <a:t>for high school teachers in the STEM-subjects </a:t>
            </a:r>
            <a:br>
              <a:rPr lang="en-GB" sz="1600" noProof="0" dirty="0">
                <a:solidFill>
                  <a:schemeClr val="tx1"/>
                </a:solidFill>
                <a:effectLst/>
                <a:latin typeface="Garamond" panose="02020404030301010803" pitchFamily="18" charset="0"/>
                <a:ea typeface="Times New Roman" panose="02020603050405020304" pitchFamily="18" charset="0"/>
              </a:rPr>
            </a:br>
            <a:endParaRPr lang="en-GB" sz="1600" noProof="0" dirty="0">
              <a:solidFill>
                <a:schemeClr val="tx1"/>
              </a:solidFill>
              <a:effectLst/>
              <a:latin typeface="Garamond" panose="02020404030301010803" pitchFamily="18" charset="0"/>
              <a:ea typeface="Calibri" panose="020F0502020204030204" pitchFamily="34" charset="0"/>
            </a:endParaRPr>
          </a:p>
          <a:p>
            <a:pPr marL="342900" indent="-342900">
              <a:spcBef>
                <a:spcPct val="0"/>
              </a:spcBef>
              <a:buFont typeface="Arial" panose="020B0604020202020204" pitchFamily="34" charset="0"/>
              <a:buChar char="•"/>
            </a:pPr>
            <a:r>
              <a:rPr lang="en-GB" sz="1600" dirty="0">
                <a:solidFill>
                  <a:schemeClr val="tx1"/>
                </a:solidFill>
                <a:latin typeface="Garamond" panose="02020404030301010803" pitchFamily="18" charset="0"/>
                <a:ea typeface="Calibri" panose="020F0502020204030204" pitchFamily="34" charset="0"/>
              </a:rPr>
              <a:t>Provides access to current research-based knowledge to benefit high school teachers teaching</a:t>
            </a:r>
            <a:endParaRPr lang="en-GB" sz="1600" noProof="0" dirty="0">
              <a:solidFill>
                <a:schemeClr val="tx1"/>
              </a:solidFill>
              <a:effectLst/>
              <a:latin typeface="Garamond" panose="02020404030301010803" pitchFamily="18" charset="0"/>
              <a:ea typeface="Calibri" panose="020F0502020204030204" pitchFamily="34" charset="0"/>
            </a:endParaRP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endParaRPr lang="en-GB" sz="1600" b="0" noProof="0" dirty="0">
              <a:solidFill>
                <a:schemeClr val="tx1"/>
              </a:solidFill>
              <a:latin typeface="Garamond" panose="02020404030301010803" pitchFamily="18" charset="0"/>
            </a:endParaRP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600" b="0" noProof="0" dirty="0">
                <a:solidFill>
                  <a:schemeClr val="tx1"/>
                </a:solidFill>
                <a:latin typeface="Garamond" panose="02020404030301010803" pitchFamily="18" charset="0"/>
              </a:rPr>
              <a:t>The University of Copenhagen creates and evolves the further education course working closely with high school teacher and more.  </a:t>
            </a: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endParaRPr lang="en-GB" sz="1600" b="0" noProof="0" dirty="0">
              <a:solidFill>
                <a:schemeClr val="tx1"/>
              </a:solidFill>
              <a:latin typeface="Garamond" panose="02020404030301010803" pitchFamily="18" charset="0"/>
            </a:endParaRP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600" noProof="0" dirty="0">
                <a:solidFill>
                  <a:schemeClr val="tx1"/>
                </a:solidFill>
                <a:latin typeface="Garamond" panose="02020404030301010803" pitchFamily="18" charset="0"/>
              </a:rPr>
              <a:t>Supported by the Novo Nordisk </a:t>
            </a:r>
            <a:r>
              <a:rPr lang="en-GB" sz="1600" noProof="0" dirty="0" err="1">
                <a:solidFill>
                  <a:schemeClr val="tx1"/>
                </a:solidFill>
                <a:latin typeface="Garamond" panose="02020404030301010803" pitchFamily="18" charset="0"/>
              </a:rPr>
              <a:t>Fundation</a:t>
            </a:r>
            <a:br>
              <a:rPr lang="en-GB" sz="1600" noProof="0" dirty="0">
                <a:solidFill>
                  <a:schemeClr val="tx1"/>
                </a:solidFill>
                <a:latin typeface="Garamond" panose="02020404030301010803" pitchFamily="18" charset="0"/>
              </a:rPr>
            </a:br>
            <a:endParaRPr lang="en-GB" sz="1600" noProof="0" dirty="0">
              <a:solidFill>
                <a:schemeClr val="tx1"/>
              </a:solidFill>
              <a:latin typeface="Garamond" panose="02020404030301010803" pitchFamily="18" charset="0"/>
            </a:endParaRPr>
          </a:p>
          <a:p>
            <a:pPr marL="342900" marR="0" indent="-34290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600" b="0" noProof="0" dirty="0">
                <a:solidFill>
                  <a:schemeClr val="tx1"/>
                </a:solidFill>
                <a:latin typeface="Garamond" panose="02020404030301010803" pitchFamily="18" charset="0"/>
              </a:rPr>
              <a:t>From 2024-2027</a:t>
            </a:r>
          </a:p>
        </p:txBody>
      </p:sp>
      <p:sp>
        <p:nvSpPr>
          <p:cNvPr id="6" name="Tekstfelt 5">
            <a:extLst>
              <a:ext uri="{FF2B5EF4-FFF2-40B4-BE49-F238E27FC236}">
                <a16:creationId xmlns:a16="http://schemas.microsoft.com/office/drawing/2014/main" id="{DD9FE612-9D90-478B-D0C8-B188B6DBF4AC}"/>
              </a:ext>
            </a:extLst>
          </p:cNvPr>
          <p:cNvSpPr txBox="1"/>
          <p:nvPr/>
        </p:nvSpPr>
        <p:spPr>
          <a:xfrm>
            <a:off x="301557" y="296694"/>
            <a:ext cx="3511686" cy="369332"/>
          </a:xfrm>
          <a:prstGeom prst="rect">
            <a:avLst/>
          </a:prstGeom>
          <a:noFill/>
        </p:spPr>
        <p:txBody>
          <a:bodyPr wrap="square" rtlCol="0">
            <a:spAutoFit/>
          </a:bodyPr>
          <a:lstStyle/>
          <a:p>
            <a:r>
              <a:rPr lang="en-GB" b="1" noProof="0" dirty="0">
                <a:latin typeface="Garamond" panose="02020404030301010803" pitchFamily="18" charset="0"/>
              </a:rPr>
              <a:t>PROJECT STEM ACADEMY</a:t>
            </a:r>
          </a:p>
        </p:txBody>
      </p:sp>
      <p:graphicFrame>
        <p:nvGraphicFramePr>
          <p:cNvPr id="8" name="Diagram 7">
            <a:extLst>
              <a:ext uri="{FF2B5EF4-FFF2-40B4-BE49-F238E27FC236}">
                <a16:creationId xmlns:a16="http://schemas.microsoft.com/office/drawing/2014/main" id="{094C0EF2-E3A7-3849-8C19-EF294DB5C2A5}"/>
              </a:ext>
            </a:extLst>
          </p:cNvPr>
          <p:cNvGraphicFramePr/>
          <p:nvPr>
            <p:extLst>
              <p:ext uri="{D42A27DB-BD31-4B8C-83A1-F6EECF244321}">
                <p14:modId xmlns:p14="http://schemas.microsoft.com/office/powerpoint/2010/main" val="2753729456"/>
              </p:ext>
            </p:extLst>
          </p:nvPr>
        </p:nvGraphicFramePr>
        <p:xfrm>
          <a:off x="3813243" y="481360"/>
          <a:ext cx="5247888" cy="349859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9" name="Tekstfelt 8">
            <a:extLst>
              <a:ext uri="{FF2B5EF4-FFF2-40B4-BE49-F238E27FC236}">
                <a16:creationId xmlns:a16="http://schemas.microsoft.com/office/drawing/2014/main" id="{FA19B102-1FE1-E726-A582-AC84189A41F6}"/>
              </a:ext>
            </a:extLst>
          </p:cNvPr>
          <p:cNvSpPr txBox="1"/>
          <p:nvPr/>
        </p:nvSpPr>
        <p:spPr>
          <a:xfrm>
            <a:off x="4435969" y="296599"/>
            <a:ext cx="3511686" cy="369332"/>
          </a:xfrm>
          <a:prstGeom prst="rect">
            <a:avLst/>
          </a:prstGeom>
          <a:noFill/>
        </p:spPr>
        <p:txBody>
          <a:bodyPr wrap="square" rtlCol="0">
            <a:spAutoFit/>
          </a:bodyPr>
          <a:lstStyle/>
          <a:p>
            <a:r>
              <a:rPr lang="en-GB" b="1" noProof="0" dirty="0">
                <a:latin typeface="Garamond" panose="02020404030301010803" pitchFamily="18" charset="0"/>
              </a:rPr>
              <a:t>6 FAG</a:t>
            </a:r>
          </a:p>
        </p:txBody>
      </p:sp>
      <p:pic>
        <p:nvPicPr>
          <p:cNvPr id="11" name="Grafik 10" descr="Trigonometri med massiv udfyldning">
            <a:extLst>
              <a:ext uri="{FF2B5EF4-FFF2-40B4-BE49-F238E27FC236}">
                <a16:creationId xmlns:a16="http://schemas.microsoft.com/office/drawing/2014/main" id="{E7A5E315-EADC-6A03-3D52-450ADB12462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22574" y="590164"/>
            <a:ext cx="557128" cy="557128"/>
          </a:xfrm>
          <a:prstGeom prst="rect">
            <a:avLst/>
          </a:prstGeom>
        </p:spPr>
      </p:pic>
      <p:pic>
        <p:nvPicPr>
          <p:cNvPr id="12" name="Grafik 11" descr="Krus med massiv udfyldning">
            <a:extLst>
              <a:ext uri="{FF2B5EF4-FFF2-40B4-BE49-F238E27FC236}">
                <a16:creationId xmlns:a16="http://schemas.microsoft.com/office/drawing/2014/main" id="{FCB78FE3-5A9F-5C9F-CD88-4646FD614CA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291226" y="1210442"/>
            <a:ext cx="565948" cy="565948"/>
          </a:xfrm>
          <a:prstGeom prst="rect">
            <a:avLst/>
          </a:prstGeom>
        </p:spPr>
      </p:pic>
      <p:pic>
        <p:nvPicPr>
          <p:cNvPr id="13" name="Grafik 12" descr="Newtons vugge med massiv udfyldning">
            <a:extLst>
              <a:ext uri="{FF2B5EF4-FFF2-40B4-BE49-F238E27FC236}">
                <a16:creationId xmlns:a16="http://schemas.microsoft.com/office/drawing/2014/main" id="{AADE0181-1754-A391-1383-652D9B4FA07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351657" y="2603934"/>
            <a:ext cx="565948" cy="565948"/>
          </a:xfrm>
          <a:prstGeom prst="rect">
            <a:avLst/>
          </a:prstGeom>
        </p:spPr>
      </p:pic>
      <p:pic>
        <p:nvPicPr>
          <p:cNvPr id="17" name="Grafik 16" descr="Vandpolo med massiv udfyldning">
            <a:extLst>
              <a:ext uri="{FF2B5EF4-FFF2-40B4-BE49-F238E27FC236}">
                <a16:creationId xmlns:a16="http://schemas.microsoft.com/office/drawing/2014/main" id="{1AA45944-8D8F-BF8E-A592-D56FD08B41F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129123" y="3225011"/>
            <a:ext cx="650579" cy="650579"/>
          </a:xfrm>
          <a:prstGeom prst="rect">
            <a:avLst/>
          </a:prstGeom>
        </p:spPr>
      </p:pic>
      <p:pic>
        <p:nvPicPr>
          <p:cNvPr id="18" name="Grafik 17" descr="Cloud Computing med massiv udfyldning">
            <a:extLst>
              <a:ext uri="{FF2B5EF4-FFF2-40B4-BE49-F238E27FC236}">
                <a16:creationId xmlns:a16="http://schemas.microsoft.com/office/drawing/2014/main" id="{EAE69B1E-1F5A-F8D8-10FF-E56DCF08A6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995633" y="2599917"/>
            <a:ext cx="565949" cy="565949"/>
          </a:xfrm>
          <a:prstGeom prst="rect">
            <a:avLst/>
          </a:prstGeom>
        </p:spPr>
      </p:pic>
      <p:pic>
        <p:nvPicPr>
          <p:cNvPr id="19" name="Grafik 18" descr="Bæredygtighed med massiv udfyldning">
            <a:extLst>
              <a:ext uri="{FF2B5EF4-FFF2-40B4-BE49-F238E27FC236}">
                <a16:creationId xmlns:a16="http://schemas.microsoft.com/office/drawing/2014/main" id="{69D93E15-19F4-E8FC-2B7A-D1E26CC8D3E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060854" y="1311302"/>
            <a:ext cx="474529" cy="474529"/>
          </a:xfrm>
          <a:prstGeom prst="rect">
            <a:avLst/>
          </a:prstGeom>
        </p:spPr>
      </p:pic>
    </p:spTree>
    <p:extLst>
      <p:ext uri="{BB962C8B-B14F-4D97-AF65-F5344CB8AC3E}">
        <p14:creationId xmlns:p14="http://schemas.microsoft.com/office/powerpoint/2010/main" val="35924526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object 2">
            <a:extLst>
              <a:ext uri="{FF2B5EF4-FFF2-40B4-BE49-F238E27FC236}">
                <a16:creationId xmlns:a16="http://schemas.microsoft.com/office/drawing/2014/main" id="{A9685CAF-5ABE-444B-6EE1-0E00196666FC}"/>
              </a:ext>
            </a:extLst>
          </p:cNvPr>
          <p:cNvSpPr/>
          <p:nvPr/>
        </p:nvSpPr>
        <p:spPr>
          <a:xfrm>
            <a:off x="2657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107" name="Ellipse 106">
            <a:extLst>
              <a:ext uri="{FF2B5EF4-FFF2-40B4-BE49-F238E27FC236}">
                <a16:creationId xmlns:a16="http://schemas.microsoft.com/office/drawing/2014/main" id="{8003A46B-8240-55E8-2578-0348E6D90ECE}"/>
              </a:ext>
            </a:extLst>
          </p:cNvPr>
          <p:cNvSpPr>
            <a:spLocks noChangeAspect="1"/>
          </p:cNvSpPr>
          <p:nvPr/>
        </p:nvSpPr>
        <p:spPr>
          <a:xfrm>
            <a:off x="138169" y="2877729"/>
            <a:ext cx="64800" cy="6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09" name="Ellipse 108">
            <a:extLst>
              <a:ext uri="{FF2B5EF4-FFF2-40B4-BE49-F238E27FC236}">
                <a16:creationId xmlns:a16="http://schemas.microsoft.com/office/drawing/2014/main" id="{9424584E-BDE4-8FAF-D0ED-EEECB6CFE645}"/>
              </a:ext>
            </a:extLst>
          </p:cNvPr>
          <p:cNvSpPr>
            <a:spLocks noChangeAspect="1"/>
          </p:cNvSpPr>
          <p:nvPr/>
        </p:nvSpPr>
        <p:spPr>
          <a:xfrm>
            <a:off x="68821" y="2428407"/>
            <a:ext cx="198000" cy="198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0" name="Ellipse 109">
            <a:extLst>
              <a:ext uri="{FF2B5EF4-FFF2-40B4-BE49-F238E27FC236}">
                <a16:creationId xmlns:a16="http://schemas.microsoft.com/office/drawing/2014/main" id="{A2585E1E-D2E5-5D46-BC6B-67F72AF2F332}"/>
              </a:ext>
            </a:extLst>
          </p:cNvPr>
          <p:cNvSpPr>
            <a:spLocks noChangeAspect="1"/>
          </p:cNvSpPr>
          <p:nvPr/>
        </p:nvSpPr>
        <p:spPr>
          <a:xfrm>
            <a:off x="508907" y="2475608"/>
            <a:ext cx="108000" cy="108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2" name="Ellipse 111">
            <a:extLst>
              <a:ext uri="{FF2B5EF4-FFF2-40B4-BE49-F238E27FC236}">
                <a16:creationId xmlns:a16="http://schemas.microsoft.com/office/drawing/2014/main" id="{4EC0692D-E382-4B0B-33D3-91A5D415290D}"/>
              </a:ext>
            </a:extLst>
          </p:cNvPr>
          <p:cNvSpPr>
            <a:spLocks noChangeAspect="1"/>
          </p:cNvSpPr>
          <p:nvPr/>
        </p:nvSpPr>
        <p:spPr>
          <a:xfrm>
            <a:off x="906992" y="2492949"/>
            <a:ext cx="64800" cy="6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4" name="Ellipse 113">
            <a:extLst>
              <a:ext uri="{FF2B5EF4-FFF2-40B4-BE49-F238E27FC236}">
                <a16:creationId xmlns:a16="http://schemas.microsoft.com/office/drawing/2014/main" id="{69F171C4-F777-66FE-91FD-4BF56B211B07}"/>
              </a:ext>
            </a:extLst>
          </p:cNvPr>
          <p:cNvSpPr>
            <a:spLocks noChangeAspect="1"/>
          </p:cNvSpPr>
          <p:nvPr/>
        </p:nvSpPr>
        <p:spPr>
          <a:xfrm>
            <a:off x="140225" y="2101133"/>
            <a:ext cx="57600" cy="57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5" name="Ellipse 114">
            <a:extLst>
              <a:ext uri="{FF2B5EF4-FFF2-40B4-BE49-F238E27FC236}">
                <a16:creationId xmlns:a16="http://schemas.microsoft.com/office/drawing/2014/main" id="{E7F139A4-B6BE-D295-B159-0B872505A75A}"/>
              </a:ext>
            </a:extLst>
          </p:cNvPr>
          <p:cNvSpPr>
            <a:spLocks noChangeAspect="1"/>
          </p:cNvSpPr>
          <p:nvPr/>
        </p:nvSpPr>
        <p:spPr>
          <a:xfrm>
            <a:off x="530507" y="2096726"/>
            <a:ext cx="64800" cy="648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6" name="Ellipse 115">
            <a:extLst>
              <a:ext uri="{FF2B5EF4-FFF2-40B4-BE49-F238E27FC236}">
                <a16:creationId xmlns:a16="http://schemas.microsoft.com/office/drawing/2014/main" id="{0013CBE3-C76D-58C2-2D69-BC79AE3C0498}"/>
              </a:ext>
            </a:extLst>
          </p:cNvPr>
          <p:cNvSpPr>
            <a:spLocks noChangeAspect="1"/>
          </p:cNvSpPr>
          <p:nvPr/>
        </p:nvSpPr>
        <p:spPr>
          <a:xfrm>
            <a:off x="879330" y="2059170"/>
            <a:ext cx="144000" cy="1440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7" name="Ellipse 116">
            <a:extLst>
              <a:ext uri="{FF2B5EF4-FFF2-40B4-BE49-F238E27FC236}">
                <a16:creationId xmlns:a16="http://schemas.microsoft.com/office/drawing/2014/main" id="{24E33761-C570-8E9C-CFEE-D46D7E50C5A4}"/>
              </a:ext>
            </a:extLst>
          </p:cNvPr>
          <p:cNvSpPr>
            <a:spLocks noChangeAspect="1"/>
          </p:cNvSpPr>
          <p:nvPr/>
        </p:nvSpPr>
        <p:spPr>
          <a:xfrm>
            <a:off x="1260417" y="2051726"/>
            <a:ext cx="154800" cy="15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8" name="Ellipse 117">
            <a:extLst>
              <a:ext uri="{FF2B5EF4-FFF2-40B4-BE49-F238E27FC236}">
                <a16:creationId xmlns:a16="http://schemas.microsoft.com/office/drawing/2014/main" id="{12AEC043-7752-698D-AAFE-477EFCF286D1}"/>
              </a:ext>
            </a:extLst>
          </p:cNvPr>
          <p:cNvSpPr>
            <a:spLocks noChangeAspect="1"/>
          </p:cNvSpPr>
          <p:nvPr/>
        </p:nvSpPr>
        <p:spPr>
          <a:xfrm>
            <a:off x="1610902" y="2020778"/>
            <a:ext cx="219600" cy="219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19" name="Ellipse 118">
            <a:extLst>
              <a:ext uri="{FF2B5EF4-FFF2-40B4-BE49-F238E27FC236}">
                <a16:creationId xmlns:a16="http://schemas.microsoft.com/office/drawing/2014/main" id="{5910217E-BBA9-B8E6-453B-5EBAB643257B}"/>
              </a:ext>
            </a:extLst>
          </p:cNvPr>
          <p:cNvSpPr>
            <a:spLocks noChangeAspect="1"/>
          </p:cNvSpPr>
          <p:nvPr/>
        </p:nvSpPr>
        <p:spPr>
          <a:xfrm>
            <a:off x="75504" y="1662624"/>
            <a:ext cx="180000" cy="180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0" name="Ellipse 119">
            <a:extLst>
              <a:ext uri="{FF2B5EF4-FFF2-40B4-BE49-F238E27FC236}">
                <a16:creationId xmlns:a16="http://schemas.microsoft.com/office/drawing/2014/main" id="{C0F82F7A-498A-A7CA-D940-99C4C3A1EB07}"/>
              </a:ext>
            </a:extLst>
          </p:cNvPr>
          <p:cNvSpPr>
            <a:spLocks noChangeAspect="1"/>
          </p:cNvSpPr>
          <p:nvPr/>
        </p:nvSpPr>
        <p:spPr>
          <a:xfrm>
            <a:off x="466333" y="1666043"/>
            <a:ext cx="180000" cy="180000"/>
          </a:xfrm>
          <a:prstGeom prst="ellipse">
            <a:avLst/>
          </a:prstGeom>
          <a:solidFill>
            <a:srgbClr val="97AE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1" name="Ellipse 120">
            <a:extLst>
              <a:ext uri="{FF2B5EF4-FFF2-40B4-BE49-F238E27FC236}">
                <a16:creationId xmlns:a16="http://schemas.microsoft.com/office/drawing/2014/main" id="{B73CA15F-718E-2586-B870-A014DCD8D17E}"/>
              </a:ext>
            </a:extLst>
          </p:cNvPr>
          <p:cNvSpPr>
            <a:spLocks noChangeAspect="1"/>
          </p:cNvSpPr>
          <p:nvPr/>
        </p:nvSpPr>
        <p:spPr>
          <a:xfrm>
            <a:off x="854786" y="1666043"/>
            <a:ext cx="180000" cy="180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2" name="Ellipse 121">
            <a:extLst>
              <a:ext uri="{FF2B5EF4-FFF2-40B4-BE49-F238E27FC236}">
                <a16:creationId xmlns:a16="http://schemas.microsoft.com/office/drawing/2014/main" id="{7AD3A426-2BDA-62FD-86B7-E0A1D7408E2D}"/>
              </a:ext>
            </a:extLst>
          </p:cNvPr>
          <p:cNvSpPr>
            <a:spLocks noChangeAspect="1"/>
          </p:cNvSpPr>
          <p:nvPr/>
        </p:nvSpPr>
        <p:spPr>
          <a:xfrm>
            <a:off x="1143951" y="1559617"/>
            <a:ext cx="381600" cy="381600"/>
          </a:xfrm>
          <a:prstGeom prst="ellipse">
            <a:avLst/>
          </a:prstGeom>
          <a:solidFill>
            <a:srgbClr val="7B97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3" name="Ellipse 122">
            <a:extLst>
              <a:ext uri="{FF2B5EF4-FFF2-40B4-BE49-F238E27FC236}">
                <a16:creationId xmlns:a16="http://schemas.microsoft.com/office/drawing/2014/main" id="{1D968B42-AEB6-0451-AF3D-0D7F754DE492}"/>
              </a:ext>
            </a:extLst>
          </p:cNvPr>
          <p:cNvSpPr>
            <a:spLocks noChangeAspect="1"/>
          </p:cNvSpPr>
          <p:nvPr/>
        </p:nvSpPr>
        <p:spPr>
          <a:xfrm>
            <a:off x="1601432" y="1624885"/>
            <a:ext cx="241200" cy="241200"/>
          </a:xfrm>
          <a:prstGeom prst="ellipse">
            <a:avLst/>
          </a:prstGeom>
          <a:solidFill>
            <a:srgbClr val="97AE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4" name="Ellipse 123">
            <a:extLst>
              <a:ext uri="{FF2B5EF4-FFF2-40B4-BE49-F238E27FC236}">
                <a16:creationId xmlns:a16="http://schemas.microsoft.com/office/drawing/2014/main" id="{B3F61282-DFB6-ADBD-4867-5E5322E3B60C}"/>
              </a:ext>
            </a:extLst>
          </p:cNvPr>
          <p:cNvSpPr>
            <a:spLocks noChangeAspect="1"/>
          </p:cNvSpPr>
          <p:nvPr/>
        </p:nvSpPr>
        <p:spPr>
          <a:xfrm>
            <a:off x="1990160" y="1624885"/>
            <a:ext cx="241200" cy="241200"/>
          </a:xfrm>
          <a:prstGeom prst="ellipse">
            <a:avLst/>
          </a:prstGeom>
          <a:solidFill>
            <a:srgbClr val="85AE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5" name="Ellipse 124">
            <a:extLst>
              <a:ext uri="{FF2B5EF4-FFF2-40B4-BE49-F238E27FC236}">
                <a16:creationId xmlns:a16="http://schemas.microsoft.com/office/drawing/2014/main" id="{673BAEDB-4E08-EDED-90A5-C5A0A015EA7A}"/>
              </a:ext>
            </a:extLst>
          </p:cNvPr>
          <p:cNvSpPr>
            <a:spLocks noChangeAspect="1"/>
          </p:cNvSpPr>
          <p:nvPr/>
        </p:nvSpPr>
        <p:spPr>
          <a:xfrm>
            <a:off x="2366645" y="1605085"/>
            <a:ext cx="280800" cy="280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6" name="Ellipse 125">
            <a:extLst>
              <a:ext uri="{FF2B5EF4-FFF2-40B4-BE49-F238E27FC236}">
                <a16:creationId xmlns:a16="http://schemas.microsoft.com/office/drawing/2014/main" id="{4A2C44C7-D621-0D51-E522-72BDC5CAB5E1}"/>
              </a:ext>
            </a:extLst>
          </p:cNvPr>
          <p:cNvSpPr>
            <a:spLocks noChangeAspect="1"/>
          </p:cNvSpPr>
          <p:nvPr/>
        </p:nvSpPr>
        <p:spPr>
          <a:xfrm>
            <a:off x="2773298" y="1620666"/>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7" name="Ellipse 126">
            <a:extLst>
              <a:ext uri="{FF2B5EF4-FFF2-40B4-BE49-F238E27FC236}">
                <a16:creationId xmlns:a16="http://schemas.microsoft.com/office/drawing/2014/main" id="{9680EA6A-B7D5-B380-045A-B310B35B5B7D}"/>
              </a:ext>
            </a:extLst>
          </p:cNvPr>
          <p:cNvSpPr>
            <a:spLocks noChangeAspect="1"/>
          </p:cNvSpPr>
          <p:nvPr/>
        </p:nvSpPr>
        <p:spPr>
          <a:xfrm>
            <a:off x="3195865" y="1669558"/>
            <a:ext cx="165600" cy="165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8" name="Ellipse 127">
            <a:extLst>
              <a:ext uri="{FF2B5EF4-FFF2-40B4-BE49-F238E27FC236}">
                <a16:creationId xmlns:a16="http://schemas.microsoft.com/office/drawing/2014/main" id="{1637A73F-90EE-9BB8-9CD0-17CB8B41334E}"/>
              </a:ext>
            </a:extLst>
          </p:cNvPr>
          <p:cNvSpPr>
            <a:spLocks noChangeAspect="1"/>
          </p:cNvSpPr>
          <p:nvPr/>
        </p:nvSpPr>
        <p:spPr>
          <a:xfrm>
            <a:off x="3637362" y="1719958"/>
            <a:ext cx="64800" cy="64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29" name="Ellipse 128">
            <a:extLst>
              <a:ext uri="{FF2B5EF4-FFF2-40B4-BE49-F238E27FC236}">
                <a16:creationId xmlns:a16="http://schemas.microsoft.com/office/drawing/2014/main" id="{C6476A99-A72A-949A-5038-7256B8E6865D}"/>
              </a:ext>
            </a:extLst>
          </p:cNvPr>
          <p:cNvSpPr>
            <a:spLocks noChangeAspect="1"/>
          </p:cNvSpPr>
          <p:nvPr/>
        </p:nvSpPr>
        <p:spPr>
          <a:xfrm>
            <a:off x="67240" y="486208"/>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0" name="Ellipse 129">
            <a:extLst>
              <a:ext uri="{FF2B5EF4-FFF2-40B4-BE49-F238E27FC236}">
                <a16:creationId xmlns:a16="http://schemas.microsoft.com/office/drawing/2014/main" id="{6587AE5F-6AA9-7188-B3DA-26FC2B6377A4}"/>
              </a:ext>
            </a:extLst>
          </p:cNvPr>
          <p:cNvSpPr>
            <a:spLocks noChangeAspect="1"/>
          </p:cNvSpPr>
          <p:nvPr/>
        </p:nvSpPr>
        <p:spPr>
          <a:xfrm>
            <a:off x="455533" y="482084"/>
            <a:ext cx="201600" cy="201600"/>
          </a:xfrm>
          <a:prstGeom prst="ellipse">
            <a:avLst/>
          </a:prstGeom>
          <a:solidFill>
            <a:srgbClr val="A3BD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1" name="Ellipse 130">
            <a:extLst>
              <a:ext uri="{FF2B5EF4-FFF2-40B4-BE49-F238E27FC236}">
                <a16:creationId xmlns:a16="http://schemas.microsoft.com/office/drawing/2014/main" id="{DAF30357-C5A7-E48D-90D1-A788E058E6E9}"/>
              </a:ext>
            </a:extLst>
          </p:cNvPr>
          <p:cNvSpPr>
            <a:spLocks noChangeAspect="1"/>
          </p:cNvSpPr>
          <p:nvPr/>
        </p:nvSpPr>
        <p:spPr>
          <a:xfrm>
            <a:off x="785834" y="424629"/>
            <a:ext cx="320400" cy="320400"/>
          </a:xfrm>
          <a:prstGeom prst="ellipse">
            <a:avLst/>
          </a:prstGeom>
          <a:solidFill>
            <a:srgbClr val="97AE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2" name="Ellipse 131">
            <a:extLst>
              <a:ext uri="{FF2B5EF4-FFF2-40B4-BE49-F238E27FC236}">
                <a16:creationId xmlns:a16="http://schemas.microsoft.com/office/drawing/2014/main" id="{C895C6E6-CC90-C818-CBCC-B6C86C37D20C}"/>
              </a:ext>
            </a:extLst>
          </p:cNvPr>
          <p:cNvSpPr>
            <a:spLocks noChangeAspect="1"/>
          </p:cNvSpPr>
          <p:nvPr/>
        </p:nvSpPr>
        <p:spPr>
          <a:xfrm>
            <a:off x="1152081" y="408849"/>
            <a:ext cx="360000" cy="3600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3" name="Ellipse 132">
            <a:extLst>
              <a:ext uri="{FF2B5EF4-FFF2-40B4-BE49-F238E27FC236}">
                <a16:creationId xmlns:a16="http://schemas.microsoft.com/office/drawing/2014/main" id="{5002718C-60BF-7502-913E-D82BF93BE0A7}"/>
              </a:ext>
            </a:extLst>
          </p:cNvPr>
          <p:cNvSpPr>
            <a:spLocks noChangeAspect="1"/>
          </p:cNvSpPr>
          <p:nvPr/>
        </p:nvSpPr>
        <p:spPr>
          <a:xfrm>
            <a:off x="1945757" y="424629"/>
            <a:ext cx="320400" cy="3204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4" name="Ellipse 133">
            <a:extLst>
              <a:ext uri="{FF2B5EF4-FFF2-40B4-BE49-F238E27FC236}">
                <a16:creationId xmlns:a16="http://schemas.microsoft.com/office/drawing/2014/main" id="{4567AEC5-F7EC-B9C3-A48B-341CDDE7BEAC}"/>
              </a:ext>
            </a:extLst>
          </p:cNvPr>
          <p:cNvSpPr>
            <a:spLocks noChangeAspect="1"/>
          </p:cNvSpPr>
          <p:nvPr/>
        </p:nvSpPr>
        <p:spPr>
          <a:xfrm>
            <a:off x="1583424" y="444429"/>
            <a:ext cx="280800" cy="280800"/>
          </a:xfrm>
          <a:prstGeom prst="ellipse">
            <a:avLst/>
          </a:prstGeom>
          <a:solidFill>
            <a:srgbClr val="BEBA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5" name="Ellipse 134">
            <a:extLst>
              <a:ext uri="{FF2B5EF4-FFF2-40B4-BE49-F238E27FC236}">
                <a16:creationId xmlns:a16="http://schemas.microsoft.com/office/drawing/2014/main" id="{C512CCED-4D4A-6D16-4B94-C7EF73A19862}"/>
              </a:ext>
            </a:extLst>
          </p:cNvPr>
          <p:cNvSpPr>
            <a:spLocks noChangeAspect="1"/>
          </p:cNvSpPr>
          <p:nvPr/>
        </p:nvSpPr>
        <p:spPr>
          <a:xfrm>
            <a:off x="2354149" y="444429"/>
            <a:ext cx="280800" cy="2808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6" name="Ellipse 135">
            <a:extLst>
              <a:ext uri="{FF2B5EF4-FFF2-40B4-BE49-F238E27FC236}">
                <a16:creationId xmlns:a16="http://schemas.microsoft.com/office/drawing/2014/main" id="{92853460-049E-0C7D-7F33-29CE6AD969F4}"/>
              </a:ext>
            </a:extLst>
          </p:cNvPr>
          <p:cNvSpPr>
            <a:spLocks noChangeAspect="1"/>
          </p:cNvSpPr>
          <p:nvPr/>
        </p:nvSpPr>
        <p:spPr>
          <a:xfrm>
            <a:off x="2747694" y="444429"/>
            <a:ext cx="280800" cy="280800"/>
          </a:xfrm>
          <a:prstGeom prst="ellipse">
            <a:avLst/>
          </a:prstGeom>
          <a:solidFill>
            <a:srgbClr val="B9CAB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7" name="Ellipse 136">
            <a:extLst>
              <a:ext uri="{FF2B5EF4-FFF2-40B4-BE49-F238E27FC236}">
                <a16:creationId xmlns:a16="http://schemas.microsoft.com/office/drawing/2014/main" id="{2BC217E8-D267-CB3F-0430-0B6CF5B51DB1}"/>
              </a:ext>
            </a:extLst>
          </p:cNvPr>
          <p:cNvSpPr/>
          <p:nvPr/>
        </p:nvSpPr>
        <p:spPr>
          <a:xfrm>
            <a:off x="3203976" y="505984"/>
            <a:ext cx="158400" cy="158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8" name="Ellipse 137">
            <a:extLst>
              <a:ext uri="{FF2B5EF4-FFF2-40B4-BE49-F238E27FC236}">
                <a16:creationId xmlns:a16="http://schemas.microsoft.com/office/drawing/2014/main" id="{7652AAE3-5E98-F09D-6C80-E570BA1CD84C}"/>
              </a:ext>
            </a:extLst>
          </p:cNvPr>
          <p:cNvSpPr>
            <a:spLocks noChangeAspect="1"/>
          </p:cNvSpPr>
          <p:nvPr/>
        </p:nvSpPr>
        <p:spPr>
          <a:xfrm>
            <a:off x="3564234" y="488398"/>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39" name="Ellipse 138">
            <a:extLst>
              <a:ext uri="{FF2B5EF4-FFF2-40B4-BE49-F238E27FC236}">
                <a16:creationId xmlns:a16="http://schemas.microsoft.com/office/drawing/2014/main" id="{5718A116-3A86-1C85-F657-F271F310B6A5}"/>
              </a:ext>
            </a:extLst>
          </p:cNvPr>
          <p:cNvSpPr>
            <a:spLocks noChangeAspect="1"/>
          </p:cNvSpPr>
          <p:nvPr/>
        </p:nvSpPr>
        <p:spPr>
          <a:xfrm>
            <a:off x="3949753" y="483754"/>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0" name="Ellipse 139">
            <a:extLst>
              <a:ext uri="{FF2B5EF4-FFF2-40B4-BE49-F238E27FC236}">
                <a16:creationId xmlns:a16="http://schemas.microsoft.com/office/drawing/2014/main" id="{BBB5EF9E-AD91-626F-9CDF-796CD47FA443}"/>
              </a:ext>
            </a:extLst>
          </p:cNvPr>
          <p:cNvSpPr>
            <a:spLocks noChangeAspect="1"/>
          </p:cNvSpPr>
          <p:nvPr/>
        </p:nvSpPr>
        <p:spPr>
          <a:xfrm>
            <a:off x="4277214" y="422559"/>
            <a:ext cx="320400" cy="320400"/>
          </a:xfrm>
          <a:prstGeom prst="ellipse">
            <a:avLst/>
          </a:prstGeom>
          <a:solidFill>
            <a:srgbClr val="A3BD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1" name="Ellipse 140">
            <a:extLst>
              <a:ext uri="{FF2B5EF4-FFF2-40B4-BE49-F238E27FC236}">
                <a16:creationId xmlns:a16="http://schemas.microsoft.com/office/drawing/2014/main" id="{CD67585A-E73B-7B0A-813D-858780C66C15}"/>
              </a:ext>
            </a:extLst>
          </p:cNvPr>
          <p:cNvSpPr>
            <a:spLocks noChangeAspect="1"/>
          </p:cNvSpPr>
          <p:nvPr/>
        </p:nvSpPr>
        <p:spPr>
          <a:xfrm>
            <a:off x="4718594" y="485088"/>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2" name="Ellipse 141">
            <a:extLst>
              <a:ext uri="{FF2B5EF4-FFF2-40B4-BE49-F238E27FC236}">
                <a16:creationId xmlns:a16="http://schemas.microsoft.com/office/drawing/2014/main" id="{746F0721-576F-186C-F535-6F2E35C9AE9F}"/>
              </a:ext>
            </a:extLst>
          </p:cNvPr>
          <p:cNvSpPr>
            <a:spLocks noChangeAspect="1"/>
          </p:cNvSpPr>
          <p:nvPr/>
        </p:nvSpPr>
        <p:spPr>
          <a:xfrm>
            <a:off x="5109263" y="486948"/>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3" name="Ellipse 142">
            <a:extLst>
              <a:ext uri="{FF2B5EF4-FFF2-40B4-BE49-F238E27FC236}">
                <a16:creationId xmlns:a16="http://schemas.microsoft.com/office/drawing/2014/main" id="{238D18B9-8B51-7E17-756D-DB38FD4D87C2}"/>
              </a:ext>
            </a:extLst>
          </p:cNvPr>
          <p:cNvSpPr>
            <a:spLocks noChangeAspect="1"/>
          </p:cNvSpPr>
          <p:nvPr/>
        </p:nvSpPr>
        <p:spPr>
          <a:xfrm>
            <a:off x="3191975" y="95216"/>
            <a:ext cx="194400" cy="194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4" name="Ellipse 143">
            <a:extLst>
              <a:ext uri="{FF2B5EF4-FFF2-40B4-BE49-F238E27FC236}">
                <a16:creationId xmlns:a16="http://schemas.microsoft.com/office/drawing/2014/main" id="{99E325BE-924A-D346-CE41-C98FD4A87567}"/>
              </a:ext>
            </a:extLst>
          </p:cNvPr>
          <p:cNvSpPr>
            <a:spLocks noChangeAspect="1"/>
          </p:cNvSpPr>
          <p:nvPr/>
        </p:nvSpPr>
        <p:spPr>
          <a:xfrm>
            <a:off x="3480876" y="6266"/>
            <a:ext cx="381600" cy="381600"/>
          </a:xfrm>
          <a:prstGeom prst="ellipse">
            <a:avLst/>
          </a:prstGeom>
          <a:solidFill>
            <a:srgbClr val="B4AF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5" name="Ellipse 144">
            <a:extLst>
              <a:ext uri="{FF2B5EF4-FFF2-40B4-BE49-F238E27FC236}">
                <a16:creationId xmlns:a16="http://schemas.microsoft.com/office/drawing/2014/main" id="{B045E7D0-1409-6634-E900-B25A2328C009}"/>
              </a:ext>
            </a:extLst>
          </p:cNvPr>
          <p:cNvSpPr>
            <a:spLocks noChangeAspect="1"/>
          </p:cNvSpPr>
          <p:nvPr/>
        </p:nvSpPr>
        <p:spPr>
          <a:xfrm>
            <a:off x="3950168" y="104468"/>
            <a:ext cx="201600" cy="201600"/>
          </a:xfrm>
          <a:prstGeom prst="ellipse">
            <a:avLst/>
          </a:prstGeom>
          <a:solidFill>
            <a:srgbClr val="BEBA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6" name="Ellipse 145">
            <a:extLst>
              <a:ext uri="{FF2B5EF4-FFF2-40B4-BE49-F238E27FC236}">
                <a16:creationId xmlns:a16="http://schemas.microsoft.com/office/drawing/2014/main" id="{7038D10F-1DD8-84BF-63E5-9800F5B8F462}"/>
              </a:ext>
            </a:extLst>
          </p:cNvPr>
          <p:cNvSpPr>
            <a:spLocks noChangeAspect="1"/>
          </p:cNvSpPr>
          <p:nvPr/>
        </p:nvSpPr>
        <p:spPr>
          <a:xfrm>
            <a:off x="4393140" y="155279"/>
            <a:ext cx="86400" cy="86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7" name="Ellipse 146">
            <a:extLst>
              <a:ext uri="{FF2B5EF4-FFF2-40B4-BE49-F238E27FC236}">
                <a16:creationId xmlns:a16="http://schemas.microsoft.com/office/drawing/2014/main" id="{8AD5ECCD-D8E7-C40D-AE0A-B18277F75AF6}"/>
              </a:ext>
            </a:extLst>
          </p:cNvPr>
          <p:cNvSpPr>
            <a:spLocks noChangeAspect="1"/>
          </p:cNvSpPr>
          <p:nvPr/>
        </p:nvSpPr>
        <p:spPr>
          <a:xfrm>
            <a:off x="4708084" y="75713"/>
            <a:ext cx="241200" cy="241200"/>
          </a:xfrm>
          <a:prstGeom prst="ellipse">
            <a:avLst/>
          </a:prstGeom>
          <a:solidFill>
            <a:srgbClr val="86AF9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8" name="Ellipse 147">
            <a:extLst>
              <a:ext uri="{FF2B5EF4-FFF2-40B4-BE49-F238E27FC236}">
                <a16:creationId xmlns:a16="http://schemas.microsoft.com/office/drawing/2014/main" id="{D56267A4-BDED-8E22-7A49-B1106333A7D2}"/>
              </a:ext>
            </a:extLst>
          </p:cNvPr>
          <p:cNvSpPr>
            <a:spLocks noChangeAspect="1"/>
          </p:cNvSpPr>
          <p:nvPr/>
        </p:nvSpPr>
        <p:spPr>
          <a:xfrm>
            <a:off x="5128671" y="107816"/>
            <a:ext cx="169200" cy="169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49" name="Ellipse 148">
            <a:extLst>
              <a:ext uri="{FF2B5EF4-FFF2-40B4-BE49-F238E27FC236}">
                <a16:creationId xmlns:a16="http://schemas.microsoft.com/office/drawing/2014/main" id="{DCEEBEAC-5BF1-808F-E51C-994C346DFE68}"/>
              </a:ext>
            </a:extLst>
          </p:cNvPr>
          <p:cNvSpPr>
            <a:spLocks noChangeAspect="1"/>
          </p:cNvSpPr>
          <p:nvPr/>
        </p:nvSpPr>
        <p:spPr>
          <a:xfrm>
            <a:off x="5455192" y="129531"/>
            <a:ext cx="140400" cy="14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0" name="Ellipse 149">
            <a:extLst>
              <a:ext uri="{FF2B5EF4-FFF2-40B4-BE49-F238E27FC236}">
                <a16:creationId xmlns:a16="http://schemas.microsoft.com/office/drawing/2014/main" id="{CC4443C7-3510-9188-D507-2A72F6A63505}"/>
              </a:ext>
            </a:extLst>
          </p:cNvPr>
          <p:cNvSpPr/>
          <p:nvPr/>
        </p:nvSpPr>
        <p:spPr>
          <a:xfrm>
            <a:off x="427788" y="68868"/>
            <a:ext cx="280800" cy="280800"/>
          </a:xfrm>
          <a:prstGeom prst="ellipse">
            <a:avLst/>
          </a:prstGeom>
          <a:solidFill>
            <a:srgbClr val="C4C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1" name="Ellipse 150">
            <a:extLst>
              <a:ext uri="{FF2B5EF4-FFF2-40B4-BE49-F238E27FC236}">
                <a16:creationId xmlns:a16="http://schemas.microsoft.com/office/drawing/2014/main" id="{23D990B7-860D-A99C-D75C-3EA3D49CCE34}"/>
              </a:ext>
            </a:extLst>
          </p:cNvPr>
          <p:cNvSpPr>
            <a:spLocks noChangeAspect="1"/>
          </p:cNvSpPr>
          <p:nvPr/>
        </p:nvSpPr>
        <p:spPr>
          <a:xfrm>
            <a:off x="866834" y="113529"/>
            <a:ext cx="158400" cy="158400"/>
          </a:xfrm>
          <a:prstGeom prst="ellipse">
            <a:avLst/>
          </a:prstGeom>
          <a:solidFill>
            <a:srgbClr val="9B988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2" name="Ellipse 151">
            <a:extLst>
              <a:ext uri="{FF2B5EF4-FFF2-40B4-BE49-F238E27FC236}">
                <a16:creationId xmlns:a16="http://schemas.microsoft.com/office/drawing/2014/main" id="{68EEC4DE-D3FF-B2C1-7F53-6399917B4730}"/>
              </a:ext>
            </a:extLst>
          </p:cNvPr>
          <p:cNvSpPr>
            <a:spLocks noChangeAspect="1"/>
          </p:cNvSpPr>
          <p:nvPr/>
        </p:nvSpPr>
        <p:spPr>
          <a:xfrm>
            <a:off x="1209952" y="79221"/>
            <a:ext cx="241200" cy="241200"/>
          </a:xfrm>
          <a:prstGeom prst="ellipse">
            <a:avLst/>
          </a:prstGeom>
          <a:solidFill>
            <a:srgbClr val="64927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3" name="Ellipse 152">
            <a:extLst>
              <a:ext uri="{FF2B5EF4-FFF2-40B4-BE49-F238E27FC236}">
                <a16:creationId xmlns:a16="http://schemas.microsoft.com/office/drawing/2014/main" id="{0A9952B0-D4AB-6DDA-4E51-4A6973EEFA79}"/>
              </a:ext>
            </a:extLst>
          </p:cNvPr>
          <p:cNvSpPr>
            <a:spLocks noChangeAspect="1"/>
          </p:cNvSpPr>
          <p:nvPr/>
        </p:nvSpPr>
        <p:spPr>
          <a:xfrm>
            <a:off x="1581111" y="53745"/>
            <a:ext cx="288000" cy="288000"/>
          </a:xfrm>
          <a:prstGeom prst="ellipse">
            <a:avLst/>
          </a:prstGeom>
          <a:solidFill>
            <a:srgbClr val="C4C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4" name="Ellipse 153">
            <a:extLst>
              <a:ext uri="{FF2B5EF4-FFF2-40B4-BE49-F238E27FC236}">
                <a16:creationId xmlns:a16="http://schemas.microsoft.com/office/drawing/2014/main" id="{DEB1A926-6CC5-297C-5E60-A8619F442AA0}"/>
              </a:ext>
            </a:extLst>
          </p:cNvPr>
          <p:cNvSpPr>
            <a:spLocks noChangeAspect="1"/>
          </p:cNvSpPr>
          <p:nvPr/>
        </p:nvSpPr>
        <p:spPr>
          <a:xfrm>
            <a:off x="1982043" y="68868"/>
            <a:ext cx="255600" cy="255600"/>
          </a:xfrm>
          <a:prstGeom prst="ellipse">
            <a:avLst/>
          </a:prstGeom>
          <a:solidFill>
            <a:srgbClr val="8886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5" name="Ellipse 154">
            <a:extLst>
              <a:ext uri="{FF2B5EF4-FFF2-40B4-BE49-F238E27FC236}">
                <a16:creationId xmlns:a16="http://schemas.microsoft.com/office/drawing/2014/main" id="{3852D0EB-05C5-359D-B5DB-F93F6392F417}"/>
              </a:ext>
            </a:extLst>
          </p:cNvPr>
          <p:cNvSpPr>
            <a:spLocks noChangeAspect="1"/>
          </p:cNvSpPr>
          <p:nvPr/>
        </p:nvSpPr>
        <p:spPr>
          <a:xfrm>
            <a:off x="2449411" y="145528"/>
            <a:ext cx="100800" cy="100800"/>
          </a:xfrm>
          <a:prstGeom prst="ellipse">
            <a:avLst/>
          </a:prstGeom>
          <a:solidFill>
            <a:srgbClr val="2F84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7" name="Ellipse 156">
            <a:extLst>
              <a:ext uri="{FF2B5EF4-FFF2-40B4-BE49-F238E27FC236}">
                <a16:creationId xmlns:a16="http://schemas.microsoft.com/office/drawing/2014/main" id="{E98C2B32-5902-1447-6B80-5E17C502C569}"/>
              </a:ext>
            </a:extLst>
          </p:cNvPr>
          <p:cNvSpPr>
            <a:spLocks noChangeAspect="1"/>
          </p:cNvSpPr>
          <p:nvPr/>
        </p:nvSpPr>
        <p:spPr>
          <a:xfrm>
            <a:off x="32412" y="835678"/>
            <a:ext cx="270000" cy="2700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8" name="Ellipse 157">
            <a:extLst>
              <a:ext uri="{FF2B5EF4-FFF2-40B4-BE49-F238E27FC236}">
                <a16:creationId xmlns:a16="http://schemas.microsoft.com/office/drawing/2014/main" id="{5C357D5D-06A3-34D0-EF1B-FF1357C5122D}"/>
              </a:ext>
            </a:extLst>
          </p:cNvPr>
          <p:cNvSpPr/>
          <p:nvPr/>
        </p:nvSpPr>
        <p:spPr>
          <a:xfrm>
            <a:off x="455533" y="875115"/>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59" name="Ellipse 158">
            <a:extLst>
              <a:ext uri="{FF2B5EF4-FFF2-40B4-BE49-F238E27FC236}">
                <a16:creationId xmlns:a16="http://schemas.microsoft.com/office/drawing/2014/main" id="{81206736-B122-7B57-DCB5-21875A7C3CF2}"/>
              </a:ext>
            </a:extLst>
          </p:cNvPr>
          <p:cNvSpPr>
            <a:spLocks noChangeAspect="1"/>
          </p:cNvSpPr>
          <p:nvPr/>
        </p:nvSpPr>
        <p:spPr>
          <a:xfrm>
            <a:off x="805697" y="830278"/>
            <a:ext cx="280800" cy="280800"/>
          </a:xfrm>
          <a:prstGeom prst="ellipse">
            <a:avLst/>
          </a:prstGeom>
          <a:solidFill>
            <a:srgbClr val="B1AD9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0" name="Ellipse 159">
            <a:extLst>
              <a:ext uri="{FF2B5EF4-FFF2-40B4-BE49-F238E27FC236}">
                <a16:creationId xmlns:a16="http://schemas.microsoft.com/office/drawing/2014/main" id="{0FE7E723-8988-9A02-5127-FBE1EBDC25A9}"/>
              </a:ext>
            </a:extLst>
          </p:cNvPr>
          <p:cNvSpPr>
            <a:spLocks noChangeAspect="1"/>
          </p:cNvSpPr>
          <p:nvPr/>
        </p:nvSpPr>
        <p:spPr>
          <a:xfrm>
            <a:off x="1173398" y="815715"/>
            <a:ext cx="320400" cy="32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1" name="Ellipse 160">
            <a:extLst>
              <a:ext uri="{FF2B5EF4-FFF2-40B4-BE49-F238E27FC236}">
                <a16:creationId xmlns:a16="http://schemas.microsoft.com/office/drawing/2014/main" id="{DD410B6D-BA8A-A11A-BC2D-3A556C0797DA}"/>
              </a:ext>
            </a:extLst>
          </p:cNvPr>
          <p:cNvSpPr>
            <a:spLocks noChangeAspect="1"/>
          </p:cNvSpPr>
          <p:nvPr/>
        </p:nvSpPr>
        <p:spPr>
          <a:xfrm>
            <a:off x="1561164" y="815715"/>
            <a:ext cx="320400" cy="32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2" name="Ellipse 161">
            <a:extLst>
              <a:ext uri="{FF2B5EF4-FFF2-40B4-BE49-F238E27FC236}">
                <a16:creationId xmlns:a16="http://schemas.microsoft.com/office/drawing/2014/main" id="{AF6CCA02-E7F1-1CE2-D9E0-0744F26194BD}"/>
              </a:ext>
            </a:extLst>
          </p:cNvPr>
          <p:cNvSpPr>
            <a:spLocks noChangeAspect="1"/>
          </p:cNvSpPr>
          <p:nvPr/>
        </p:nvSpPr>
        <p:spPr>
          <a:xfrm>
            <a:off x="1945757" y="810975"/>
            <a:ext cx="320400" cy="320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3" name="Ellipse 162">
            <a:extLst>
              <a:ext uri="{FF2B5EF4-FFF2-40B4-BE49-F238E27FC236}">
                <a16:creationId xmlns:a16="http://schemas.microsoft.com/office/drawing/2014/main" id="{724F832A-97C3-A454-2E1F-E313095E9D97}"/>
              </a:ext>
            </a:extLst>
          </p:cNvPr>
          <p:cNvSpPr>
            <a:spLocks noChangeAspect="1"/>
          </p:cNvSpPr>
          <p:nvPr/>
        </p:nvSpPr>
        <p:spPr>
          <a:xfrm>
            <a:off x="2355211" y="830278"/>
            <a:ext cx="280800" cy="280800"/>
          </a:xfrm>
          <a:prstGeom prst="ellipse">
            <a:avLst/>
          </a:prstGeom>
          <a:solidFill>
            <a:srgbClr val="BEBA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4" name="Ellipse 163">
            <a:extLst>
              <a:ext uri="{FF2B5EF4-FFF2-40B4-BE49-F238E27FC236}">
                <a16:creationId xmlns:a16="http://schemas.microsoft.com/office/drawing/2014/main" id="{0F96D31A-918D-0C16-9BBD-5E3C9192C34A}"/>
              </a:ext>
            </a:extLst>
          </p:cNvPr>
          <p:cNvSpPr>
            <a:spLocks noChangeAspect="1"/>
          </p:cNvSpPr>
          <p:nvPr/>
        </p:nvSpPr>
        <p:spPr>
          <a:xfrm>
            <a:off x="2759749" y="849265"/>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5" name="Ellipse 164">
            <a:extLst>
              <a:ext uri="{FF2B5EF4-FFF2-40B4-BE49-F238E27FC236}">
                <a16:creationId xmlns:a16="http://schemas.microsoft.com/office/drawing/2014/main" id="{7E794869-E4DB-4CB8-629F-D9F746CEE237}"/>
              </a:ext>
            </a:extLst>
          </p:cNvPr>
          <p:cNvSpPr>
            <a:spLocks noChangeAspect="1"/>
          </p:cNvSpPr>
          <p:nvPr/>
        </p:nvSpPr>
        <p:spPr>
          <a:xfrm>
            <a:off x="3158785" y="852933"/>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6" name="Ellipse 165">
            <a:extLst>
              <a:ext uri="{FF2B5EF4-FFF2-40B4-BE49-F238E27FC236}">
                <a16:creationId xmlns:a16="http://schemas.microsoft.com/office/drawing/2014/main" id="{1D1B4973-B88E-0749-3829-F790101C6F0C}"/>
              </a:ext>
            </a:extLst>
          </p:cNvPr>
          <p:cNvSpPr>
            <a:spLocks noChangeAspect="1"/>
          </p:cNvSpPr>
          <p:nvPr/>
        </p:nvSpPr>
        <p:spPr>
          <a:xfrm>
            <a:off x="3526080" y="830175"/>
            <a:ext cx="280800" cy="2808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7" name="Ellipse 166">
            <a:extLst>
              <a:ext uri="{FF2B5EF4-FFF2-40B4-BE49-F238E27FC236}">
                <a16:creationId xmlns:a16="http://schemas.microsoft.com/office/drawing/2014/main" id="{3D194A9F-C7BC-C2DA-1F10-4AD2CB077B8E}"/>
              </a:ext>
            </a:extLst>
          </p:cNvPr>
          <p:cNvSpPr>
            <a:spLocks noChangeAspect="1"/>
          </p:cNvSpPr>
          <p:nvPr/>
        </p:nvSpPr>
        <p:spPr>
          <a:xfrm>
            <a:off x="3928473" y="796878"/>
            <a:ext cx="338400" cy="338400"/>
          </a:xfrm>
          <a:prstGeom prst="ellipse">
            <a:avLst/>
          </a:prstGeom>
          <a:solidFill>
            <a:srgbClr val="75A6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8" name="Ellipse 167">
            <a:extLst>
              <a:ext uri="{FF2B5EF4-FFF2-40B4-BE49-F238E27FC236}">
                <a16:creationId xmlns:a16="http://schemas.microsoft.com/office/drawing/2014/main" id="{C5806F48-DB2C-7264-BDB0-8C0C5C792884}"/>
              </a:ext>
            </a:extLst>
          </p:cNvPr>
          <p:cNvSpPr>
            <a:spLocks noChangeAspect="1"/>
          </p:cNvSpPr>
          <p:nvPr/>
        </p:nvSpPr>
        <p:spPr>
          <a:xfrm>
            <a:off x="4385087" y="894333"/>
            <a:ext cx="158400" cy="1584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69" name="Ellipse 168">
            <a:extLst>
              <a:ext uri="{FF2B5EF4-FFF2-40B4-BE49-F238E27FC236}">
                <a16:creationId xmlns:a16="http://schemas.microsoft.com/office/drawing/2014/main" id="{8E58E33B-C43B-64A3-653E-DEF86741B82C}"/>
              </a:ext>
            </a:extLst>
          </p:cNvPr>
          <p:cNvSpPr>
            <a:spLocks noChangeAspect="1"/>
          </p:cNvSpPr>
          <p:nvPr/>
        </p:nvSpPr>
        <p:spPr>
          <a:xfrm>
            <a:off x="4718594" y="872733"/>
            <a:ext cx="201600" cy="20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3" name="Ellipse 172">
            <a:extLst>
              <a:ext uri="{FF2B5EF4-FFF2-40B4-BE49-F238E27FC236}">
                <a16:creationId xmlns:a16="http://schemas.microsoft.com/office/drawing/2014/main" id="{39E65C59-C0E6-C070-4143-D17854CC1BFE}"/>
              </a:ext>
            </a:extLst>
          </p:cNvPr>
          <p:cNvSpPr>
            <a:spLocks noChangeAspect="1"/>
          </p:cNvSpPr>
          <p:nvPr/>
        </p:nvSpPr>
        <p:spPr>
          <a:xfrm>
            <a:off x="26570" y="1221582"/>
            <a:ext cx="280800" cy="2808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4" name="Ellipse 173">
            <a:extLst>
              <a:ext uri="{FF2B5EF4-FFF2-40B4-BE49-F238E27FC236}">
                <a16:creationId xmlns:a16="http://schemas.microsoft.com/office/drawing/2014/main" id="{1D4E0FF7-83B5-FE59-55B6-4C2EC98D172B}"/>
              </a:ext>
            </a:extLst>
          </p:cNvPr>
          <p:cNvSpPr>
            <a:spLocks noChangeAspect="1"/>
          </p:cNvSpPr>
          <p:nvPr/>
        </p:nvSpPr>
        <p:spPr>
          <a:xfrm>
            <a:off x="505445" y="1311206"/>
            <a:ext cx="100800" cy="100800"/>
          </a:xfrm>
          <a:prstGeom prst="ellipse">
            <a:avLst/>
          </a:prstGeom>
          <a:solidFill>
            <a:srgbClr val="72A58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5" name="Ellipse 174">
            <a:extLst>
              <a:ext uri="{FF2B5EF4-FFF2-40B4-BE49-F238E27FC236}">
                <a16:creationId xmlns:a16="http://schemas.microsoft.com/office/drawing/2014/main" id="{A2A12438-9890-6B38-C926-642F9A50D087}"/>
              </a:ext>
            </a:extLst>
          </p:cNvPr>
          <p:cNvSpPr>
            <a:spLocks noChangeAspect="1"/>
          </p:cNvSpPr>
          <p:nvPr/>
        </p:nvSpPr>
        <p:spPr>
          <a:xfrm>
            <a:off x="798828" y="1215806"/>
            <a:ext cx="291600" cy="2916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6" name="Ellipse 175">
            <a:extLst>
              <a:ext uri="{FF2B5EF4-FFF2-40B4-BE49-F238E27FC236}">
                <a16:creationId xmlns:a16="http://schemas.microsoft.com/office/drawing/2014/main" id="{69CBBE78-D7B7-A687-DAE1-CC9E083F6B05}"/>
              </a:ext>
            </a:extLst>
          </p:cNvPr>
          <p:cNvSpPr>
            <a:spLocks noChangeAspect="1"/>
          </p:cNvSpPr>
          <p:nvPr/>
        </p:nvSpPr>
        <p:spPr>
          <a:xfrm>
            <a:off x="1232165" y="1260806"/>
            <a:ext cx="201600" cy="201600"/>
          </a:xfrm>
          <a:prstGeom prst="ellipse">
            <a:avLst/>
          </a:prstGeom>
          <a:solidFill>
            <a:srgbClr val="A09D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7" name="Ellipse 176">
            <a:extLst>
              <a:ext uri="{FF2B5EF4-FFF2-40B4-BE49-F238E27FC236}">
                <a16:creationId xmlns:a16="http://schemas.microsoft.com/office/drawing/2014/main" id="{C50687F4-F96C-225C-05F6-9313B5DF7A5B}"/>
              </a:ext>
            </a:extLst>
          </p:cNvPr>
          <p:cNvSpPr>
            <a:spLocks noChangeAspect="1"/>
          </p:cNvSpPr>
          <p:nvPr/>
        </p:nvSpPr>
        <p:spPr>
          <a:xfrm>
            <a:off x="1561143" y="1201916"/>
            <a:ext cx="320400" cy="3204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8" name="Ellipse 177">
            <a:extLst>
              <a:ext uri="{FF2B5EF4-FFF2-40B4-BE49-F238E27FC236}">
                <a16:creationId xmlns:a16="http://schemas.microsoft.com/office/drawing/2014/main" id="{2AED192E-D9B3-206A-11B6-C1B579881F58}"/>
              </a:ext>
            </a:extLst>
          </p:cNvPr>
          <p:cNvSpPr>
            <a:spLocks noChangeAspect="1"/>
          </p:cNvSpPr>
          <p:nvPr/>
        </p:nvSpPr>
        <p:spPr>
          <a:xfrm>
            <a:off x="1994988" y="1239567"/>
            <a:ext cx="241200" cy="241200"/>
          </a:xfrm>
          <a:prstGeom prst="ellipse">
            <a:avLst/>
          </a:prstGeom>
          <a:solidFill>
            <a:srgbClr val="AFAA9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79" name="Ellipse 178">
            <a:extLst>
              <a:ext uri="{FF2B5EF4-FFF2-40B4-BE49-F238E27FC236}">
                <a16:creationId xmlns:a16="http://schemas.microsoft.com/office/drawing/2014/main" id="{0903C533-4612-115E-B10F-0A026FB4316F}"/>
              </a:ext>
            </a:extLst>
          </p:cNvPr>
          <p:cNvSpPr>
            <a:spLocks noChangeAspect="1"/>
          </p:cNvSpPr>
          <p:nvPr/>
        </p:nvSpPr>
        <p:spPr>
          <a:xfrm>
            <a:off x="2359900" y="1222898"/>
            <a:ext cx="280800" cy="280800"/>
          </a:xfrm>
          <a:prstGeom prst="ellipse">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0" name="Ellipse 179">
            <a:extLst>
              <a:ext uri="{FF2B5EF4-FFF2-40B4-BE49-F238E27FC236}">
                <a16:creationId xmlns:a16="http://schemas.microsoft.com/office/drawing/2014/main" id="{E2EB432A-01DC-123C-B131-0EC7649F19BC}"/>
              </a:ext>
            </a:extLst>
          </p:cNvPr>
          <p:cNvSpPr>
            <a:spLocks noChangeAspect="1"/>
          </p:cNvSpPr>
          <p:nvPr/>
        </p:nvSpPr>
        <p:spPr>
          <a:xfrm>
            <a:off x="2773494" y="1239567"/>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1" name="Ellipse 180">
            <a:extLst>
              <a:ext uri="{FF2B5EF4-FFF2-40B4-BE49-F238E27FC236}">
                <a16:creationId xmlns:a16="http://schemas.microsoft.com/office/drawing/2014/main" id="{24808D0E-FB93-A5D5-B241-1CCD74F2ED54}"/>
              </a:ext>
            </a:extLst>
          </p:cNvPr>
          <p:cNvSpPr>
            <a:spLocks noChangeAspect="1"/>
          </p:cNvSpPr>
          <p:nvPr/>
        </p:nvSpPr>
        <p:spPr>
          <a:xfrm>
            <a:off x="3157971" y="1242888"/>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2" name="Ellipse 181">
            <a:extLst>
              <a:ext uri="{FF2B5EF4-FFF2-40B4-BE49-F238E27FC236}">
                <a16:creationId xmlns:a16="http://schemas.microsoft.com/office/drawing/2014/main" id="{EF76F673-2952-BBA9-46EC-43411147C983}"/>
              </a:ext>
            </a:extLst>
          </p:cNvPr>
          <p:cNvSpPr>
            <a:spLocks noChangeAspect="1"/>
          </p:cNvSpPr>
          <p:nvPr/>
        </p:nvSpPr>
        <p:spPr>
          <a:xfrm>
            <a:off x="3544434" y="1241006"/>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183" name="Ellipse 182">
            <a:extLst>
              <a:ext uri="{FF2B5EF4-FFF2-40B4-BE49-F238E27FC236}">
                <a16:creationId xmlns:a16="http://schemas.microsoft.com/office/drawing/2014/main" id="{10E7FCDC-A405-EECA-625B-F64594CCE50F}"/>
              </a:ext>
            </a:extLst>
          </p:cNvPr>
          <p:cNvSpPr>
            <a:spLocks noChangeAspect="1"/>
          </p:cNvSpPr>
          <p:nvPr/>
        </p:nvSpPr>
        <p:spPr>
          <a:xfrm>
            <a:off x="3928975" y="1237648"/>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85" name="object 85"/>
          <p:cNvSpPr/>
          <p:nvPr/>
        </p:nvSpPr>
        <p:spPr>
          <a:xfrm>
            <a:off x="3236691" y="0"/>
            <a:ext cx="85725" cy="5080"/>
          </a:xfrm>
          <a:custGeom>
            <a:avLst/>
            <a:gdLst/>
            <a:ahLst/>
            <a:cxnLst/>
            <a:rect l="l" t="t" r="r" b="b"/>
            <a:pathLst>
              <a:path w="85725" h="5080">
                <a:moveTo>
                  <a:pt x="42695" y="4917"/>
                </a:moveTo>
                <a:lnTo>
                  <a:pt x="0" y="0"/>
                </a:lnTo>
                <a:lnTo>
                  <a:pt x="85390" y="0"/>
                </a:lnTo>
                <a:lnTo>
                  <a:pt x="42695" y="4917"/>
                </a:lnTo>
                <a:close/>
              </a:path>
            </a:pathLst>
          </a:custGeom>
          <a:solidFill>
            <a:srgbClr val="A6A594"/>
          </a:solidFill>
        </p:spPr>
        <p:txBody>
          <a:bodyPr wrap="square" lIns="0" tIns="0" rIns="0" bIns="0" rtlCol="0"/>
          <a:lstStyle/>
          <a:p>
            <a:endParaRPr lang="en-GB" noProof="0" dirty="0"/>
          </a:p>
        </p:txBody>
      </p:sp>
      <p:pic>
        <p:nvPicPr>
          <p:cNvPr id="111" name="Grafik 110">
            <a:extLst>
              <a:ext uri="{FF2B5EF4-FFF2-40B4-BE49-F238E27FC236}">
                <a16:creationId xmlns:a16="http://schemas.microsoft.com/office/drawing/2014/main" id="{9747E2B8-2E13-B437-FF50-471A32EA01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198" name="Ellipse 197">
            <a:extLst>
              <a:ext uri="{FF2B5EF4-FFF2-40B4-BE49-F238E27FC236}">
                <a16:creationId xmlns:a16="http://schemas.microsoft.com/office/drawing/2014/main" id="{AD029A53-3D70-9E37-0352-78F58C22B552}"/>
              </a:ext>
            </a:extLst>
          </p:cNvPr>
          <p:cNvSpPr>
            <a:spLocks noChangeAspect="1"/>
          </p:cNvSpPr>
          <p:nvPr/>
        </p:nvSpPr>
        <p:spPr>
          <a:xfrm>
            <a:off x="2758807" y="74282"/>
            <a:ext cx="241200" cy="241200"/>
          </a:xfrm>
          <a:prstGeom prst="ellipse">
            <a:avLst/>
          </a:prstGeom>
          <a:solidFill>
            <a:srgbClr val="D7D3C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4" name="Titel 3">
            <a:extLst>
              <a:ext uri="{FF2B5EF4-FFF2-40B4-BE49-F238E27FC236}">
                <a16:creationId xmlns:a16="http://schemas.microsoft.com/office/drawing/2014/main" id="{087BFF2B-BB25-A32F-E616-578C81BAAFDF}"/>
              </a:ext>
            </a:extLst>
          </p:cNvPr>
          <p:cNvSpPr>
            <a:spLocks noGrp="1"/>
          </p:cNvSpPr>
          <p:nvPr>
            <p:ph type="title"/>
          </p:nvPr>
        </p:nvSpPr>
        <p:spPr>
          <a:xfrm>
            <a:off x="2647445" y="1276609"/>
            <a:ext cx="929992" cy="446924"/>
          </a:xfrm>
        </p:spPr>
        <p:txBody>
          <a:bodyPr/>
          <a:lstStyle/>
          <a:p>
            <a:r>
              <a:rPr lang="en-GB" sz="12000" i="1" noProof="0" dirty="0">
                <a:effectLst/>
                <a:latin typeface="Amasis MT Pro" panose="02040504050005020304" pitchFamily="18" charset="0"/>
                <a:ea typeface="Aptos" panose="020B0004020202020204" pitchFamily="34" charset="0"/>
                <a:cs typeface="Times New Roman" panose="02020603050405020304" pitchFamily="18" charset="0"/>
              </a:rPr>
              <a:t>”</a:t>
            </a:r>
            <a:endParaRPr lang="en-GB" sz="12000" noProof="0" dirty="0"/>
          </a:p>
        </p:txBody>
      </p:sp>
      <p:sp>
        <p:nvSpPr>
          <p:cNvPr id="6" name="Tekstfelt 5">
            <a:extLst>
              <a:ext uri="{FF2B5EF4-FFF2-40B4-BE49-F238E27FC236}">
                <a16:creationId xmlns:a16="http://schemas.microsoft.com/office/drawing/2014/main" id="{83ACE9B7-F6A4-3B97-3D07-ACD01431046F}"/>
              </a:ext>
            </a:extLst>
          </p:cNvPr>
          <p:cNvSpPr txBox="1"/>
          <p:nvPr/>
        </p:nvSpPr>
        <p:spPr>
          <a:xfrm>
            <a:off x="3441404" y="1817595"/>
            <a:ext cx="4120721" cy="1569660"/>
          </a:xfrm>
          <a:prstGeom prst="rect">
            <a:avLst/>
          </a:prstGeom>
          <a:noFill/>
        </p:spPr>
        <p:txBody>
          <a:bodyPr wrap="square">
            <a:spAutoFit/>
          </a:bodyPr>
          <a:lstStyle/>
          <a:p>
            <a:pPr rtl="0"/>
            <a:r>
              <a:rPr lang="en-US" sz="2400" i="1" dirty="0">
                <a:latin typeface="Garamond" panose="02020404030301010803" pitchFamily="18" charset="0"/>
              </a:rPr>
              <a:t>The purpose is to give participants inspiration and ideas as well as simple tools that they can further develop and use in their own teaching.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2719EBA-671A-346B-9F87-592338E9C707}"/>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C8863DBB-9D63-A85A-F44C-774757809ABE}"/>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00C9C96E-7D2A-2CB8-613F-16C524F5D0F9}"/>
              </a:ext>
            </a:extLst>
          </p:cNvPr>
          <p:cNvSpPr txBox="1">
            <a:spLocks noGrp="1"/>
          </p:cNvSpPr>
          <p:nvPr>
            <p:ph type="title"/>
          </p:nvPr>
        </p:nvSpPr>
        <p:spPr>
          <a:xfrm>
            <a:off x="1509422" y="1827345"/>
            <a:ext cx="5617155" cy="1028487"/>
          </a:xfrm>
          <a:prstGeom prst="rect">
            <a:avLst/>
          </a:prstGeom>
        </p:spPr>
        <p:txBody>
          <a:bodyPr vert="horz" wrap="square" lIns="0" tIns="12700" rIns="0" bIns="0" rtlCol="0">
            <a:spAutoFit/>
          </a:bodyPr>
          <a:lstStyle/>
          <a:p>
            <a:pPr marL="12700" algn="ctr">
              <a:lnSpc>
                <a:spcPct val="100000"/>
              </a:lnSpc>
              <a:spcBef>
                <a:spcPts val="100"/>
              </a:spcBef>
            </a:pPr>
            <a:r>
              <a:rPr lang="en-GB" spc="-55" noProof="0" dirty="0"/>
              <a:t>PANEL MEETING</a:t>
            </a:r>
            <a:br>
              <a:rPr lang="en-GB" spc="-55" noProof="0" dirty="0"/>
            </a:br>
            <a:r>
              <a:rPr lang="en-GB" sz="1800" spc="-55" noProof="0" dirty="0"/>
              <a:t>12</a:t>
            </a:r>
            <a:r>
              <a:rPr lang="en-GB" sz="1800" spc="-55" baseline="30000" dirty="0" err="1"/>
              <a:t>th</a:t>
            </a:r>
            <a:r>
              <a:rPr lang="en-GB" sz="1800" spc="-55" baseline="30000" dirty="0"/>
              <a:t> </a:t>
            </a:r>
            <a:r>
              <a:rPr lang="en-GB" sz="1800" spc="-55" noProof="0" dirty="0"/>
              <a:t>of March 2026</a:t>
            </a:r>
          </a:p>
        </p:txBody>
      </p:sp>
      <p:pic>
        <p:nvPicPr>
          <p:cNvPr id="9" name="Grafik 8">
            <a:extLst>
              <a:ext uri="{FF2B5EF4-FFF2-40B4-BE49-F238E27FC236}">
                <a16:creationId xmlns:a16="http://schemas.microsoft.com/office/drawing/2014/main" id="{2E7BEAAA-FEE9-CF07-081D-A457041D31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Tree>
    <p:extLst>
      <p:ext uri="{BB962C8B-B14F-4D97-AF65-F5344CB8AC3E}">
        <p14:creationId xmlns:p14="http://schemas.microsoft.com/office/powerpoint/2010/main" val="3862167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E9F0BC0-6CC4-3EBB-EB7A-019603DF4C38}"/>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15F1CAB3-60DC-8749-02D1-DD115919449B}"/>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0" name="Grafik 9">
            <a:extLst>
              <a:ext uri="{FF2B5EF4-FFF2-40B4-BE49-F238E27FC236}">
                <a16:creationId xmlns:a16="http://schemas.microsoft.com/office/drawing/2014/main" id="{600A3059-ADC2-1872-23D4-EB9108E8C2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6" name="Tekstfelt 5">
            <a:extLst>
              <a:ext uri="{FF2B5EF4-FFF2-40B4-BE49-F238E27FC236}">
                <a16:creationId xmlns:a16="http://schemas.microsoft.com/office/drawing/2014/main" id="{07853988-8632-E0DF-30CC-A4036D3AF45E}"/>
              </a:ext>
            </a:extLst>
          </p:cNvPr>
          <p:cNvSpPr txBox="1"/>
          <p:nvPr/>
        </p:nvSpPr>
        <p:spPr>
          <a:xfrm>
            <a:off x="370047" y="262229"/>
            <a:ext cx="3511686" cy="369332"/>
          </a:xfrm>
          <a:prstGeom prst="rect">
            <a:avLst/>
          </a:prstGeom>
          <a:noFill/>
        </p:spPr>
        <p:txBody>
          <a:bodyPr wrap="square" rtlCol="0">
            <a:spAutoFit/>
          </a:bodyPr>
          <a:lstStyle/>
          <a:p>
            <a:r>
              <a:rPr lang="en-GB" b="1" noProof="0" dirty="0">
                <a:solidFill>
                  <a:schemeClr val="tx1"/>
                </a:solidFill>
                <a:latin typeface="Garamond" panose="02020404030301010803" pitchFamily="18" charset="0"/>
              </a:rPr>
              <a:t>PANEL MEETING	</a:t>
            </a:r>
          </a:p>
        </p:txBody>
      </p:sp>
      <p:sp>
        <p:nvSpPr>
          <p:cNvPr id="7" name="Rectangle 1">
            <a:extLst>
              <a:ext uri="{FF2B5EF4-FFF2-40B4-BE49-F238E27FC236}">
                <a16:creationId xmlns:a16="http://schemas.microsoft.com/office/drawing/2014/main" id="{ED31526D-844D-71FB-326A-B5A86623422A}"/>
              </a:ext>
            </a:extLst>
          </p:cNvPr>
          <p:cNvSpPr>
            <a:spLocks noChangeArrowheads="1"/>
          </p:cNvSpPr>
          <p:nvPr/>
        </p:nvSpPr>
        <p:spPr bwMode="auto">
          <a:xfrm>
            <a:off x="622300" y="1857375"/>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B1E01118-06A9-68A0-4824-238EBF1CF36D}"/>
              </a:ext>
            </a:extLst>
          </p:cNvPr>
          <p:cNvSpPr>
            <a:spLocks noChangeArrowheads="1"/>
          </p:cNvSpPr>
          <p:nvPr/>
        </p:nvSpPr>
        <p:spPr bwMode="auto">
          <a:xfrm>
            <a:off x="622300" y="1706563"/>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B36ABB86-BE74-F94B-E943-C254E48A37C8}"/>
              </a:ext>
            </a:extLst>
          </p:cNvPr>
          <p:cNvSpPr txBox="1"/>
          <p:nvPr/>
        </p:nvSpPr>
        <p:spPr>
          <a:xfrm>
            <a:off x="6194574" y="631561"/>
            <a:ext cx="2203152" cy="3108543"/>
          </a:xfrm>
          <a:prstGeom prst="rect">
            <a:avLst/>
          </a:prstGeom>
          <a:noFill/>
        </p:spPr>
        <p:txBody>
          <a:bodyPr wrap="square" rtlCol="0">
            <a:spAutoFit/>
          </a:bodyPr>
          <a:lstStyle/>
          <a:p>
            <a:r>
              <a:rPr lang="en-GB" sz="1400" noProof="0" dirty="0">
                <a:latin typeface="Garamond" panose="02020404030301010803" pitchFamily="18" charset="0"/>
              </a:rPr>
              <a:t>Representatives from:</a:t>
            </a:r>
          </a:p>
          <a:p>
            <a:pPr marL="285750" indent="-285750">
              <a:buFont typeface="Arial" panose="020B0604020202020204" pitchFamily="34" charset="0"/>
              <a:buChar char="•"/>
            </a:pPr>
            <a:r>
              <a:rPr lang="en-GB" sz="1400" dirty="0">
                <a:latin typeface="Garamond" panose="02020404030301010803" pitchFamily="18" charset="0"/>
              </a:rPr>
              <a:t>Three involved high schools</a:t>
            </a:r>
            <a:endParaRPr lang="en-GB" sz="1400" noProof="0" dirty="0">
              <a:latin typeface="Garamond" panose="02020404030301010803" pitchFamily="18" charset="0"/>
            </a:endParaRPr>
          </a:p>
          <a:p>
            <a:pPr marL="285750" indent="-285750">
              <a:buFont typeface="Arial" panose="020B0604020202020204" pitchFamily="34" charset="0"/>
              <a:buChar char="•"/>
            </a:pPr>
            <a:r>
              <a:rPr lang="en-GB" sz="1400" noProof="0" dirty="0">
                <a:latin typeface="Garamond" panose="02020404030301010803" pitchFamily="18" charset="0"/>
              </a:rPr>
              <a:t>Consultants from Ministry of Education in Physics, Maths &amp; I</a:t>
            </a:r>
            <a:r>
              <a:rPr lang="en-GB" sz="1400" dirty="0" err="1">
                <a:latin typeface="Garamond" panose="02020404030301010803" pitchFamily="18" charset="0"/>
              </a:rPr>
              <a:t>nformatics</a:t>
            </a:r>
            <a:endParaRPr lang="en-GB" sz="1400" noProof="0" dirty="0">
              <a:latin typeface="Garamond" panose="02020404030301010803" pitchFamily="18" charset="0"/>
            </a:endParaRPr>
          </a:p>
          <a:p>
            <a:endParaRPr lang="en-GB" sz="1400" noProof="0" dirty="0">
              <a:latin typeface="Garamond" panose="02020404030301010803" pitchFamily="18" charset="0"/>
            </a:endParaRPr>
          </a:p>
          <a:p>
            <a:r>
              <a:rPr lang="en-GB" sz="1400" noProof="0" dirty="0">
                <a:latin typeface="Garamond" panose="02020404030301010803" pitchFamily="18" charset="0"/>
              </a:rPr>
              <a:t>UCPH:</a:t>
            </a:r>
            <a:br>
              <a:rPr lang="en-GB" sz="1400" noProof="0" dirty="0">
                <a:latin typeface="Garamond" panose="02020404030301010803" pitchFamily="18" charset="0"/>
              </a:rPr>
            </a:br>
            <a:r>
              <a:rPr lang="en-GB" sz="1400" noProof="0" dirty="0">
                <a:latin typeface="Garamond" panose="02020404030301010803" pitchFamily="18" charset="0"/>
              </a:rPr>
              <a:t>Jens Dolin, Sara Boline Lise Bang Ingvartsen, Anne Karina Steen &amp; Mikkel Gorm </a:t>
            </a:r>
            <a:r>
              <a:rPr lang="en-GB" sz="1400" noProof="0" dirty="0" err="1">
                <a:latin typeface="Garamond" panose="02020404030301010803" pitchFamily="18" charset="0"/>
              </a:rPr>
              <a:t>Kærgård</a:t>
            </a:r>
            <a:r>
              <a:rPr lang="en-GB" sz="1400" noProof="0" dirty="0">
                <a:latin typeface="Garamond" panose="02020404030301010803" pitchFamily="18" charset="0"/>
              </a:rPr>
              <a:t> Jørgensen</a:t>
            </a:r>
          </a:p>
          <a:p>
            <a:endParaRPr lang="en-GB" sz="1400" noProof="0" dirty="0">
              <a:latin typeface="Garamond" panose="02020404030301010803" pitchFamily="18" charset="0"/>
            </a:endParaRPr>
          </a:p>
        </p:txBody>
      </p:sp>
      <p:pic>
        <p:nvPicPr>
          <p:cNvPr id="9" name="Picture 8">
            <a:extLst>
              <a:ext uri="{FF2B5EF4-FFF2-40B4-BE49-F238E27FC236}">
                <a16:creationId xmlns:a16="http://schemas.microsoft.com/office/drawing/2014/main" id="{A83D1B83-F5A2-B7AF-BAA8-7ED7C585B42C}"/>
              </a:ext>
            </a:extLst>
          </p:cNvPr>
          <p:cNvPicPr>
            <a:picLocks noChangeAspect="1"/>
          </p:cNvPicPr>
          <p:nvPr/>
        </p:nvPicPr>
        <p:blipFill>
          <a:blip r:embed="rId4"/>
          <a:stretch>
            <a:fillRect/>
          </a:stretch>
        </p:blipFill>
        <p:spPr>
          <a:xfrm>
            <a:off x="370047" y="706966"/>
            <a:ext cx="4963953" cy="3589022"/>
          </a:xfrm>
          <a:prstGeom prst="rect">
            <a:avLst/>
          </a:prstGeom>
        </p:spPr>
      </p:pic>
    </p:spTree>
    <p:extLst>
      <p:ext uri="{BB962C8B-B14F-4D97-AF65-F5344CB8AC3E}">
        <p14:creationId xmlns:p14="http://schemas.microsoft.com/office/powerpoint/2010/main" val="1107509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4D76E43-58DF-5F02-5649-80B94501E4CA}"/>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03EEA841-7E36-85B3-DE40-7DE25BD82EB7}"/>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0" name="Grafik 9">
            <a:extLst>
              <a:ext uri="{FF2B5EF4-FFF2-40B4-BE49-F238E27FC236}">
                <a16:creationId xmlns:a16="http://schemas.microsoft.com/office/drawing/2014/main" id="{691E7618-A622-F263-FE14-B74998A407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6" name="Tekstfelt 5">
            <a:extLst>
              <a:ext uri="{FF2B5EF4-FFF2-40B4-BE49-F238E27FC236}">
                <a16:creationId xmlns:a16="http://schemas.microsoft.com/office/drawing/2014/main" id="{915F6ED3-E3E6-B072-75AA-5092755F0C07}"/>
              </a:ext>
            </a:extLst>
          </p:cNvPr>
          <p:cNvSpPr txBox="1"/>
          <p:nvPr/>
        </p:nvSpPr>
        <p:spPr>
          <a:xfrm>
            <a:off x="244764" y="292451"/>
            <a:ext cx="3511686" cy="369332"/>
          </a:xfrm>
          <a:prstGeom prst="rect">
            <a:avLst/>
          </a:prstGeom>
          <a:noFill/>
        </p:spPr>
        <p:txBody>
          <a:bodyPr wrap="square" lIns="91440" tIns="45720" rIns="91440" bIns="45720" rtlCol="0" anchor="t">
            <a:spAutoFit/>
          </a:bodyPr>
          <a:lstStyle/>
          <a:p>
            <a:r>
              <a:rPr lang="en-GB" b="1" dirty="0">
                <a:solidFill>
                  <a:schemeClr val="tx1"/>
                </a:solidFill>
                <a:latin typeface="Garamond"/>
              </a:rPr>
              <a:t>PANEL MEETING</a:t>
            </a:r>
            <a:endParaRPr lang="en-GB" b="1" noProof="0" dirty="0">
              <a:solidFill>
                <a:schemeClr val="tx1"/>
              </a:solidFill>
              <a:latin typeface="Garamond"/>
            </a:endParaRPr>
          </a:p>
        </p:txBody>
      </p:sp>
      <p:sp>
        <p:nvSpPr>
          <p:cNvPr id="7" name="Rectangle 1">
            <a:extLst>
              <a:ext uri="{FF2B5EF4-FFF2-40B4-BE49-F238E27FC236}">
                <a16:creationId xmlns:a16="http://schemas.microsoft.com/office/drawing/2014/main" id="{D2A19227-522B-C545-213D-B0F65292215B}"/>
              </a:ext>
            </a:extLst>
          </p:cNvPr>
          <p:cNvSpPr>
            <a:spLocks noChangeArrowheads="1"/>
          </p:cNvSpPr>
          <p:nvPr/>
        </p:nvSpPr>
        <p:spPr bwMode="auto">
          <a:xfrm>
            <a:off x="622300" y="1869901"/>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29986064-2E5A-3ED3-1323-B4B132A34730}"/>
              </a:ext>
            </a:extLst>
          </p:cNvPr>
          <p:cNvSpPr>
            <a:spLocks noChangeArrowheads="1"/>
          </p:cNvSpPr>
          <p:nvPr/>
        </p:nvSpPr>
        <p:spPr bwMode="auto">
          <a:xfrm>
            <a:off x="622300" y="1706563"/>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6" name="Right Brace 15">
            <a:extLst>
              <a:ext uri="{FF2B5EF4-FFF2-40B4-BE49-F238E27FC236}">
                <a16:creationId xmlns:a16="http://schemas.microsoft.com/office/drawing/2014/main" id="{7AE02644-40D8-089D-DC91-D2C828C91FAD}"/>
              </a:ext>
            </a:extLst>
          </p:cNvPr>
          <p:cNvSpPr/>
          <p:nvPr/>
        </p:nvSpPr>
        <p:spPr>
          <a:xfrm>
            <a:off x="5349985" y="755539"/>
            <a:ext cx="236268" cy="134419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noProof="0" dirty="0"/>
          </a:p>
        </p:txBody>
      </p:sp>
      <p:pic>
        <p:nvPicPr>
          <p:cNvPr id="2" name="Picture 1">
            <a:extLst>
              <a:ext uri="{FF2B5EF4-FFF2-40B4-BE49-F238E27FC236}">
                <a16:creationId xmlns:a16="http://schemas.microsoft.com/office/drawing/2014/main" id="{A9CF194B-BB0E-6E30-2B0C-99398239A30D}"/>
              </a:ext>
            </a:extLst>
          </p:cNvPr>
          <p:cNvPicPr>
            <a:picLocks noChangeAspect="1"/>
          </p:cNvPicPr>
          <p:nvPr/>
        </p:nvPicPr>
        <p:blipFill>
          <a:blip r:embed="rId4"/>
          <a:stretch>
            <a:fillRect/>
          </a:stretch>
        </p:blipFill>
        <p:spPr>
          <a:xfrm>
            <a:off x="336180" y="634593"/>
            <a:ext cx="4963953" cy="3589022"/>
          </a:xfrm>
          <a:prstGeom prst="rect">
            <a:avLst/>
          </a:prstGeom>
        </p:spPr>
      </p:pic>
      <p:sp>
        <p:nvSpPr>
          <p:cNvPr id="8" name="TextBox 7">
            <a:extLst>
              <a:ext uri="{FF2B5EF4-FFF2-40B4-BE49-F238E27FC236}">
                <a16:creationId xmlns:a16="http://schemas.microsoft.com/office/drawing/2014/main" id="{C0F8E37E-0AFC-F023-E1A6-8EB862B8160B}"/>
              </a:ext>
            </a:extLst>
          </p:cNvPr>
          <p:cNvSpPr txBox="1"/>
          <p:nvPr/>
        </p:nvSpPr>
        <p:spPr>
          <a:xfrm>
            <a:off x="5636105" y="1240981"/>
            <a:ext cx="2260986" cy="1477328"/>
          </a:xfrm>
          <a:prstGeom prst="rect">
            <a:avLst/>
          </a:prstGeom>
          <a:noFill/>
        </p:spPr>
        <p:txBody>
          <a:bodyPr wrap="square" rtlCol="0">
            <a:spAutoFit/>
          </a:bodyPr>
          <a:lstStyle/>
          <a:p>
            <a:r>
              <a:rPr lang="en-GB" noProof="0" dirty="0">
                <a:latin typeface="Garamond" panose="02020404030301010803" pitchFamily="18" charset="0"/>
              </a:rPr>
              <a:t>Chosen subjects</a:t>
            </a:r>
            <a:r>
              <a:rPr lang="en-GB">
                <a:latin typeface="Garamond" panose="02020404030301010803" pitchFamily="18" charset="0"/>
              </a:rPr>
              <a:t>:</a:t>
            </a:r>
          </a:p>
          <a:p>
            <a:endParaRPr lang="en-GB" sz="1800" noProof="0">
              <a:latin typeface="Garamond" panose="02020404030301010803" pitchFamily="18" charset="0"/>
            </a:endParaRPr>
          </a:p>
          <a:p>
            <a:pPr marL="285750" indent="-285750">
              <a:buFont typeface="Arial" panose="020B0604020202020204" pitchFamily="34" charset="0"/>
              <a:buChar char="•"/>
            </a:pPr>
            <a:r>
              <a:rPr lang="en-GB" sz="1800" noProof="0">
                <a:latin typeface="Garamond" panose="02020404030301010803" pitchFamily="18" charset="0"/>
              </a:rPr>
              <a:t>Cryptography </a:t>
            </a:r>
          </a:p>
          <a:p>
            <a:pPr marL="285750" indent="-285750">
              <a:buFont typeface="Arial" panose="020B0604020202020204" pitchFamily="34" charset="0"/>
              <a:buChar char="•"/>
            </a:pPr>
            <a:r>
              <a:rPr lang="en-GB" sz="1800" noProof="0">
                <a:latin typeface="Garamond" panose="02020404030301010803" pitchFamily="18" charset="0"/>
              </a:rPr>
              <a:t>Internet of Things</a:t>
            </a:r>
          </a:p>
          <a:p>
            <a:pPr marL="285750" indent="-285750">
              <a:buFont typeface="Arial" panose="020B0604020202020204" pitchFamily="34" charset="0"/>
              <a:buChar char="•"/>
            </a:pPr>
            <a:r>
              <a:rPr lang="en-GB" sz="1800" noProof="0">
                <a:latin typeface="Garamond" panose="02020404030301010803" pitchFamily="18" charset="0"/>
              </a:rPr>
              <a:t>Mobile computing</a:t>
            </a:r>
            <a:endParaRPr lang="en-GB" noProof="0">
              <a:latin typeface="Garamond" panose="02020404030301010803" pitchFamily="18" charset="0"/>
            </a:endParaRPr>
          </a:p>
        </p:txBody>
      </p:sp>
    </p:spTree>
    <p:extLst>
      <p:ext uri="{BB962C8B-B14F-4D97-AF65-F5344CB8AC3E}">
        <p14:creationId xmlns:p14="http://schemas.microsoft.com/office/powerpoint/2010/main" val="1505572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CAAC3B-3DB0-CFB4-6C0B-F39101A1F67F}"/>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CAB99B46-D396-2255-1ED2-3AD6B992F74A}"/>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0" name="Grafik 9">
            <a:extLst>
              <a:ext uri="{FF2B5EF4-FFF2-40B4-BE49-F238E27FC236}">
                <a16:creationId xmlns:a16="http://schemas.microsoft.com/office/drawing/2014/main" id="{05B98F6D-03CF-1188-BACB-38D410F73E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6" name="Tekstfelt 5">
            <a:extLst>
              <a:ext uri="{FF2B5EF4-FFF2-40B4-BE49-F238E27FC236}">
                <a16:creationId xmlns:a16="http://schemas.microsoft.com/office/drawing/2014/main" id="{3BF68079-F690-8E63-029C-8AB67C18A5A3}"/>
              </a:ext>
            </a:extLst>
          </p:cNvPr>
          <p:cNvSpPr txBox="1"/>
          <p:nvPr/>
        </p:nvSpPr>
        <p:spPr>
          <a:xfrm>
            <a:off x="301556" y="296694"/>
            <a:ext cx="8149995" cy="369332"/>
          </a:xfrm>
          <a:prstGeom prst="rect">
            <a:avLst/>
          </a:prstGeom>
          <a:noFill/>
        </p:spPr>
        <p:txBody>
          <a:bodyPr wrap="square" lIns="91440" tIns="45720" rIns="91440" bIns="45720" rtlCol="0" anchor="t">
            <a:spAutoFit/>
          </a:bodyPr>
          <a:lstStyle/>
          <a:p>
            <a:r>
              <a:rPr lang="en-GB" b="1" dirty="0">
                <a:solidFill>
                  <a:schemeClr val="tx1"/>
                </a:solidFill>
                <a:latin typeface="Garamond"/>
              </a:rPr>
              <a:t>PANEL MEETING</a:t>
            </a:r>
            <a:r>
              <a:rPr lang="en-GB" b="1" noProof="0" dirty="0">
                <a:solidFill>
                  <a:schemeClr val="tx1"/>
                </a:solidFill>
                <a:latin typeface="Garamond"/>
              </a:rPr>
              <a:t> – GENERAL COMMENTS</a:t>
            </a:r>
          </a:p>
        </p:txBody>
      </p:sp>
      <p:pic>
        <p:nvPicPr>
          <p:cNvPr id="18" name="Grafik 17" descr="Cloud Computing med massiv udfyldning">
            <a:extLst>
              <a:ext uri="{FF2B5EF4-FFF2-40B4-BE49-F238E27FC236}">
                <a16:creationId xmlns:a16="http://schemas.microsoft.com/office/drawing/2014/main" id="{132346D2-71FF-71DC-223B-4707291B2C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5633" y="2599917"/>
            <a:ext cx="565949" cy="565949"/>
          </a:xfrm>
          <a:prstGeom prst="rect">
            <a:avLst/>
          </a:prstGeom>
        </p:spPr>
      </p:pic>
      <p:sp>
        <p:nvSpPr>
          <p:cNvPr id="7" name="Rectangle 1">
            <a:extLst>
              <a:ext uri="{FF2B5EF4-FFF2-40B4-BE49-F238E27FC236}">
                <a16:creationId xmlns:a16="http://schemas.microsoft.com/office/drawing/2014/main" id="{C7D99E84-8E19-5C25-BE26-44512A4B6E13}"/>
              </a:ext>
            </a:extLst>
          </p:cNvPr>
          <p:cNvSpPr>
            <a:spLocks noChangeArrowheads="1"/>
          </p:cNvSpPr>
          <p:nvPr/>
        </p:nvSpPr>
        <p:spPr bwMode="auto">
          <a:xfrm>
            <a:off x="622300" y="1857375"/>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F0FE92DC-010B-804B-9710-35AB521C3F37}"/>
              </a:ext>
            </a:extLst>
          </p:cNvPr>
          <p:cNvSpPr>
            <a:spLocks noChangeArrowheads="1"/>
          </p:cNvSpPr>
          <p:nvPr/>
        </p:nvSpPr>
        <p:spPr bwMode="auto">
          <a:xfrm>
            <a:off x="622300" y="1706563"/>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8" name="Tekstfelt 7">
            <a:extLst>
              <a:ext uri="{FF2B5EF4-FFF2-40B4-BE49-F238E27FC236}">
                <a16:creationId xmlns:a16="http://schemas.microsoft.com/office/drawing/2014/main" id="{FF2FF48B-B704-3DFA-8AE2-CC318BD6221C}"/>
              </a:ext>
            </a:extLst>
          </p:cNvPr>
          <p:cNvSpPr txBox="1"/>
          <p:nvPr/>
        </p:nvSpPr>
        <p:spPr>
          <a:xfrm>
            <a:off x="301555" y="957542"/>
            <a:ext cx="7913453" cy="3477875"/>
          </a:xfrm>
          <a:prstGeom prst="rect">
            <a:avLst/>
          </a:prstGeom>
          <a:noFill/>
        </p:spPr>
        <p:txBody>
          <a:bodyPr wrap="square" lIns="91440" tIns="45720" rIns="91440" bIns="45720" anchor="t">
            <a:spAutoFit/>
          </a:bodyPr>
          <a:lstStyle/>
          <a:p>
            <a:pPr algn="l" rtl="0" fontAlgn="base"/>
            <a:endParaRPr lang="en-GB" sz="1600" noProof="0" dirty="0">
              <a:solidFill>
                <a:srgbClr val="000000"/>
              </a:solidFill>
              <a:latin typeface="Garamond" panose="02020404030301010803" pitchFamily="18" charset="0"/>
            </a:endParaRPr>
          </a:p>
          <a:p>
            <a:pPr marL="171450" indent="-171450" algn="l" rtl="0" fontAlgn="base">
              <a:buFont typeface="Arial" panose="020B0604020202020204" pitchFamily="34" charset="0"/>
              <a:buChar char="•"/>
            </a:pPr>
            <a:r>
              <a:rPr lang="en-GB" b="0" i="0" noProof="0" dirty="0">
                <a:solidFill>
                  <a:srgbClr val="000000"/>
                </a:solidFill>
                <a:effectLst/>
                <a:latin typeface="Garamond"/>
              </a:rPr>
              <a:t>A wish for specific processes and examples</a:t>
            </a:r>
            <a:br>
              <a:rPr lang="en-GB" b="0" i="0" noProof="0" dirty="0">
                <a:solidFill>
                  <a:srgbClr val="000000"/>
                </a:solidFill>
                <a:effectLst/>
                <a:latin typeface="Garamond"/>
              </a:rPr>
            </a:br>
            <a:endParaRPr lang="en-GB" b="0" i="0" noProof="0" dirty="0">
              <a:solidFill>
                <a:srgbClr val="000000"/>
              </a:solidFill>
              <a:effectLst/>
              <a:latin typeface="Garamond"/>
            </a:endParaRPr>
          </a:p>
          <a:p>
            <a:pPr marL="171450" indent="-171450" algn="l" rtl="0" fontAlgn="base">
              <a:buFont typeface="Arial" panose="020B0604020202020204" pitchFamily="34" charset="0"/>
              <a:buChar char="•"/>
            </a:pPr>
            <a:r>
              <a:rPr lang="en-GB" dirty="0">
                <a:solidFill>
                  <a:srgbClr val="000000"/>
                </a:solidFill>
                <a:latin typeface="Garamond"/>
              </a:rPr>
              <a:t>Multidisciplinary lenses</a:t>
            </a:r>
            <a:br>
              <a:rPr lang="en-GB" dirty="0">
                <a:solidFill>
                  <a:srgbClr val="000000"/>
                </a:solidFill>
                <a:latin typeface="Garamond"/>
              </a:rPr>
            </a:br>
            <a:endParaRPr lang="en-GB" dirty="0">
              <a:solidFill>
                <a:srgbClr val="000000"/>
              </a:solidFill>
              <a:latin typeface="Garamond"/>
            </a:endParaRPr>
          </a:p>
          <a:p>
            <a:pPr marL="171450" indent="-171450" algn="l" rtl="0" fontAlgn="base">
              <a:buFont typeface="Arial" panose="020B0604020202020204" pitchFamily="34" charset="0"/>
              <a:buChar char="•"/>
            </a:pPr>
            <a:r>
              <a:rPr lang="en-GB" b="0" i="0" noProof="0" dirty="0">
                <a:solidFill>
                  <a:srgbClr val="000000"/>
                </a:solidFill>
                <a:effectLst/>
                <a:latin typeface="Garamond"/>
              </a:rPr>
              <a:t>Focus on STEM but consider social science</a:t>
            </a:r>
            <a:r>
              <a:rPr lang="en-GB" dirty="0">
                <a:solidFill>
                  <a:srgbClr val="000000"/>
                </a:solidFill>
                <a:latin typeface="Garamond"/>
              </a:rPr>
              <a:t> </a:t>
            </a:r>
            <a:r>
              <a:rPr lang="en-GB" b="0" i="0" noProof="0" dirty="0">
                <a:solidFill>
                  <a:srgbClr val="000000"/>
                </a:solidFill>
                <a:effectLst/>
                <a:latin typeface="Garamond"/>
              </a:rPr>
              <a:t>areas and impact</a:t>
            </a:r>
            <a:br>
              <a:rPr lang="en-GB" b="0" i="0" noProof="0" dirty="0">
                <a:solidFill>
                  <a:srgbClr val="000000"/>
                </a:solidFill>
                <a:effectLst/>
                <a:latin typeface="Garamond"/>
              </a:rPr>
            </a:br>
            <a:endParaRPr lang="en-GB" b="0" i="0" noProof="0" dirty="0">
              <a:solidFill>
                <a:srgbClr val="000000"/>
              </a:solidFill>
              <a:effectLst/>
              <a:latin typeface="Garamond"/>
            </a:endParaRPr>
          </a:p>
          <a:p>
            <a:pPr marL="171450" indent="-171450" algn="l" rtl="0" fontAlgn="base">
              <a:buFont typeface="Arial" panose="020B0604020202020204" pitchFamily="34" charset="0"/>
              <a:buChar char="•"/>
            </a:pPr>
            <a:r>
              <a:rPr lang="en-GB" dirty="0">
                <a:solidFill>
                  <a:srgbClr val="000000"/>
                </a:solidFill>
                <a:latin typeface="Garamond"/>
              </a:rPr>
              <a:t>Uses for STX and HTX </a:t>
            </a:r>
            <a:br>
              <a:rPr lang="en-GB" b="0" i="0" noProof="0" dirty="0">
                <a:solidFill>
                  <a:srgbClr val="000000"/>
                </a:solidFill>
                <a:effectLst/>
                <a:latin typeface="Garamond"/>
              </a:rPr>
            </a:br>
            <a:endParaRPr lang="en-GB" b="0" i="0" noProof="0" dirty="0">
              <a:solidFill>
                <a:srgbClr val="000000"/>
              </a:solidFill>
              <a:effectLst/>
              <a:latin typeface="Garamond"/>
            </a:endParaRPr>
          </a:p>
          <a:p>
            <a:pPr algn="l"/>
            <a:br>
              <a:rPr lang="en-GB" b="0" i="0" noProof="0" dirty="0">
                <a:solidFill>
                  <a:srgbClr val="000000"/>
                </a:solidFill>
                <a:effectLst/>
                <a:latin typeface="Garamond"/>
              </a:rPr>
            </a:br>
            <a:br>
              <a:rPr lang="en-GB" noProof="0" dirty="0">
                <a:latin typeface="Garamond"/>
              </a:rPr>
            </a:br>
            <a:br>
              <a:rPr lang="en-GB" sz="1200" noProof="0" dirty="0">
                <a:latin typeface="Garamond"/>
              </a:rPr>
            </a:br>
            <a:endParaRPr lang="en-GB" sz="1200" b="0" i="0" noProof="0" dirty="0">
              <a:solidFill>
                <a:srgbClr val="000000"/>
              </a:solidFill>
              <a:effectLst/>
              <a:latin typeface="Garamond"/>
            </a:endParaRPr>
          </a:p>
        </p:txBody>
      </p:sp>
    </p:spTree>
    <p:extLst>
      <p:ext uri="{BB962C8B-B14F-4D97-AF65-F5344CB8AC3E}">
        <p14:creationId xmlns:p14="http://schemas.microsoft.com/office/powerpoint/2010/main" val="37278998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bject 2">
            <a:extLst>
              <a:ext uri="{FF2B5EF4-FFF2-40B4-BE49-F238E27FC236}">
                <a16:creationId xmlns:a16="http://schemas.microsoft.com/office/drawing/2014/main" id="{58513961-109F-2239-FDE5-079454A85E53}"/>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3" name="Grafik 12">
            <a:extLst>
              <a:ext uri="{FF2B5EF4-FFF2-40B4-BE49-F238E27FC236}">
                <a16:creationId xmlns:a16="http://schemas.microsoft.com/office/drawing/2014/main" id="{96673BE2-327D-9EA4-450C-F3931355C3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graphicFrame>
        <p:nvGraphicFramePr>
          <p:cNvPr id="25" name="Tabel 24">
            <a:extLst>
              <a:ext uri="{FF2B5EF4-FFF2-40B4-BE49-F238E27FC236}">
                <a16:creationId xmlns:a16="http://schemas.microsoft.com/office/drawing/2014/main" id="{C8E6C49C-5FF6-B43A-2136-17D3A96964E9}"/>
              </a:ext>
            </a:extLst>
          </p:cNvPr>
          <p:cNvGraphicFramePr>
            <a:graphicFrameLocks noGrp="1"/>
          </p:cNvGraphicFramePr>
          <p:nvPr>
            <p:extLst>
              <p:ext uri="{D42A27DB-BD31-4B8C-83A1-F6EECF244321}">
                <p14:modId xmlns:p14="http://schemas.microsoft.com/office/powerpoint/2010/main" val="1933093886"/>
              </p:ext>
            </p:extLst>
          </p:nvPr>
        </p:nvGraphicFramePr>
        <p:xfrm>
          <a:off x="433891" y="743208"/>
          <a:ext cx="7952582" cy="3474720"/>
        </p:xfrm>
        <a:graphic>
          <a:graphicData uri="http://schemas.openxmlformats.org/drawingml/2006/table">
            <a:tbl>
              <a:tblPr firstRow="1" bandRow="1">
                <a:tableStyleId>{5940675A-B579-460E-94D1-54222C63F5DA}</a:tableStyleId>
              </a:tblPr>
              <a:tblGrid>
                <a:gridCol w="1280320">
                  <a:extLst>
                    <a:ext uri="{9D8B030D-6E8A-4147-A177-3AD203B41FA5}">
                      <a16:colId xmlns:a16="http://schemas.microsoft.com/office/drawing/2014/main" val="1021311096"/>
                    </a:ext>
                  </a:extLst>
                </a:gridCol>
                <a:gridCol w="664983">
                  <a:extLst>
                    <a:ext uri="{9D8B030D-6E8A-4147-A177-3AD203B41FA5}">
                      <a16:colId xmlns:a16="http://schemas.microsoft.com/office/drawing/2014/main" val="1352330989"/>
                    </a:ext>
                  </a:extLst>
                </a:gridCol>
                <a:gridCol w="6007279">
                  <a:extLst>
                    <a:ext uri="{9D8B030D-6E8A-4147-A177-3AD203B41FA5}">
                      <a16:colId xmlns:a16="http://schemas.microsoft.com/office/drawing/2014/main" val="1256810893"/>
                    </a:ext>
                  </a:extLst>
                </a:gridCol>
              </a:tblGrid>
              <a:tr h="370840">
                <a:tc>
                  <a:txBody>
                    <a:bodyPr/>
                    <a:lstStyle/>
                    <a:p>
                      <a:r>
                        <a:rPr lang="en-GB" sz="1400" b="1" noProof="0" dirty="0" err="1">
                          <a:latin typeface="Garamond" panose="02020404030301010803" pitchFamily="18" charset="0"/>
                        </a:rPr>
                        <a:t>Mulernes</a:t>
                      </a:r>
                      <a:r>
                        <a:rPr lang="en-GB" sz="1400" b="1" noProof="0" dirty="0">
                          <a:latin typeface="Garamond" panose="02020404030301010803" pitchFamily="18" charset="0"/>
                        </a:rPr>
                        <a:t> </a:t>
                      </a:r>
                      <a:r>
                        <a:rPr lang="en-GB" sz="1400" b="1" noProof="0" dirty="0" err="1">
                          <a:latin typeface="Garamond" panose="02020404030301010803" pitchFamily="18" charset="0"/>
                        </a:rPr>
                        <a:t>Legatskole</a:t>
                      </a:r>
                      <a:r>
                        <a:rPr lang="en-GB" sz="1400" b="1" noProof="0" dirty="0">
                          <a:latin typeface="Garamond" panose="02020404030301010803" pitchFamily="18" charset="0"/>
                        </a:rPr>
                        <a:t> </a:t>
                      </a:r>
                      <a:br>
                        <a:rPr lang="en-GB" sz="1400" noProof="0" dirty="0">
                          <a:latin typeface="Garamond" panose="02020404030301010803" pitchFamily="18" charset="0"/>
                        </a:rPr>
                      </a:br>
                      <a:r>
                        <a:rPr lang="en-GB" sz="1400" noProof="0" dirty="0">
                          <a:latin typeface="Garamond" panose="02020404030301010803" pitchFamily="18" charset="0"/>
                        </a:rPr>
                        <a:t>(Odense)</a:t>
                      </a:r>
                    </a:p>
                  </a:txBody>
                  <a:tcPr>
                    <a:solidFill>
                      <a:srgbClr val="EDEADF"/>
                    </a:solidFill>
                  </a:tcPr>
                </a:tc>
                <a:tc>
                  <a:txBody>
                    <a:bodyPr/>
                    <a:lstStyle/>
                    <a:p>
                      <a:r>
                        <a:rPr lang="en-GB" sz="1400" noProof="0" dirty="0">
                          <a:latin typeface="Garamond" panose="02020404030301010803" pitchFamily="18" charset="0"/>
                        </a:rPr>
                        <a:t>23/09</a:t>
                      </a:r>
                      <a:br>
                        <a:rPr lang="en-GB" sz="1400" noProof="0" dirty="0">
                          <a:latin typeface="Garamond" panose="02020404030301010803" pitchFamily="18" charset="0"/>
                        </a:rPr>
                      </a:br>
                      <a:r>
                        <a:rPr lang="en-GB" sz="1400" noProof="0" dirty="0">
                          <a:latin typeface="Garamond" panose="02020404030301010803" pitchFamily="18" charset="0"/>
                        </a:rPr>
                        <a:t>23/09</a:t>
                      </a:r>
                      <a:br>
                        <a:rPr lang="en-GB" sz="1400" noProof="0" dirty="0">
                          <a:latin typeface="Garamond" panose="02020404030301010803" pitchFamily="18" charset="0"/>
                        </a:rPr>
                      </a:br>
                      <a:r>
                        <a:rPr lang="en-GB" sz="1400" noProof="0" dirty="0">
                          <a:latin typeface="Garamond" panose="02020404030301010803" pitchFamily="18" charset="0"/>
                        </a:rPr>
                        <a:t>22/10</a:t>
                      </a:r>
                    </a:p>
                    <a:p>
                      <a:r>
                        <a:rPr lang="en-GB" sz="1400" noProof="0" dirty="0">
                          <a:latin typeface="Garamond" panose="02020404030301010803" pitchFamily="18" charset="0"/>
                        </a:rPr>
                        <a:t>22/10</a:t>
                      </a:r>
                    </a:p>
                  </a:txBody>
                  <a:tcPr/>
                </a:tc>
                <a:tc>
                  <a:txBody>
                    <a:bodyPr/>
                    <a:lstStyle/>
                    <a:p>
                      <a:r>
                        <a:rPr lang="en-GB" sz="1400" noProof="0" dirty="0">
                          <a:latin typeface="Garamond" panose="02020404030301010803" pitchFamily="18" charset="0"/>
                        </a:rPr>
                        <a:t>Module 1: Cryptography (Sara)</a:t>
                      </a:r>
                      <a:br>
                        <a:rPr lang="en-GB" sz="1400" noProof="0" dirty="0">
                          <a:latin typeface="Garamond" panose="02020404030301010803" pitchFamily="18" charset="0"/>
                        </a:rPr>
                      </a:br>
                      <a:r>
                        <a:rPr lang="en-GB" sz="1400" noProof="0" dirty="0">
                          <a:latin typeface="Garamond" panose="02020404030301010803" pitchFamily="18" charset="0"/>
                        </a:rPr>
                        <a:t>Module 2: Internet of Things (Daniel)</a:t>
                      </a:r>
                      <a:br>
                        <a:rPr lang="en-GB" sz="1400" noProof="0" dirty="0">
                          <a:latin typeface="Garamond" panose="02020404030301010803" pitchFamily="18" charset="0"/>
                        </a:rPr>
                      </a:br>
                      <a:r>
                        <a:rPr lang="en-GB" sz="1400" noProof="0" dirty="0">
                          <a:latin typeface="Garamond" panose="02020404030301010803" pitchFamily="18" charset="0"/>
                        </a:rPr>
                        <a:t>Module 3: Mobile computing (Teresa)</a:t>
                      </a:r>
                      <a:br>
                        <a:rPr lang="en-GB" sz="1400" noProof="0" dirty="0">
                          <a:latin typeface="Garamond" panose="02020404030301010803" pitchFamily="18" charset="0"/>
                        </a:rPr>
                      </a:br>
                      <a:r>
                        <a:rPr lang="en-GB" sz="1400" noProof="0" dirty="0">
                          <a:latin typeface="Garamond" panose="02020404030301010803" pitchFamily="18" charset="0"/>
                        </a:rPr>
                        <a:t>Module 4: From Research to Education – Development of Teaching Courses (DANISH) (Jens)</a:t>
                      </a:r>
                    </a:p>
                  </a:txBody>
                  <a:tcPr/>
                </a:tc>
                <a:extLst>
                  <a:ext uri="{0D108BD9-81ED-4DB2-BD59-A6C34878D82A}">
                    <a16:rowId xmlns:a16="http://schemas.microsoft.com/office/drawing/2014/main" val="2960451742"/>
                  </a:ext>
                </a:extLst>
              </a:tr>
              <a:tr h="370840">
                <a:tc>
                  <a:txBody>
                    <a:bodyPr/>
                    <a:lstStyle/>
                    <a:p>
                      <a:r>
                        <a:rPr lang="en-GB" sz="1400" b="1" noProof="0" dirty="0" err="1">
                          <a:latin typeface="Garamond" panose="02020404030301010803" pitchFamily="18" charset="0"/>
                        </a:rPr>
                        <a:t>Sukkertoppen</a:t>
                      </a:r>
                      <a:r>
                        <a:rPr lang="en-GB" sz="1400" b="1" noProof="0" dirty="0">
                          <a:latin typeface="Garamond" panose="02020404030301010803" pitchFamily="18" charset="0"/>
                        </a:rPr>
                        <a:t> Gymnasium</a:t>
                      </a:r>
                      <a:br>
                        <a:rPr lang="en-GB" sz="1400" noProof="0" dirty="0">
                          <a:latin typeface="Garamond" panose="02020404030301010803" pitchFamily="18" charset="0"/>
                        </a:rPr>
                      </a:br>
                      <a:r>
                        <a:rPr lang="en-GB" sz="1400" noProof="0" dirty="0">
                          <a:latin typeface="Garamond" panose="02020404030301010803" pitchFamily="18" charset="0"/>
                        </a:rPr>
                        <a:t>(Copenhagen)</a:t>
                      </a:r>
                    </a:p>
                  </a:txBody>
                  <a:tcPr>
                    <a:solidFill>
                      <a:srgbClr val="EDEADF"/>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400" noProof="0" dirty="0">
                          <a:latin typeface="Garamond" panose="02020404030301010803" pitchFamily="18" charset="0"/>
                        </a:rPr>
                        <a:t>21/09</a:t>
                      </a:r>
                    </a:p>
                    <a:p>
                      <a:pPr marL="0" marR="0" lvl="0" indent="0" defTabSz="914400" eaLnBrk="1" fontAlgn="auto" latinLnBrk="0" hangingPunct="1">
                        <a:lnSpc>
                          <a:spcPct val="100000"/>
                        </a:lnSpc>
                        <a:spcBef>
                          <a:spcPts val="0"/>
                        </a:spcBef>
                        <a:spcAft>
                          <a:spcPts val="0"/>
                        </a:spcAft>
                        <a:buClrTx/>
                        <a:buSzTx/>
                        <a:buFontTx/>
                        <a:buNone/>
                        <a:tabLst/>
                        <a:defRPr/>
                      </a:pPr>
                      <a:r>
                        <a:rPr lang="en-GB" sz="1400" noProof="0" dirty="0">
                          <a:latin typeface="Garamond" panose="02020404030301010803" pitchFamily="18" charset="0"/>
                        </a:rPr>
                        <a:t>21/09</a:t>
                      </a:r>
                    </a:p>
                    <a:p>
                      <a:pPr marL="0" marR="0" lvl="0" indent="0" defTabSz="914400" eaLnBrk="1" fontAlgn="auto" latinLnBrk="0" hangingPunct="1">
                        <a:lnSpc>
                          <a:spcPct val="100000"/>
                        </a:lnSpc>
                        <a:spcBef>
                          <a:spcPts val="0"/>
                        </a:spcBef>
                        <a:spcAft>
                          <a:spcPts val="0"/>
                        </a:spcAft>
                        <a:buClrTx/>
                        <a:buSzTx/>
                        <a:buFontTx/>
                        <a:buNone/>
                        <a:tabLst/>
                        <a:defRPr/>
                      </a:pPr>
                      <a:r>
                        <a:rPr lang="en-GB" sz="1400" noProof="0" dirty="0">
                          <a:latin typeface="Garamond" panose="02020404030301010803" pitchFamily="18" charset="0"/>
                        </a:rPr>
                        <a:t>20/10</a:t>
                      </a:r>
                    </a:p>
                    <a:p>
                      <a:pPr marL="0" marR="0" lvl="0" indent="0" defTabSz="914400" eaLnBrk="1" fontAlgn="auto" latinLnBrk="0" hangingPunct="1">
                        <a:lnSpc>
                          <a:spcPct val="100000"/>
                        </a:lnSpc>
                        <a:spcBef>
                          <a:spcPts val="0"/>
                        </a:spcBef>
                        <a:spcAft>
                          <a:spcPts val="0"/>
                        </a:spcAft>
                        <a:buClrTx/>
                        <a:buSzTx/>
                        <a:buFontTx/>
                        <a:buNone/>
                        <a:tabLst/>
                        <a:defRPr/>
                      </a:pPr>
                      <a:r>
                        <a:rPr lang="en-GB" sz="1400" noProof="0" dirty="0">
                          <a:latin typeface="Garamond" panose="02020404030301010803" pitchFamily="18" charset="0"/>
                        </a:rPr>
                        <a:t>20/10</a:t>
                      </a:r>
                    </a:p>
                  </a:txBody>
                  <a:tcPr/>
                </a:tc>
                <a:tc>
                  <a:txBody>
                    <a:bodyPr/>
                    <a:lstStyle/>
                    <a:p>
                      <a:r>
                        <a:rPr lang="en-GB" sz="1400" noProof="0" dirty="0">
                          <a:latin typeface="Garamond" panose="02020404030301010803" pitchFamily="18" charset="0"/>
                        </a:rPr>
                        <a:t>Module 1: Cryptography (Sara)</a:t>
                      </a:r>
                      <a:br>
                        <a:rPr lang="en-GB" sz="1400" noProof="0" dirty="0">
                          <a:latin typeface="Garamond" panose="02020404030301010803" pitchFamily="18" charset="0"/>
                        </a:rPr>
                      </a:br>
                      <a:r>
                        <a:rPr lang="en-GB" sz="1400" noProof="0" dirty="0">
                          <a:latin typeface="Garamond" panose="02020404030301010803" pitchFamily="18" charset="0"/>
                        </a:rPr>
                        <a:t>Module 2: Internet of Things (Daniel)</a:t>
                      </a:r>
                      <a:br>
                        <a:rPr lang="en-GB" sz="1400" noProof="0" dirty="0">
                          <a:latin typeface="Garamond" panose="02020404030301010803" pitchFamily="18" charset="0"/>
                        </a:rPr>
                      </a:br>
                      <a:r>
                        <a:rPr lang="en-GB" sz="1400" noProof="0" dirty="0">
                          <a:latin typeface="Garamond" panose="02020404030301010803" pitchFamily="18" charset="0"/>
                        </a:rPr>
                        <a:t>Module 3: Mobile computing (Teresa)</a:t>
                      </a:r>
                      <a:br>
                        <a:rPr lang="en-GB" sz="1400" noProof="0" dirty="0">
                          <a:latin typeface="Garamond" panose="02020404030301010803" pitchFamily="18" charset="0"/>
                        </a:rPr>
                      </a:br>
                      <a:r>
                        <a:rPr lang="en-GB" sz="1400" noProof="0" dirty="0">
                          <a:latin typeface="Garamond" panose="02020404030301010803" pitchFamily="18" charset="0"/>
                        </a:rPr>
                        <a:t>Module 4: From Research to Education – Development of Teaching Courses (DANISH) (Jens)</a:t>
                      </a:r>
                    </a:p>
                  </a:txBody>
                  <a:tcPr/>
                </a:tc>
                <a:extLst>
                  <a:ext uri="{0D108BD9-81ED-4DB2-BD59-A6C34878D82A}">
                    <a16:rowId xmlns:a16="http://schemas.microsoft.com/office/drawing/2014/main" val="3763315581"/>
                  </a:ext>
                </a:extLst>
              </a:tr>
              <a:tr h="370840">
                <a:tc>
                  <a:txBody>
                    <a:bodyPr/>
                    <a:lstStyle/>
                    <a:p>
                      <a:r>
                        <a:rPr lang="en-GB" sz="1400" b="1" noProof="0" dirty="0">
                          <a:latin typeface="Garamond" panose="02020404030301010803" pitchFamily="18" charset="0"/>
                        </a:rPr>
                        <a:t>Herning Gymnasium</a:t>
                      </a:r>
                    </a:p>
                    <a:p>
                      <a:r>
                        <a:rPr lang="en-GB" sz="1400" noProof="0" dirty="0">
                          <a:latin typeface="Garamond" panose="02020404030301010803" pitchFamily="18" charset="0"/>
                        </a:rPr>
                        <a:t>(Herning)</a:t>
                      </a:r>
                    </a:p>
                  </a:txBody>
                  <a:tcPr>
                    <a:solidFill>
                      <a:srgbClr val="EDEADF"/>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GB" sz="1400" noProof="0" dirty="0">
                          <a:latin typeface="Garamond" panose="02020404030301010803" pitchFamily="18" charset="0"/>
                        </a:rPr>
                        <a:t>28/09</a:t>
                      </a:r>
                    </a:p>
                    <a:p>
                      <a:pPr marL="0" marR="0" lvl="0" indent="0" defTabSz="914400" eaLnBrk="1" fontAlgn="auto" latinLnBrk="0" hangingPunct="1">
                        <a:lnSpc>
                          <a:spcPct val="100000"/>
                        </a:lnSpc>
                        <a:spcBef>
                          <a:spcPts val="0"/>
                        </a:spcBef>
                        <a:spcAft>
                          <a:spcPts val="0"/>
                        </a:spcAft>
                        <a:buClrTx/>
                        <a:buSzTx/>
                        <a:buFontTx/>
                        <a:buNone/>
                        <a:tabLst/>
                        <a:defRPr/>
                      </a:pPr>
                      <a:r>
                        <a:rPr lang="en-GB" sz="1400" noProof="0" dirty="0">
                          <a:latin typeface="Garamond" panose="02020404030301010803" pitchFamily="18" charset="0"/>
                        </a:rPr>
                        <a:t>28/09</a:t>
                      </a:r>
                    </a:p>
                    <a:p>
                      <a:pPr marL="0" marR="0" lvl="0" indent="0" defTabSz="914400" eaLnBrk="1" fontAlgn="auto" latinLnBrk="0" hangingPunct="1">
                        <a:lnSpc>
                          <a:spcPct val="100000"/>
                        </a:lnSpc>
                        <a:spcBef>
                          <a:spcPts val="0"/>
                        </a:spcBef>
                        <a:spcAft>
                          <a:spcPts val="0"/>
                        </a:spcAft>
                        <a:buClrTx/>
                        <a:buSzTx/>
                        <a:buFontTx/>
                        <a:buNone/>
                        <a:tabLst/>
                        <a:defRPr/>
                      </a:pPr>
                      <a:r>
                        <a:rPr lang="en-GB" sz="1400" noProof="0" dirty="0">
                          <a:latin typeface="Garamond" panose="02020404030301010803" pitchFamily="18" charset="0"/>
                        </a:rPr>
                        <a:t>27/10</a:t>
                      </a:r>
                    </a:p>
                    <a:p>
                      <a:pPr marL="0" marR="0" lvl="0" indent="0" defTabSz="914400" eaLnBrk="1" fontAlgn="auto" latinLnBrk="0" hangingPunct="1">
                        <a:lnSpc>
                          <a:spcPct val="100000"/>
                        </a:lnSpc>
                        <a:spcBef>
                          <a:spcPts val="0"/>
                        </a:spcBef>
                        <a:spcAft>
                          <a:spcPts val="0"/>
                        </a:spcAft>
                        <a:buClrTx/>
                        <a:buSzTx/>
                        <a:buFontTx/>
                        <a:buNone/>
                        <a:tabLst/>
                        <a:defRPr/>
                      </a:pPr>
                      <a:r>
                        <a:rPr lang="en-GB" sz="1400" noProof="0" dirty="0">
                          <a:latin typeface="Garamond" panose="02020404030301010803" pitchFamily="18" charset="0"/>
                        </a:rPr>
                        <a:t>27/10</a:t>
                      </a:r>
                    </a:p>
                  </a:txBody>
                  <a:tcPr/>
                </a:tc>
                <a:tc>
                  <a:txBody>
                    <a:bodyPr/>
                    <a:lstStyle/>
                    <a:p>
                      <a:r>
                        <a:rPr lang="en-GB" sz="1400" noProof="0" dirty="0">
                          <a:latin typeface="Garamond" panose="02020404030301010803" pitchFamily="18" charset="0"/>
                        </a:rPr>
                        <a:t>Module 1: Cryptography (Sara)</a:t>
                      </a:r>
                      <a:br>
                        <a:rPr lang="en-GB" sz="1400" noProof="0" dirty="0">
                          <a:latin typeface="Garamond" panose="02020404030301010803" pitchFamily="18" charset="0"/>
                        </a:rPr>
                      </a:br>
                      <a:r>
                        <a:rPr lang="en-GB" sz="1400" noProof="0" dirty="0">
                          <a:latin typeface="Garamond" panose="02020404030301010803" pitchFamily="18" charset="0"/>
                        </a:rPr>
                        <a:t>Module 2: Internet of Things (Daniel)</a:t>
                      </a:r>
                      <a:br>
                        <a:rPr lang="en-GB" sz="1400" noProof="0" dirty="0">
                          <a:latin typeface="Garamond" panose="02020404030301010803" pitchFamily="18" charset="0"/>
                        </a:rPr>
                      </a:br>
                      <a:r>
                        <a:rPr lang="en-GB" sz="1400" noProof="0" dirty="0">
                          <a:latin typeface="Garamond" panose="02020404030301010803" pitchFamily="18" charset="0"/>
                        </a:rPr>
                        <a:t>Module 3: Mobile computing (Teresa)</a:t>
                      </a:r>
                      <a:br>
                        <a:rPr lang="en-GB" sz="1400" noProof="0" dirty="0">
                          <a:latin typeface="Garamond" panose="02020404030301010803" pitchFamily="18" charset="0"/>
                        </a:rPr>
                      </a:br>
                      <a:r>
                        <a:rPr lang="en-GB" sz="1400" noProof="0" dirty="0">
                          <a:latin typeface="Garamond" panose="02020404030301010803" pitchFamily="18" charset="0"/>
                        </a:rPr>
                        <a:t>Module 4: From Research to Education – Development of Teaching Courses (DANISH) (Jens)</a:t>
                      </a:r>
                    </a:p>
                  </a:txBody>
                  <a:tcPr/>
                </a:tc>
                <a:extLst>
                  <a:ext uri="{0D108BD9-81ED-4DB2-BD59-A6C34878D82A}">
                    <a16:rowId xmlns:a16="http://schemas.microsoft.com/office/drawing/2014/main" val="3871117165"/>
                  </a:ext>
                </a:extLst>
              </a:tr>
            </a:tbl>
          </a:graphicData>
        </a:graphic>
      </p:graphicFrame>
      <p:sp>
        <p:nvSpPr>
          <p:cNvPr id="4" name="Tekstfelt 3">
            <a:extLst>
              <a:ext uri="{FF2B5EF4-FFF2-40B4-BE49-F238E27FC236}">
                <a16:creationId xmlns:a16="http://schemas.microsoft.com/office/drawing/2014/main" id="{BB46CA04-183C-28D7-FDD8-B5A10FC2F431}"/>
              </a:ext>
            </a:extLst>
          </p:cNvPr>
          <p:cNvSpPr txBox="1"/>
          <p:nvPr/>
        </p:nvSpPr>
        <p:spPr>
          <a:xfrm>
            <a:off x="315411" y="263010"/>
            <a:ext cx="7064444" cy="369332"/>
          </a:xfrm>
          <a:prstGeom prst="rect">
            <a:avLst/>
          </a:prstGeom>
          <a:noFill/>
        </p:spPr>
        <p:txBody>
          <a:bodyPr wrap="square" rtlCol="0">
            <a:spAutoFit/>
          </a:bodyPr>
          <a:lstStyle/>
          <a:p>
            <a:r>
              <a:rPr lang="en-GB" b="1" noProof="0" dirty="0">
                <a:latin typeface="Garamond" panose="02020404030301010803" pitchFamily="18" charset="0"/>
              </a:rPr>
              <a:t>LOCATIONS AND DATES FOR COURSE DAYS 2026</a:t>
            </a:r>
          </a:p>
        </p:txBody>
      </p:sp>
    </p:spTree>
    <p:extLst>
      <p:ext uri="{BB962C8B-B14F-4D97-AF65-F5344CB8AC3E}">
        <p14:creationId xmlns:p14="http://schemas.microsoft.com/office/powerpoint/2010/main" val="191127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840983-9210-16A3-0317-D9A99D1B3B1C}"/>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DB68DA9C-FD10-950C-0BEE-5CC7950A5C81}"/>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70D09B05-9A18-8742-8DD6-25E1BB0160F4}"/>
              </a:ext>
            </a:extLst>
          </p:cNvPr>
          <p:cNvSpPr txBox="1">
            <a:spLocks noGrp="1"/>
          </p:cNvSpPr>
          <p:nvPr>
            <p:ph type="title"/>
          </p:nvPr>
        </p:nvSpPr>
        <p:spPr>
          <a:xfrm>
            <a:off x="794439" y="1435095"/>
            <a:ext cx="6856365" cy="1490152"/>
          </a:xfrm>
          <a:prstGeom prst="rect">
            <a:avLst/>
          </a:prstGeom>
        </p:spPr>
        <p:txBody>
          <a:bodyPr vert="horz" wrap="square" lIns="0" tIns="12700" rIns="0" bIns="0" rtlCol="0">
            <a:spAutoFit/>
          </a:bodyPr>
          <a:lstStyle/>
          <a:p>
            <a:pPr marL="12700" algn="ctr">
              <a:lnSpc>
                <a:spcPct val="100000"/>
              </a:lnSpc>
              <a:spcBef>
                <a:spcPts val="100"/>
              </a:spcBef>
            </a:pPr>
            <a:r>
              <a:rPr lang="en-GB" spc="-55" dirty="0"/>
              <a:t>STRUCTURE OF THE COURSE</a:t>
            </a:r>
            <a:endParaRPr lang="en-GB" spc="-55" noProof="0" dirty="0"/>
          </a:p>
        </p:txBody>
      </p:sp>
      <p:pic>
        <p:nvPicPr>
          <p:cNvPr id="9" name="Grafik 8">
            <a:extLst>
              <a:ext uri="{FF2B5EF4-FFF2-40B4-BE49-F238E27FC236}">
                <a16:creationId xmlns:a16="http://schemas.microsoft.com/office/drawing/2014/main" id="{579E535A-2F61-2E09-0F93-52ED4999D8D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Tree>
    <p:extLst>
      <p:ext uri="{BB962C8B-B14F-4D97-AF65-F5344CB8AC3E}">
        <p14:creationId xmlns:p14="http://schemas.microsoft.com/office/powerpoint/2010/main" val="3673302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1DAE4-3ECF-2E1F-47B6-F810AB83B4A9}"/>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5F74F55C-3FC6-582F-5234-0EFB8A74852F}"/>
              </a:ext>
            </a:extLst>
          </p:cNvPr>
          <p:cNvSpPr/>
          <p:nvPr/>
        </p:nvSpPr>
        <p:spPr>
          <a:xfrm>
            <a:off x="0" y="4328794"/>
            <a:ext cx="8638540" cy="53149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9" name="Grafik 8">
            <a:extLst>
              <a:ext uri="{FF2B5EF4-FFF2-40B4-BE49-F238E27FC236}">
                <a16:creationId xmlns:a16="http://schemas.microsoft.com/office/drawing/2014/main" id="{889415FC-268C-DAC9-F21A-91E3AC66ED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graphicFrame>
        <p:nvGraphicFramePr>
          <p:cNvPr id="2" name="Tabel 1">
            <a:extLst>
              <a:ext uri="{FF2B5EF4-FFF2-40B4-BE49-F238E27FC236}">
                <a16:creationId xmlns:a16="http://schemas.microsoft.com/office/drawing/2014/main" id="{F1023F9E-AD0F-66FD-A4A6-3B4107A6CB8A}"/>
              </a:ext>
            </a:extLst>
          </p:cNvPr>
          <p:cNvGraphicFramePr>
            <a:graphicFrameLocks noGrp="1"/>
          </p:cNvGraphicFramePr>
          <p:nvPr>
            <p:extLst>
              <p:ext uri="{D42A27DB-BD31-4B8C-83A1-F6EECF244321}">
                <p14:modId xmlns:p14="http://schemas.microsoft.com/office/powerpoint/2010/main" val="3025361155"/>
              </p:ext>
            </p:extLst>
          </p:nvPr>
        </p:nvGraphicFramePr>
        <p:xfrm>
          <a:off x="491245" y="934761"/>
          <a:ext cx="1620000" cy="2647151"/>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1081418305"/>
                    </a:ext>
                  </a:extLst>
                </a:gridCol>
              </a:tblGrid>
              <a:tr h="311995">
                <a:tc>
                  <a:txBody>
                    <a:bodyPr/>
                    <a:lstStyle/>
                    <a:p>
                      <a:pPr algn="ctr"/>
                      <a:r>
                        <a:rPr lang="en-GB" sz="1600" b="1" noProof="0" dirty="0">
                          <a:solidFill>
                            <a:schemeClr val="bg1"/>
                          </a:solidFill>
                          <a:latin typeface="Microsoft Tai Le" panose="020B0502040204020203" pitchFamily="34" charset="0"/>
                          <a:cs typeface="Microsoft Tai Le" panose="020B0502040204020203" pitchFamily="34" charset="0"/>
                        </a:rPr>
                        <a:t>Module 1</a:t>
                      </a:r>
                    </a:p>
                  </a:txBody>
                  <a:tcPr>
                    <a:solidFill>
                      <a:srgbClr val="5E8872"/>
                    </a:solidFill>
                  </a:tcPr>
                </a:tc>
                <a:extLst>
                  <a:ext uri="{0D108BD9-81ED-4DB2-BD59-A6C34878D82A}">
                    <a16:rowId xmlns:a16="http://schemas.microsoft.com/office/drawing/2014/main" val="3092028326"/>
                  </a:ext>
                </a:extLst>
              </a:tr>
              <a:tr h="586753">
                <a:tc>
                  <a:txBody>
                    <a:bodyPr/>
                    <a:lstStyle/>
                    <a:p>
                      <a:pPr algn="ct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Introduction</a:t>
                      </a: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endParaRPr lang="en-GB" sz="1200" b="0" i="0" noProof="0" dirty="0">
                        <a:solidFill>
                          <a:schemeClr val="tx1"/>
                        </a:solidFill>
                        <a:effectLst/>
                        <a:latin typeface="Microsoft Tai Le" panose="020B0502040204020203" pitchFamily="34" charset="0"/>
                        <a:ea typeface="+mn-ea"/>
                        <a:cs typeface="Microsoft Tai Le" panose="020B0502040204020203" pitchFamily="34" charset="0"/>
                      </a:endParaRPr>
                    </a:p>
                  </a:txBody>
                  <a:tcPr>
                    <a:solidFill>
                      <a:srgbClr val="EDEADF"/>
                    </a:solidFill>
                  </a:tcPr>
                </a:tc>
                <a:extLst>
                  <a:ext uri="{0D108BD9-81ED-4DB2-BD59-A6C34878D82A}">
                    <a16:rowId xmlns:a16="http://schemas.microsoft.com/office/drawing/2014/main" val="3026520322"/>
                  </a:ext>
                </a:extLst>
              </a:tr>
              <a:tr h="917394">
                <a:tc>
                  <a:txBody>
                    <a:bodyPr/>
                    <a:lstStyle/>
                    <a:p>
                      <a:pPr algn="ct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Academic presentation and exercises</a:t>
                      </a:r>
                    </a:p>
                  </a:txBody>
                  <a:tcPr>
                    <a:solidFill>
                      <a:srgbClr val="EDEADF"/>
                    </a:solidFill>
                  </a:tcPr>
                </a:tc>
                <a:extLst>
                  <a:ext uri="{0D108BD9-81ED-4DB2-BD59-A6C34878D82A}">
                    <a16:rowId xmlns:a16="http://schemas.microsoft.com/office/drawing/2014/main" val="2178909674"/>
                  </a:ext>
                </a:extLst>
              </a:tr>
              <a:tr h="7543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Summary, reflection &amp; evaluation.</a:t>
                      </a:r>
                      <a:endParaRPr lang="en-GB" sz="1200" b="0" noProof="0" dirty="0">
                        <a:solidFill>
                          <a:schemeClr val="tx1"/>
                        </a:solidFill>
                        <a:latin typeface="Microsoft Tai Le" panose="020B0502040204020203" pitchFamily="34" charset="0"/>
                        <a:cs typeface="Microsoft Tai Le" panose="020B0502040204020203" pitchFamily="34" charset="0"/>
                      </a:endParaRPr>
                    </a:p>
                  </a:txBody>
                  <a:tcPr>
                    <a:solidFill>
                      <a:srgbClr val="EDEADF"/>
                    </a:solidFill>
                  </a:tcPr>
                </a:tc>
                <a:extLst>
                  <a:ext uri="{0D108BD9-81ED-4DB2-BD59-A6C34878D82A}">
                    <a16:rowId xmlns:a16="http://schemas.microsoft.com/office/drawing/2014/main" val="3164147869"/>
                  </a:ext>
                </a:extLst>
              </a:tr>
            </a:tbl>
          </a:graphicData>
        </a:graphic>
      </p:graphicFrame>
      <p:graphicFrame>
        <p:nvGraphicFramePr>
          <p:cNvPr id="58" name="Tabel 57">
            <a:extLst>
              <a:ext uri="{FF2B5EF4-FFF2-40B4-BE49-F238E27FC236}">
                <a16:creationId xmlns:a16="http://schemas.microsoft.com/office/drawing/2014/main" id="{FB76E413-B351-FA1C-DDB9-311D65EA7140}"/>
              </a:ext>
            </a:extLst>
          </p:cNvPr>
          <p:cNvGraphicFramePr>
            <a:graphicFrameLocks noGrp="1"/>
          </p:cNvGraphicFramePr>
          <p:nvPr>
            <p:extLst>
              <p:ext uri="{D42A27DB-BD31-4B8C-83A1-F6EECF244321}">
                <p14:modId xmlns:p14="http://schemas.microsoft.com/office/powerpoint/2010/main" val="1380705147"/>
              </p:ext>
            </p:extLst>
          </p:nvPr>
        </p:nvGraphicFramePr>
        <p:xfrm>
          <a:off x="2416982" y="934760"/>
          <a:ext cx="1620000" cy="2647151"/>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1081418305"/>
                    </a:ext>
                  </a:extLst>
                </a:gridCol>
              </a:tblGrid>
              <a:tr h="311995">
                <a:tc>
                  <a:txBody>
                    <a:bodyPr/>
                    <a:lstStyle/>
                    <a:p>
                      <a:pPr algn="ctr"/>
                      <a:r>
                        <a:rPr lang="en-GB" sz="1600" b="1" noProof="0" dirty="0">
                          <a:solidFill>
                            <a:schemeClr val="bg1"/>
                          </a:solidFill>
                          <a:latin typeface="Microsoft Tai Le" panose="020B0502040204020203" pitchFamily="34" charset="0"/>
                          <a:cs typeface="Microsoft Tai Le" panose="020B0502040204020203" pitchFamily="34" charset="0"/>
                        </a:rPr>
                        <a:t>Module 2</a:t>
                      </a:r>
                    </a:p>
                  </a:txBody>
                  <a:tcPr>
                    <a:solidFill>
                      <a:srgbClr val="5E8872"/>
                    </a:solidFill>
                  </a:tcPr>
                </a:tc>
                <a:extLst>
                  <a:ext uri="{0D108BD9-81ED-4DB2-BD59-A6C34878D82A}">
                    <a16:rowId xmlns:a16="http://schemas.microsoft.com/office/drawing/2014/main" val="3092028326"/>
                  </a:ext>
                </a:extLst>
              </a:tr>
              <a:tr h="58675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Presentation of reflections from previous modules</a:t>
                      </a:r>
                    </a:p>
                  </a:txBody>
                  <a:tcPr>
                    <a:solidFill>
                      <a:srgbClr val="EDEADF"/>
                    </a:solidFill>
                  </a:tcPr>
                </a:tc>
                <a:extLst>
                  <a:ext uri="{0D108BD9-81ED-4DB2-BD59-A6C34878D82A}">
                    <a16:rowId xmlns:a16="http://schemas.microsoft.com/office/drawing/2014/main" val="3026520322"/>
                  </a:ext>
                </a:extLst>
              </a:tr>
              <a:tr h="917394">
                <a:tc>
                  <a:txBody>
                    <a:bodyPr/>
                    <a:lstStyle/>
                    <a:p>
                      <a:pPr algn="ct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Academic presentation and exercises</a:t>
                      </a:r>
                    </a:p>
                  </a:txBody>
                  <a:tcPr>
                    <a:solidFill>
                      <a:srgbClr val="EDEADF"/>
                    </a:solidFill>
                  </a:tcPr>
                </a:tc>
                <a:extLst>
                  <a:ext uri="{0D108BD9-81ED-4DB2-BD59-A6C34878D82A}">
                    <a16:rowId xmlns:a16="http://schemas.microsoft.com/office/drawing/2014/main" val="2178909674"/>
                  </a:ext>
                </a:extLst>
              </a:tr>
              <a:tr h="7543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Summary, reflection &amp; evaluation.</a:t>
                      </a:r>
                      <a:endParaRPr lang="en-GB" sz="1200" b="0" noProof="0" dirty="0">
                        <a:solidFill>
                          <a:schemeClr val="tx1"/>
                        </a:solidFill>
                        <a:latin typeface="Microsoft Tai Le" panose="020B0502040204020203" pitchFamily="34" charset="0"/>
                        <a:cs typeface="Microsoft Tai Le" panose="020B0502040204020203" pitchFamily="34" charset="0"/>
                      </a:endParaRPr>
                    </a:p>
                  </a:txBody>
                  <a:tcPr>
                    <a:solidFill>
                      <a:srgbClr val="EDEADF"/>
                    </a:solidFill>
                  </a:tcPr>
                </a:tc>
                <a:extLst>
                  <a:ext uri="{0D108BD9-81ED-4DB2-BD59-A6C34878D82A}">
                    <a16:rowId xmlns:a16="http://schemas.microsoft.com/office/drawing/2014/main" val="3164147869"/>
                  </a:ext>
                </a:extLst>
              </a:tr>
            </a:tbl>
          </a:graphicData>
        </a:graphic>
      </p:graphicFrame>
      <p:graphicFrame>
        <p:nvGraphicFramePr>
          <p:cNvPr id="71" name="Tabel 70">
            <a:extLst>
              <a:ext uri="{FF2B5EF4-FFF2-40B4-BE49-F238E27FC236}">
                <a16:creationId xmlns:a16="http://schemas.microsoft.com/office/drawing/2014/main" id="{C840A257-5B2C-40E1-E448-3852B4EF2B0E}"/>
              </a:ext>
            </a:extLst>
          </p:cNvPr>
          <p:cNvGraphicFramePr>
            <a:graphicFrameLocks noGrp="1"/>
          </p:cNvGraphicFramePr>
          <p:nvPr>
            <p:extLst>
              <p:ext uri="{D42A27DB-BD31-4B8C-83A1-F6EECF244321}">
                <p14:modId xmlns:p14="http://schemas.microsoft.com/office/powerpoint/2010/main" val="1310405313"/>
              </p:ext>
            </p:extLst>
          </p:nvPr>
        </p:nvGraphicFramePr>
        <p:xfrm>
          <a:off x="6485110" y="959700"/>
          <a:ext cx="1620000" cy="2647151"/>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1081418305"/>
                    </a:ext>
                  </a:extLst>
                </a:gridCol>
              </a:tblGrid>
              <a:tr h="311995">
                <a:tc>
                  <a:txBody>
                    <a:bodyPr/>
                    <a:lstStyle/>
                    <a:p>
                      <a:pPr algn="ctr"/>
                      <a:r>
                        <a:rPr lang="en-GB" sz="1600" b="1" noProof="0" dirty="0">
                          <a:solidFill>
                            <a:schemeClr val="bg1"/>
                          </a:solidFill>
                          <a:latin typeface="Microsoft Tai Le" panose="020B0502040204020203" pitchFamily="34" charset="0"/>
                          <a:cs typeface="Microsoft Tai Le" panose="020B0502040204020203" pitchFamily="34" charset="0"/>
                        </a:rPr>
                        <a:t>Module 4</a:t>
                      </a:r>
                    </a:p>
                  </a:txBody>
                  <a:tcPr>
                    <a:solidFill>
                      <a:srgbClr val="5E8872"/>
                    </a:solidFill>
                  </a:tcPr>
                </a:tc>
                <a:extLst>
                  <a:ext uri="{0D108BD9-81ED-4DB2-BD59-A6C34878D82A}">
                    <a16:rowId xmlns:a16="http://schemas.microsoft.com/office/drawing/2014/main" val="3092028326"/>
                  </a:ext>
                </a:extLst>
              </a:tr>
              <a:tr h="58675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Presentation of reflections from previous modules</a:t>
                      </a:r>
                    </a:p>
                  </a:txBody>
                  <a:tcPr>
                    <a:solidFill>
                      <a:srgbClr val="EDEADF"/>
                    </a:solidFill>
                  </a:tcPr>
                </a:tc>
                <a:extLst>
                  <a:ext uri="{0D108BD9-81ED-4DB2-BD59-A6C34878D82A}">
                    <a16:rowId xmlns:a16="http://schemas.microsoft.com/office/drawing/2014/main" val="3026520322"/>
                  </a:ext>
                </a:extLst>
              </a:tr>
              <a:tr h="917394">
                <a:tc>
                  <a:txBody>
                    <a:bodyPr/>
                    <a:lstStyle/>
                    <a:p>
                      <a:pPr algn="ct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Development of high school courses</a:t>
                      </a:r>
                    </a:p>
                  </a:txBody>
                  <a:tcPr>
                    <a:solidFill>
                      <a:srgbClr val="EDEADF"/>
                    </a:solidFill>
                  </a:tcPr>
                </a:tc>
                <a:extLst>
                  <a:ext uri="{0D108BD9-81ED-4DB2-BD59-A6C34878D82A}">
                    <a16:rowId xmlns:a16="http://schemas.microsoft.com/office/drawing/2014/main" val="2178909674"/>
                  </a:ext>
                </a:extLst>
              </a:tr>
              <a:tr h="7543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Round off</a:t>
                      </a:r>
                      <a:endParaRPr lang="en-GB" sz="1200" b="0" noProof="0" dirty="0">
                        <a:solidFill>
                          <a:schemeClr val="tx1"/>
                        </a:solidFill>
                        <a:latin typeface="Microsoft Tai Le" panose="020B0502040204020203" pitchFamily="34" charset="0"/>
                        <a:cs typeface="Microsoft Tai Le" panose="020B0502040204020203" pitchFamily="34" charset="0"/>
                      </a:endParaRPr>
                    </a:p>
                  </a:txBody>
                  <a:tcPr>
                    <a:solidFill>
                      <a:srgbClr val="EDEADF"/>
                    </a:solidFill>
                  </a:tcPr>
                </a:tc>
                <a:extLst>
                  <a:ext uri="{0D108BD9-81ED-4DB2-BD59-A6C34878D82A}">
                    <a16:rowId xmlns:a16="http://schemas.microsoft.com/office/drawing/2014/main" val="3164147869"/>
                  </a:ext>
                </a:extLst>
              </a:tr>
            </a:tbl>
          </a:graphicData>
        </a:graphic>
      </p:graphicFrame>
      <p:sp>
        <p:nvSpPr>
          <p:cNvPr id="3" name="Tekstfelt 2">
            <a:extLst>
              <a:ext uri="{FF2B5EF4-FFF2-40B4-BE49-F238E27FC236}">
                <a16:creationId xmlns:a16="http://schemas.microsoft.com/office/drawing/2014/main" id="{CFA1B0A4-046D-18E5-B19D-A938FA932A58}"/>
              </a:ext>
            </a:extLst>
          </p:cNvPr>
          <p:cNvSpPr txBox="1"/>
          <p:nvPr/>
        </p:nvSpPr>
        <p:spPr>
          <a:xfrm>
            <a:off x="301556" y="296694"/>
            <a:ext cx="5280093" cy="369332"/>
          </a:xfrm>
          <a:prstGeom prst="rect">
            <a:avLst/>
          </a:prstGeom>
          <a:noFill/>
        </p:spPr>
        <p:txBody>
          <a:bodyPr wrap="square" rtlCol="0">
            <a:spAutoFit/>
          </a:bodyPr>
          <a:lstStyle/>
          <a:p>
            <a:r>
              <a:rPr lang="en-GB" b="1" dirty="0">
                <a:latin typeface="Garamond" panose="02020404030301010803" pitchFamily="18" charset="0"/>
              </a:rPr>
              <a:t>MODULE</a:t>
            </a:r>
            <a:r>
              <a:rPr lang="en-GB" b="1" noProof="0" dirty="0">
                <a:latin typeface="Garamond" panose="02020404030301010803" pitchFamily="18" charset="0"/>
              </a:rPr>
              <a:t> STRUCTURE</a:t>
            </a:r>
          </a:p>
        </p:txBody>
      </p:sp>
      <p:sp>
        <p:nvSpPr>
          <p:cNvPr id="4" name="Venstre klammeparentes 3">
            <a:extLst>
              <a:ext uri="{FF2B5EF4-FFF2-40B4-BE49-F238E27FC236}">
                <a16:creationId xmlns:a16="http://schemas.microsoft.com/office/drawing/2014/main" id="{D9F0BD62-B89D-4952-896E-81CA9E2BF5C6}"/>
              </a:ext>
            </a:extLst>
          </p:cNvPr>
          <p:cNvSpPr/>
          <p:nvPr/>
        </p:nvSpPr>
        <p:spPr>
          <a:xfrm rot="5400000">
            <a:off x="3236980" y="-1975265"/>
            <a:ext cx="124441" cy="5629086"/>
          </a:xfrm>
          <a:prstGeom prst="leftBrace">
            <a:avLst/>
          </a:prstGeom>
          <a:ln>
            <a:solidFill>
              <a:srgbClr val="7B978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noProof="0" dirty="0"/>
          </a:p>
        </p:txBody>
      </p:sp>
      <p:sp>
        <p:nvSpPr>
          <p:cNvPr id="5" name="Tekstfelt 4">
            <a:extLst>
              <a:ext uri="{FF2B5EF4-FFF2-40B4-BE49-F238E27FC236}">
                <a16:creationId xmlns:a16="http://schemas.microsoft.com/office/drawing/2014/main" id="{591030B7-4AAB-3BD4-E009-F2FD1DE6881C}"/>
              </a:ext>
            </a:extLst>
          </p:cNvPr>
          <p:cNvSpPr txBox="1"/>
          <p:nvPr/>
        </p:nvSpPr>
        <p:spPr>
          <a:xfrm>
            <a:off x="2416982" y="532167"/>
            <a:ext cx="2067128" cy="307777"/>
          </a:xfrm>
          <a:prstGeom prst="rect">
            <a:avLst/>
          </a:prstGeom>
          <a:noFill/>
        </p:spPr>
        <p:txBody>
          <a:bodyPr wrap="square" rtlCol="0">
            <a:spAutoFit/>
          </a:bodyPr>
          <a:lstStyle/>
          <a:p>
            <a:r>
              <a:rPr lang="en-GB" sz="1400" noProof="0" dirty="0">
                <a:latin typeface="Garamond" panose="02020404030301010803" pitchFamily="18" charset="0"/>
              </a:rPr>
              <a:t>3 subject based modules</a:t>
            </a:r>
          </a:p>
        </p:txBody>
      </p:sp>
      <p:sp>
        <p:nvSpPr>
          <p:cNvPr id="12" name="Venstre klammeparentes 11">
            <a:extLst>
              <a:ext uri="{FF2B5EF4-FFF2-40B4-BE49-F238E27FC236}">
                <a16:creationId xmlns:a16="http://schemas.microsoft.com/office/drawing/2014/main" id="{183569B6-6320-9992-5992-432F772F4E6D}"/>
              </a:ext>
            </a:extLst>
          </p:cNvPr>
          <p:cNvSpPr/>
          <p:nvPr/>
        </p:nvSpPr>
        <p:spPr>
          <a:xfrm rot="5400000">
            <a:off x="7232889" y="62621"/>
            <a:ext cx="124441" cy="1584000"/>
          </a:xfrm>
          <a:prstGeom prst="leftBrace">
            <a:avLst/>
          </a:prstGeom>
          <a:ln>
            <a:solidFill>
              <a:srgbClr val="7B978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noProof="0" dirty="0"/>
          </a:p>
        </p:txBody>
      </p:sp>
      <p:sp>
        <p:nvSpPr>
          <p:cNvPr id="13" name="Tekstfelt 12">
            <a:extLst>
              <a:ext uri="{FF2B5EF4-FFF2-40B4-BE49-F238E27FC236}">
                <a16:creationId xmlns:a16="http://schemas.microsoft.com/office/drawing/2014/main" id="{FFF16984-84CE-B4BE-442F-739C48C0AB4B}"/>
              </a:ext>
            </a:extLst>
          </p:cNvPr>
          <p:cNvSpPr txBox="1"/>
          <p:nvPr/>
        </p:nvSpPr>
        <p:spPr>
          <a:xfrm>
            <a:off x="6485110" y="477736"/>
            <a:ext cx="2067128" cy="307777"/>
          </a:xfrm>
          <a:prstGeom prst="rect">
            <a:avLst/>
          </a:prstGeom>
          <a:noFill/>
        </p:spPr>
        <p:txBody>
          <a:bodyPr wrap="square" rtlCol="0">
            <a:spAutoFit/>
          </a:bodyPr>
          <a:lstStyle/>
          <a:p>
            <a:r>
              <a:rPr lang="en-GB" sz="1400" noProof="0" dirty="0">
                <a:latin typeface="Garamond" panose="02020404030301010803" pitchFamily="18" charset="0"/>
              </a:rPr>
              <a:t>1 didactic module</a:t>
            </a:r>
          </a:p>
        </p:txBody>
      </p:sp>
      <p:sp>
        <p:nvSpPr>
          <p:cNvPr id="14" name="Tekstfelt 13">
            <a:extLst>
              <a:ext uri="{FF2B5EF4-FFF2-40B4-BE49-F238E27FC236}">
                <a16:creationId xmlns:a16="http://schemas.microsoft.com/office/drawing/2014/main" id="{E94F624C-47F7-5E65-04F0-66EFC0F405D1}"/>
              </a:ext>
            </a:extLst>
          </p:cNvPr>
          <p:cNvSpPr txBox="1"/>
          <p:nvPr/>
        </p:nvSpPr>
        <p:spPr>
          <a:xfrm>
            <a:off x="436395" y="3624769"/>
            <a:ext cx="7511260" cy="738664"/>
          </a:xfrm>
          <a:prstGeom prst="rect">
            <a:avLst/>
          </a:prstGeom>
          <a:noFill/>
        </p:spPr>
        <p:txBody>
          <a:bodyPr wrap="square" rtlCol="0">
            <a:spAutoFit/>
          </a:bodyPr>
          <a:lstStyle/>
          <a:p>
            <a:r>
              <a:rPr lang="en-GB" sz="1400" noProof="0" dirty="0">
                <a:latin typeface="Garamond" panose="02020404030301010803" pitchFamily="18" charset="0"/>
              </a:rPr>
              <a:t>All the course days run from 9am – 5pm. The participants will arrive from 8.30am for check in. The Modules are from 9am – 12.40 &amp; 1.30pm – 5pm, with a lunch break between.</a:t>
            </a:r>
            <a:br>
              <a:rPr lang="en-GB" sz="1400" noProof="0" dirty="0">
                <a:latin typeface="Garamond" panose="02020404030301010803" pitchFamily="18" charset="0"/>
              </a:rPr>
            </a:br>
            <a:r>
              <a:rPr lang="en-GB" sz="1400" noProof="0" dirty="0">
                <a:latin typeface="Garamond" panose="02020404030301010803" pitchFamily="18" charset="0"/>
              </a:rPr>
              <a:t>Sara Boline Lise Bang Ingvartsen is the facilitator for all 4 modules.</a:t>
            </a:r>
          </a:p>
        </p:txBody>
      </p:sp>
      <p:graphicFrame>
        <p:nvGraphicFramePr>
          <p:cNvPr id="6" name="Tabel 5">
            <a:extLst>
              <a:ext uri="{FF2B5EF4-FFF2-40B4-BE49-F238E27FC236}">
                <a16:creationId xmlns:a16="http://schemas.microsoft.com/office/drawing/2014/main" id="{B2E5EBB4-D791-DCC0-4569-9E02201CC1C2}"/>
              </a:ext>
            </a:extLst>
          </p:cNvPr>
          <p:cNvGraphicFramePr>
            <a:graphicFrameLocks noGrp="1"/>
          </p:cNvGraphicFramePr>
          <p:nvPr>
            <p:extLst>
              <p:ext uri="{D42A27DB-BD31-4B8C-83A1-F6EECF244321}">
                <p14:modId xmlns:p14="http://schemas.microsoft.com/office/powerpoint/2010/main" val="1961298374"/>
              </p:ext>
            </p:extLst>
          </p:nvPr>
        </p:nvGraphicFramePr>
        <p:xfrm>
          <a:off x="4378701" y="934760"/>
          <a:ext cx="1620000" cy="2715714"/>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1081418305"/>
                    </a:ext>
                  </a:extLst>
                </a:gridCol>
              </a:tblGrid>
              <a:tr h="311995">
                <a:tc>
                  <a:txBody>
                    <a:bodyPr/>
                    <a:lstStyle/>
                    <a:p>
                      <a:pPr algn="ctr"/>
                      <a:r>
                        <a:rPr lang="en-GB" sz="1600" b="1" noProof="0" dirty="0">
                          <a:solidFill>
                            <a:schemeClr val="bg1"/>
                          </a:solidFill>
                          <a:latin typeface="Microsoft Tai Le" panose="020B0502040204020203" pitchFamily="34" charset="0"/>
                          <a:cs typeface="Microsoft Tai Le" panose="020B0502040204020203" pitchFamily="34" charset="0"/>
                        </a:rPr>
                        <a:t>Module 3</a:t>
                      </a:r>
                    </a:p>
                  </a:txBody>
                  <a:tcPr>
                    <a:solidFill>
                      <a:srgbClr val="5E8872"/>
                    </a:solidFill>
                  </a:tcPr>
                </a:tc>
                <a:extLst>
                  <a:ext uri="{0D108BD9-81ED-4DB2-BD59-A6C34878D82A}">
                    <a16:rowId xmlns:a16="http://schemas.microsoft.com/office/drawing/2014/main" val="3092028326"/>
                  </a:ext>
                </a:extLst>
              </a:tr>
              <a:tr h="58675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Presentation of reflections from previous modules</a:t>
                      </a:r>
                    </a:p>
                  </a:txBody>
                  <a:tcPr>
                    <a:solidFill>
                      <a:srgbClr val="EDEADF"/>
                    </a:solidFill>
                  </a:tcPr>
                </a:tc>
                <a:extLst>
                  <a:ext uri="{0D108BD9-81ED-4DB2-BD59-A6C34878D82A}">
                    <a16:rowId xmlns:a16="http://schemas.microsoft.com/office/drawing/2014/main" val="3026520322"/>
                  </a:ext>
                </a:extLst>
              </a:tr>
              <a:tr h="917394">
                <a:tc>
                  <a:txBody>
                    <a:bodyPr/>
                    <a:lstStyle/>
                    <a:p>
                      <a:pPr algn="ct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Academic presentation and exercises</a:t>
                      </a:r>
                    </a:p>
                  </a:txBody>
                  <a:tcPr>
                    <a:solidFill>
                      <a:srgbClr val="EDEADF"/>
                    </a:solidFill>
                  </a:tcPr>
                </a:tc>
                <a:extLst>
                  <a:ext uri="{0D108BD9-81ED-4DB2-BD59-A6C34878D82A}">
                    <a16:rowId xmlns:a16="http://schemas.microsoft.com/office/drawing/2014/main" val="2178909674"/>
                  </a:ext>
                </a:extLst>
              </a:tr>
              <a:tr h="7543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Summary, reflection &amp; evaluation.</a:t>
                      </a:r>
                      <a:endParaRPr lang="en-GB" sz="1200" b="0" noProof="0" dirty="0">
                        <a:solidFill>
                          <a:schemeClr val="tx1"/>
                        </a:solidFill>
                        <a:latin typeface="Microsoft Tai Le" panose="020B0502040204020203" pitchFamily="34" charset="0"/>
                        <a:cs typeface="Microsoft Tai Le"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lang="en-GB" sz="1200" b="0" noProof="0" dirty="0">
                        <a:solidFill>
                          <a:schemeClr val="tx1"/>
                        </a:solidFill>
                        <a:latin typeface="Microsoft Tai Le" panose="020B0502040204020203" pitchFamily="34" charset="0"/>
                        <a:cs typeface="Microsoft Tai Le" panose="020B0502040204020203" pitchFamily="34" charset="0"/>
                      </a:endParaRPr>
                    </a:p>
                  </a:txBody>
                  <a:tcPr>
                    <a:solidFill>
                      <a:srgbClr val="EDEADF"/>
                    </a:solidFill>
                  </a:tcPr>
                </a:tc>
                <a:extLst>
                  <a:ext uri="{0D108BD9-81ED-4DB2-BD59-A6C34878D82A}">
                    <a16:rowId xmlns:a16="http://schemas.microsoft.com/office/drawing/2014/main" val="3164147869"/>
                  </a:ext>
                </a:extLst>
              </a:tr>
            </a:tbl>
          </a:graphicData>
        </a:graphic>
      </p:graphicFrame>
    </p:spTree>
    <p:extLst>
      <p:ext uri="{BB962C8B-B14F-4D97-AF65-F5344CB8AC3E}">
        <p14:creationId xmlns:p14="http://schemas.microsoft.com/office/powerpoint/2010/main" val="275906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CD94D-8641-4B7E-762B-24DD3E53012E}"/>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CC609469-F75D-5B92-DA14-B503320F6BFC}"/>
              </a:ext>
            </a:extLst>
          </p:cNvPr>
          <p:cNvSpPr/>
          <p:nvPr/>
        </p:nvSpPr>
        <p:spPr>
          <a:xfrm>
            <a:off x="0" y="4328794"/>
            <a:ext cx="8638540" cy="53149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9" name="Grafik 8">
            <a:extLst>
              <a:ext uri="{FF2B5EF4-FFF2-40B4-BE49-F238E27FC236}">
                <a16:creationId xmlns:a16="http://schemas.microsoft.com/office/drawing/2014/main" id="{BB01A621-88BD-F731-0465-79F346C532A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graphicFrame>
        <p:nvGraphicFramePr>
          <p:cNvPr id="2" name="Tabel 1">
            <a:extLst>
              <a:ext uri="{FF2B5EF4-FFF2-40B4-BE49-F238E27FC236}">
                <a16:creationId xmlns:a16="http://schemas.microsoft.com/office/drawing/2014/main" id="{6C8838CB-8F88-A4FE-9C82-31EC331F9E29}"/>
              </a:ext>
            </a:extLst>
          </p:cNvPr>
          <p:cNvGraphicFramePr>
            <a:graphicFrameLocks noGrp="1"/>
          </p:cNvGraphicFramePr>
          <p:nvPr>
            <p:extLst>
              <p:ext uri="{D42A27DB-BD31-4B8C-83A1-F6EECF244321}">
                <p14:modId xmlns:p14="http://schemas.microsoft.com/office/powerpoint/2010/main" val="2672626944"/>
              </p:ext>
            </p:extLst>
          </p:nvPr>
        </p:nvGraphicFramePr>
        <p:xfrm>
          <a:off x="488200" y="1060450"/>
          <a:ext cx="1620000" cy="2647151"/>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1081418305"/>
                    </a:ext>
                  </a:extLst>
                </a:gridCol>
              </a:tblGrid>
              <a:tr h="311995">
                <a:tc>
                  <a:txBody>
                    <a:bodyPr/>
                    <a:lstStyle/>
                    <a:p>
                      <a:pPr algn="ctr"/>
                      <a:r>
                        <a:rPr lang="en-GB" sz="1600" b="1" noProof="0" dirty="0">
                          <a:solidFill>
                            <a:schemeClr val="bg1"/>
                          </a:solidFill>
                          <a:latin typeface="Microsoft Tai Le" panose="020B0502040204020203" pitchFamily="34" charset="0"/>
                          <a:cs typeface="Microsoft Tai Le" panose="020B0502040204020203" pitchFamily="34" charset="0"/>
                        </a:rPr>
                        <a:t>Module 1-3</a:t>
                      </a:r>
                    </a:p>
                  </a:txBody>
                  <a:tcPr>
                    <a:solidFill>
                      <a:srgbClr val="5E8872"/>
                    </a:solidFill>
                  </a:tcPr>
                </a:tc>
                <a:extLst>
                  <a:ext uri="{0D108BD9-81ED-4DB2-BD59-A6C34878D82A}">
                    <a16:rowId xmlns:a16="http://schemas.microsoft.com/office/drawing/2014/main" val="3092028326"/>
                  </a:ext>
                </a:extLst>
              </a:tr>
              <a:tr h="586753">
                <a:tc>
                  <a:txBody>
                    <a:bodyPr/>
                    <a:lstStyle/>
                    <a:p>
                      <a:pPr algn="ct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Introduction</a:t>
                      </a: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endParaRPr lang="en-GB" sz="1200" b="0" i="0" noProof="0" dirty="0">
                        <a:solidFill>
                          <a:schemeClr val="tx1"/>
                        </a:solidFill>
                        <a:effectLst/>
                        <a:latin typeface="Microsoft Tai Le" panose="020B0502040204020203" pitchFamily="34" charset="0"/>
                        <a:ea typeface="+mn-ea"/>
                        <a:cs typeface="Microsoft Tai Le" panose="020B0502040204020203" pitchFamily="34" charset="0"/>
                      </a:endParaRPr>
                    </a:p>
                  </a:txBody>
                  <a:tcPr>
                    <a:solidFill>
                      <a:srgbClr val="EDEADF"/>
                    </a:solidFill>
                  </a:tcPr>
                </a:tc>
                <a:extLst>
                  <a:ext uri="{0D108BD9-81ED-4DB2-BD59-A6C34878D82A}">
                    <a16:rowId xmlns:a16="http://schemas.microsoft.com/office/drawing/2014/main" val="3026520322"/>
                  </a:ext>
                </a:extLst>
              </a:tr>
              <a:tr h="917394">
                <a:tc>
                  <a:txBody>
                    <a:bodyPr/>
                    <a:lstStyle/>
                    <a:p>
                      <a:pPr algn="ct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Academic presentation and exercises</a:t>
                      </a:r>
                    </a:p>
                  </a:txBody>
                  <a:tcPr>
                    <a:solidFill>
                      <a:srgbClr val="EDEADF"/>
                    </a:solidFill>
                  </a:tcPr>
                </a:tc>
                <a:extLst>
                  <a:ext uri="{0D108BD9-81ED-4DB2-BD59-A6C34878D82A}">
                    <a16:rowId xmlns:a16="http://schemas.microsoft.com/office/drawing/2014/main" val="2178909674"/>
                  </a:ext>
                </a:extLst>
              </a:tr>
              <a:tr h="7543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Summary, reflection &amp; evaluation</a:t>
                      </a:r>
                      <a:endParaRPr lang="en-GB" sz="1200" b="0" noProof="0" dirty="0">
                        <a:solidFill>
                          <a:schemeClr val="tx1"/>
                        </a:solidFill>
                        <a:latin typeface="Microsoft Tai Le" panose="020B0502040204020203" pitchFamily="34" charset="0"/>
                        <a:cs typeface="Microsoft Tai Le" panose="020B0502040204020203" pitchFamily="34" charset="0"/>
                      </a:endParaRPr>
                    </a:p>
                  </a:txBody>
                  <a:tcPr>
                    <a:solidFill>
                      <a:srgbClr val="EDEADF"/>
                    </a:solidFill>
                  </a:tcPr>
                </a:tc>
                <a:extLst>
                  <a:ext uri="{0D108BD9-81ED-4DB2-BD59-A6C34878D82A}">
                    <a16:rowId xmlns:a16="http://schemas.microsoft.com/office/drawing/2014/main" val="3164147869"/>
                  </a:ext>
                </a:extLst>
              </a:tr>
            </a:tbl>
          </a:graphicData>
        </a:graphic>
      </p:graphicFrame>
      <p:sp>
        <p:nvSpPr>
          <p:cNvPr id="3" name="Tekstfelt 2">
            <a:extLst>
              <a:ext uri="{FF2B5EF4-FFF2-40B4-BE49-F238E27FC236}">
                <a16:creationId xmlns:a16="http://schemas.microsoft.com/office/drawing/2014/main" id="{F56D02ED-1E9C-0911-314D-DFB48450AC38}"/>
              </a:ext>
            </a:extLst>
          </p:cNvPr>
          <p:cNvSpPr txBox="1"/>
          <p:nvPr/>
        </p:nvSpPr>
        <p:spPr>
          <a:xfrm>
            <a:off x="301556" y="296694"/>
            <a:ext cx="5280093" cy="369332"/>
          </a:xfrm>
          <a:prstGeom prst="rect">
            <a:avLst/>
          </a:prstGeom>
          <a:noFill/>
        </p:spPr>
        <p:txBody>
          <a:bodyPr wrap="square" rtlCol="0">
            <a:spAutoFit/>
          </a:bodyPr>
          <a:lstStyle/>
          <a:p>
            <a:r>
              <a:rPr lang="en-GB" b="1" dirty="0">
                <a:latin typeface="Garamond" panose="02020404030301010803" pitchFamily="18" charset="0"/>
              </a:rPr>
              <a:t>COURSE STRUCTURE</a:t>
            </a:r>
            <a:endParaRPr lang="en-GB" b="1" noProof="0" dirty="0">
              <a:latin typeface="Garamond" panose="02020404030301010803" pitchFamily="18" charset="0"/>
            </a:endParaRPr>
          </a:p>
        </p:txBody>
      </p:sp>
      <p:sp>
        <p:nvSpPr>
          <p:cNvPr id="10" name="Rektangel: afrundede hjørner 9">
            <a:extLst>
              <a:ext uri="{FF2B5EF4-FFF2-40B4-BE49-F238E27FC236}">
                <a16:creationId xmlns:a16="http://schemas.microsoft.com/office/drawing/2014/main" id="{7122DB82-7DEA-5539-050B-DEA27BC5EAE3}"/>
              </a:ext>
            </a:extLst>
          </p:cNvPr>
          <p:cNvSpPr/>
          <p:nvPr/>
        </p:nvSpPr>
        <p:spPr>
          <a:xfrm>
            <a:off x="2489200" y="1060450"/>
            <a:ext cx="5879090" cy="2647151"/>
          </a:xfrm>
          <a:prstGeom prst="roundRect">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noProof="0" dirty="0">
                <a:latin typeface="Garamond" panose="02020404030301010803" pitchFamily="18" charset="0"/>
              </a:rPr>
              <a:t>Short oral evaluation of the module:</a:t>
            </a:r>
          </a:p>
          <a:p>
            <a:pPr algn="ctr"/>
            <a:endParaRPr lang="en-GB" sz="1600" dirty="0">
              <a:latin typeface="Garamond" panose="02020404030301010803" pitchFamily="18" charset="0"/>
            </a:endParaRPr>
          </a:p>
          <a:p>
            <a:pPr algn="ctr"/>
            <a:r>
              <a:rPr lang="en-GB" sz="1600" noProof="0" dirty="0">
                <a:latin typeface="Garamond" panose="02020404030301010803" pitchFamily="18" charset="0"/>
              </a:rPr>
              <a:t>- Which elements from the module did you find especially inspirational?</a:t>
            </a:r>
            <a:br>
              <a:rPr lang="en-GB" sz="1600" noProof="0" dirty="0">
                <a:latin typeface="Garamond" panose="02020404030301010803" pitchFamily="18" charset="0"/>
              </a:rPr>
            </a:br>
            <a:br>
              <a:rPr lang="en-GB" sz="1600" noProof="0" dirty="0">
                <a:latin typeface="Garamond" panose="02020404030301010803" pitchFamily="18" charset="0"/>
              </a:rPr>
            </a:br>
            <a:r>
              <a:rPr lang="en-GB" sz="1600" noProof="0" dirty="0">
                <a:latin typeface="Garamond" panose="02020404030301010803" pitchFamily="18" charset="0"/>
              </a:rPr>
              <a:t>- Which elements from this module do you think could engage and </a:t>
            </a:r>
            <a:r>
              <a:rPr lang="en-GB" sz="1600" dirty="0">
                <a:latin typeface="Garamond" panose="02020404030301010803" pitchFamily="18" charset="0"/>
              </a:rPr>
              <a:t>spark interest with your students?</a:t>
            </a:r>
            <a:br>
              <a:rPr lang="en-GB" sz="1600" dirty="0">
                <a:latin typeface="Garamond" panose="02020404030301010803" pitchFamily="18" charset="0"/>
              </a:rPr>
            </a:br>
            <a:br>
              <a:rPr lang="en-GB" sz="1600" dirty="0">
                <a:latin typeface="Garamond" panose="02020404030301010803" pitchFamily="18" charset="0"/>
              </a:rPr>
            </a:br>
            <a:r>
              <a:rPr lang="en-GB" sz="1600" dirty="0">
                <a:latin typeface="Garamond" panose="02020404030301010803" pitchFamily="18" charset="0"/>
              </a:rPr>
              <a:t>- How could these course elements work in your subject's coursework?</a:t>
            </a:r>
            <a:endParaRPr lang="en-GB" sz="1600" noProof="0" dirty="0">
              <a:latin typeface="Garamond" panose="02020404030301010803" pitchFamily="18" charset="0"/>
            </a:endParaRPr>
          </a:p>
        </p:txBody>
      </p:sp>
      <p:cxnSp>
        <p:nvCxnSpPr>
          <p:cNvPr id="15" name="Lige pilforbindelse 14">
            <a:extLst>
              <a:ext uri="{FF2B5EF4-FFF2-40B4-BE49-F238E27FC236}">
                <a16:creationId xmlns:a16="http://schemas.microsoft.com/office/drawing/2014/main" id="{3A764256-90B8-6EA2-3314-CD9DDF273D93}"/>
              </a:ext>
            </a:extLst>
          </p:cNvPr>
          <p:cNvCxnSpPr/>
          <p:nvPr/>
        </p:nvCxnSpPr>
        <p:spPr>
          <a:xfrm flipV="1">
            <a:off x="2108200" y="3235569"/>
            <a:ext cx="381000" cy="64477"/>
          </a:xfrm>
          <a:prstGeom prst="straightConnector1">
            <a:avLst/>
          </a:prstGeom>
          <a:ln w="38100">
            <a:solidFill>
              <a:srgbClr val="5E887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2210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1CE4D-5423-CB88-0C1B-C9DFC1E36BF6}"/>
            </a:ext>
          </a:extLst>
        </p:cNvPr>
        <p:cNvGrpSpPr/>
        <p:nvPr/>
      </p:nvGrpSpPr>
      <p:grpSpPr>
        <a:xfrm>
          <a:off x="0" y="0"/>
          <a:ext cx="0" cy="0"/>
          <a:chOff x="0" y="0"/>
          <a:chExt cx="0" cy="0"/>
        </a:xfrm>
      </p:grpSpPr>
      <p:sp>
        <p:nvSpPr>
          <p:cNvPr id="8" name="object 2">
            <a:extLst>
              <a:ext uri="{FF2B5EF4-FFF2-40B4-BE49-F238E27FC236}">
                <a16:creationId xmlns:a16="http://schemas.microsoft.com/office/drawing/2014/main" id="{49218502-AB4C-070B-21D1-13B2799FD40A}"/>
              </a:ext>
            </a:extLst>
          </p:cNvPr>
          <p:cNvSpPr/>
          <p:nvPr/>
        </p:nvSpPr>
        <p:spPr>
          <a:xfrm>
            <a:off x="0" y="4328794"/>
            <a:ext cx="8638540" cy="53149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9" name="Grafik 8">
            <a:extLst>
              <a:ext uri="{FF2B5EF4-FFF2-40B4-BE49-F238E27FC236}">
                <a16:creationId xmlns:a16="http://schemas.microsoft.com/office/drawing/2014/main" id="{C1463B25-6237-663D-79C8-3D0EB83F19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graphicFrame>
        <p:nvGraphicFramePr>
          <p:cNvPr id="2" name="Tabel 1">
            <a:extLst>
              <a:ext uri="{FF2B5EF4-FFF2-40B4-BE49-F238E27FC236}">
                <a16:creationId xmlns:a16="http://schemas.microsoft.com/office/drawing/2014/main" id="{F6DEC046-1E15-00AF-80F1-820F6A28C36C}"/>
              </a:ext>
            </a:extLst>
          </p:cNvPr>
          <p:cNvGraphicFramePr>
            <a:graphicFrameLocks noGrp="1"/>
          </p:cNvGraphicFramePr>
          <p:nvPr>
            <p:extLst>
              <p:ext uri="{D42A27DB-BD31-4B8C-83A1-F6EECF244321}">
                <p14:modId xmlns:p14="http://schemas.microsoft.com/office/powerpoint/2010/main" val="217012324"/>
              </p:ext>
            </p:extLst>
          </p:nvPr>
        </p:nvGraphicFramePr>
        <p:xfrm>
          <a:off x="301556" y="1074716"/>
          <a:ext cx="1620000" cy="2647151"/>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1081418305"/>
                    </a:ext>
                  </a:extLst>
                </a:gridCol>
              </a:tblGrid>
              <a:tr h="311995">
                <a:tc>
                  <a:txBody>
                    <a:bodyPr/>
                    <a:lstStyle/>
                    <a:p>
                      <a:pPr algn="ctr"/>
                      <a:r>
                        <a:rPr lang="en-GB" sz="1600" b="1" noProof="0" dirty="0">
                          <a:solidFill>
                            <a:schemeClr val="bg1"/>
                          </a:solidFill>
                          <a:latin typeface="Microsoft Tai Le" panose="020B0502040204020203" pitchFamily="34" charset="0"/>
                          <a:cs typeface="Microsoft Tai Le" panose="020B0502040204020203" pitchFamily="34" charset="0"/>
                        </a:rPr>
                        <a:t>Modul 1</a:t>
                      </a:r>
                    </a:p>
                  </a:txBody>
                  <a:tcPr>
                    <a:solidFill>
                      <a:srgbClr val="5E8872"/>
                    </a:solidFill>
                  </a:tcPr>
                </a:tc>
                <a:extLst>
                  <a:ext uri="{0D108BD9-81ED-4DB2-BD59-A6C34878D82A}">
                    <a16:rowId xmlns:a16="http://schemas.microsoft.com/office/drawing/2014/main" val="3092028326"/>
                  </a:ext>
                </a:extLst>
              </a:tr>
              <a:tr h="586753">
                <a:tc>
                  <a:txBody>
                    <a:bodyPr/>
                    <a:lstStyle/>
                    <a:p>
                      <a:pPr algn="ct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Introduction</a:t>
                      </a: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endParaRPr lang="en-GB" sz="1200" b="0" i="0" noProof="0" dirty="0">
                        <a:solidFill>
                          <a:schemeClr val="tx1"/>
                        </a:solidFill>
                        <a:effectLst/>
                        <a:latin typeface="Microsoft Tai Le" panose="020B0502040204020203" pitchFamily="34" charset="0"/>
                        <a:ea typeface="+mn-ea"/>
                        <a:cs typeface="Microsoft Tai Le" panose="020B0502040204020203" pitchFamily="34" charset="0"/>
                      </a:endParaRPr>
                    </a:p>
                  </a:txBody>
                  <a:tcPr>
                    <a:solidFill>
                      <a:srgbClr val="EDEADF"/>
                    </a:solidFill>
                  </a:tcPr>
                </a:tc>
                <a:extLst>
                  <a:ext uri="{0D108BD9-81ED-4DB2-BD59-A6C34878D82A}">
                    <a16:rowId xmlns:a16="http://schemas.microsoft.com/office/drawing/2014/main" val="3026520322"/>
                  </a:ext>
                </a:extLst>
              </a:tr>
              <a:tr h="917394">
                <a:tc>
                  <a:txBody>
                    <a:bodyPr/>
                    <a:lstStyle/>
                    <a:p>
                      <a:pPr algn="ct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Academic presentation and exercises</a:t>
                      </a:r>
                    </a:p>
                  </a:txBody>
                  <a:tcPr>
                    <a:solidFill>
                      <a:srgbClr val="EDEADF"/>
                    </a:solidFill>
                  </a:tcPr>
                </a:tc>
                <a:extLst>
                  <a:ext uri="{0D108BD9-81ED-4DB2-BD59-A6C34878D82A}">
                    <a16:rowId xmlns:a16="http://schemas.microsoft.com/office/drawing/2014/main" val="2178909674"/>
                  </a:ext>
                </a:extLst>
              </a:tr>
              <a:tr h="7543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Summary, reflections &amp; evaluation</a:t>
                      </a:r>
                      <a:endParaRPr lang="en-GB" sz="1200" b="0" noProof="0" dirty="0">
                        <a:solidFill>
                          <a:schemeClr val="tx1"/>
                        </a:solidFill>
                        <a:latin typeface="Microsoft Tai Le" panose="020B0502040204020203" pitchFamily="34" charset="0"/>
                        <a:cs typeface="Microsoft Tai Le" panose="020B0502040204020203" pitchFamily="34" charset="0"/>
                      </a:endParaRPr>
                    </a:p>
                  </a:txBody>
                  <a:tcPr>
                    <a:solidFill>
                      <a:srgbClr val="EDEADF"/>
                    </a:solidFill>
                  </a:tcPr>
                </a:tc>
                <a:extLst>
                  <a:ext uri="{0D108BD9-81ED-4DB2-BD59-A6C34878D82A}">
                    <a16:rowId xmlns:a16="http://schemas.microsoft.com/office/drawing/2014/main" val="3164147869"/>
                  </a:ext>
                </a:extLst>
              </a:tr>
            </a:tbl>
          </a:graphicData>
        </a:graphic>
      </p:graphicFrame>
      <p:graphicFrame>
        <p:nvGraphicFramePr>
          <p:cNvPr id="71" name="Tabel 70">
            <a:extLst>
              <a:ext uri="{FF2B5EF4-FFF2-40B4-BE49-F238E27FC236}">
                <a16:creationId xmlns:a16="http://schemas.microsoft.com/office/drawing/2014/main" id="{A1B92640-7538-C701-DC78-65B1BBE36795}"/>
              </a:ext>
            </a:extLst>
          </p:cNvPr>
          <p:cNvGraphicFramePr>
            <a:graphicFrameLocks noGrp="1"/>
          </p:cNvGraphicFramePr>
          <p:nvPr>
            <p:extLst>
              <p:ext uri="{D42A27DB-BD31-4B8C-83A1-F6EECF244321}">
                <p14:modId xmlns:p14="http://schemas.microsoft.com/office/powerpoint/2010/main" val="24723384"/>
              </p:ext>
            </p:extLst>
          </p:nvPr>
        </p:nvGraphicFramePr>
        <p:xfrm>
          <a:off x="6883335" y="1013986"/>
          <a:ext cx="1620000" cy="2647151"/>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1081418305"/>
                    </a:ext>
                  </a:extLst>
                </a:gridCol>
              </a:tblGrid>
              <a:tr h="311995">
                <a:tc>
                  <a:txBody>
                    <a:bodyPr/>
                    <a:lstStyle/>
                    <a:p>
                      <a:pPr algn="ctr"/>
                      <a:r>
                        <a:rPr lang="en-GB" sz="1600" b="1" noProof="0" dirty="0">
                          <a:solidFill>
                            <a:schemeClr val="bg1"/>
                          </a:solidFill>
                          <a:latin typeface="Microsoft Tai Le" panose="020B0502040204020203" pitchFamily="34" charset="0"/>
                          <a:cs typeface="Microsoft Tai Le" panose="020B0502040204020203" pitchFamily="34" charset="0"/>
                        </a:rPr>
                        <a:t>Modul 4</a:t>
                      </a:r>
                    </a:p>
                  </a:txBody>
                  <a:tcPr>
                    <a:solidFill>
                      <a:srgbClr val="5E8872"/>
                    </a:solidFill>
                  </a:tcPr>
                </a:tc>
                <a:extLst>
                  <a:ext uri="{0D108BD9-81ED-4DB2-BD59-A6C34878D82A}">
                    <a16:rowId xmlns:a16="http://schemas.microsoft.com/office/drawing/2014/main" val="3092028326"/>
                  </a:ext>
                </a:extLst>
              </a:tr>
              <a:tr h="58675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Presentation of reflections from the previous modules</a:t>
                      </a:r>
                    </a:p>
                  </a:txBody>
                  <a:tcPr>
                    <a:solidFill>
                      <a:srgbClr val="EDEADF"/>
                    </a:solidFill>
                  </a:tcPr>
                </a:tc>
                <a:extLst>
                  <a:ext uri="{0D108BD9-81ED-4DB2-BD59-A6C34878D82A}">
                    <a16:rowId xmlns:a16="http://schemas.microsoft.com/office/drawing/2014/main" val="3026520322"/>
                  </a:ext>
                </a:extLst>
              </a:tr>
              <a:tr h="917394">
                <a:tc>
                  <a:txBody>
                    <a:bodyPr/>
                    <a:lstStyle/>
                    <a:p>
                      <a:pPr algn="ct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Development of high school courses</a:t>
                      </a:r>
                    </a:p>
                  </a:txBody>
                  <a:tcPr>
                    <a:solidFill>
                      <a:srgbClr val="EDEADF"/>
                    </a:solidFill>
                  </a:tcPr>
                </a:tc>
                <a:extLst>
                  <a:ext uri="{0D108BD9-81ED-4DB2-BD59-A6C34878D82A}">
                    <a16:rowId xmlns:a16="http://schemas.microsoft.com/office/drawing/2014/main" val="2178909674"/>
                  </a:ext>
                </a:extLst>
              </a:tr>
              <a:tr h="7543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Round off</a:t>
                      </a:r>
                      <a:endParaRPr lang="en-GB" sz="1200" b="0" noProof="0" dirty="0">
                        <a:solidFill>
                          <a:schemeClr val="tx1"/>
                        </a:solidFill>
                        <a:latin typeface="Microsoft Tai Le" panose="020B0502040204020203" pitchFamily="34" charset="0"/>
                        <a:cs typeface="Microsoft Tai Le" panose="020B0502040204020203" pitchFamily="34" charset="0"/>
                      </a:endParaRPr>
                    </a:p>
                  </a:txBody>
                  <a:tcPr>
                    <a:solidFill>
                      <a:srgbClr val="EDEADF"/>
                    </a:solidFill>
                  </a:tcPr>
                </a:tc>
                <a:extLst>
                  <a:ext uri="{0D108BD9-81ED-4DB2-BD59-A6C34878D82A}">
                    <a16:rowId xmlns:a16="http://schemas.microsoft.com/office/drawing/2014/main" val="3164147869"/>
                  </a:ext>
                </a:extLst>
              </a:tr>
            </a:tbl>
          </a:graphicData>
        </a:graphic>
      </p:graphicFrame>
      <p:sp>
        <p:nvSpPr>
          <p:cNvPr id="3" name="Tekstfelt 2">
            <a:extLst>
              <a:ext uri="{FF2B5EF4-FFF2-40B4-BE49-F238E27FC236}">
                <a16:creationId xmlns:a16="http://schemas.microsoft.com/office/drawing/2014/main" id="{79A5540E-3687-B55A-1F4D-DC37F0D8E886}"/>
              </a:ext>
            </a:extLst>
          </p:cNvPr>
          <p:cNvSpPr txBox="1"/>
          <p:nvPr/>
        </p:nvSpPr>
        <p:spPr>
          <a:xfrm>
            <a:off x="301556" y="296694"/>
            <a:ext cx="5280093" cy="369332"/>
          </a:xfrm>
          <a:prstGeom prst="rect">
            <a:avLst/>
          </a:prstGeom>
          <a:noFill/>
        </p:spPr>
        <p:txBody>
          <a:bodyPr wrap="square" rtlCol="0">
            <a:spAutoFit/>
          </a:bodyPr>
          <a:lstStyle/>
          <a:p>
            <a:r>
              <a:rPr lang="en-GB" b="1" noProof="0" dirty="0">
                <a:latin typeface="Garamond" panose="02020404030301010803" pitchFamily="18" charset="0"/>
              </a:rPr>
              <a:t>COURSE STRUCTURE</a:t>
            </a:r>
          </a:p>
        </p:txBody>
      </p:sp>
      <p:sp>
        <p:nvSpPr>
          <p:cNvPr id="14" name="Tekstfelt 13">
            <a:extLst>
              <a:ext uri="{FF2B5EF4-FFF2-40B4-BE49-F238E27FC236}">
                <a16:creationId xmlns:a16="http://schemas.microsoft.com/office/drawing/2014/main" id="{F467F5E7-9EFC-3DC1-18A8-8C4E1DC287F8}"/>
              </a:ext>
            </a:extLst>
          </p:cNvPr>
          <p:cNvSpPr txBox="1"/>
          <p:nvPr/>
        </p:nvSpPr>
        <p:spPr>
          <a:xfrm>
            <a:off x="1915218" y="3842088"/>
            <a:ext cx="5379396" cy="307777"/>
          </a:xfrm>
          <a:prstGeom prst="rect">
            <a:avLst/>
          </a:prstGeom>
          <a:noFill/>
        </p:spPr>
        <p:txBody>
          <a:bodyPr wrap="square" rtlCol="0">
            <a:spAutoFit/>
          </a:bodyPr>
          <a:lstStyle/>
          <a:p>
            <a:endParaRPr lang="en-GB" sz="1400" noProof="0" dirty="0">
              <a:latin typeface="Garamond" panose="02020404030301010803" pitchFamily="18" charset="0"/>
            </a:endParaRPr>
          </a:p>
        </p:txBody>
      </p:sp>
      <p:graphicFrame>
        <p:nvGraphicFramePr>
          <p:cNvPr id="6" name="Tabel 5">
            <a:extLst>
              <a:ext uri="{FF2B5EF4-FFF2-40B4-BE49-F238E27FC236}">
                <a16:creationId xmlns:a16="http://schemas.microsoft.com/office/drawing/2014/main" id="{4565645C-D4E2-A659-18AA-F80D24BC9C78}"/>
              </a:ext>
            </a:extLst>
          </p:cNvPr>
          <p:cNvGraphicFramePr>
            <a:graphicFrameLocks noGrp="1"/>
          </p:cNvGraphicFramePr>
          <p:nvPr>
            <p:extLst>
              <p:ext uri="{D42A27DB-BD31-4B8C-83A1-F6EECF244321}">
                <p14:modId xmlns:p14="http://schemas.microsoft.com/office/powerpoint/2010/main" val="1409647549"/>
              </p:ext>
            </p:extLst>
          </p:nvPr>
        </p:nvGraphicFramePr>
        <p:xfrm>
          <a:off x="3978924" y="1067129"/>
          <a:ext cx="1620000" cy="2647151"/>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1081418305"/>
                    </a:ext>
                  </a:extLst>
                </a:gridCol>
              </a:tblGrid>
              <a:tr h="269290">
                <a:tc>
                  <a:txBody>
                    <a:bodyPr/>
                    <a:lstStyle/>
                    <a:p>
                      <a:pPr algn="ctr"/>
                      <a:r>
                        <a:rPr lang="en-GB" sz="1600" b="1" noProof="0" dirty="0">
                          <a:solidFill>
                            <a:schemeClr val="bg1"/>
                          </a:solidFill>
                          <a:latin typeface="Microsoft Tai Le" panose="020B0502040204020203" pitchFamily="34" charset="0"/>
                          <a:cs typeface="Microsoft Tai Le" panose="020B0502040204020203" pitchFamily="34" charset="0"/>
                        </a:rPr>
                        <a:t>Modul 3</a:t>
                      </a:r>
                    </a:p>
                  </a:txBody>
                  <a:tcPr>
                    <a:solidFill>
                      <a:srgbClr val="5E8872"/>
                    </a:solidFill>
                  </a:tcPr>
                </a:tc>
                <a:extLst>
                  <a:ext uri="{0D108BD9-81ED-4DB2-BD59-A6C34878D82A}">
                    <a16:rowId xmlns:a16="http://schemas.microsoft.com/office/drawing/2014/main" val="3092028326"/>
                  </a:ext>
                </a:extLst>
              </a:tr>
              <a:tr h="58675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Presentation of reflections from the previous module</a:t>
                      </a:r>
                    </a:p>
                  </a:txBody>
                  <a:tcPr>
                    <a:solidFill>
                      <a:srgbClr val="EDEADF"/>
                    </a:solidFill>
                  </a:tcPr>
                </a:tc>
                <a:extLst>
                  <a:ext uri="{0D108BD9-81ED-4DB2-BD59-A6C34878D82A}">
                    <a16:rowId xmlns:a16="http://schemas.microsoft.com/office/drawing/2014/main" val="3026520322"/>
                  </a:ext>
                </a:extLst>
              </a:tr>
              <a:tr h="917394">
                <a:tc>
                  <a:txBody>
                    <a:bodyPr/>
                    <a:lstStyle/>
                    <a:p>
                      <a:pPr algn="ct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Academic presentation and exercises</a:t>
                      </a:r>
                    </a:p>
                  </a:txBody>
                  <a:tcPr>
                    <a:solidFill>
                      <a:srgbClr val="EDEADF"/>
                    </a:solidFill>
                  </a:tcPr>
                </a:tc>
                <a:extLst>
                  <a:ext uri="{0D108BD9-81ED-4DB2-BD59-A6C34878D82A}">
                    <a16:rowId xmlns:a16="http://schemas.microsoft.com/office/drawing/2014/main" val="2178909674"/>
                  </a:ext>
                </a:extLst>
              </a:tr>
              <a:tr h="7543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Summary, reflections &amp; evaluations</a:t>
                      </a:r>
                      <a:endParaRPr lang="en-GB" sz="1200" b="0" noProof="0" dirty="0">
                        <a:solidFill>
                          <a:schemeClr val="tx1"/>
                        </a:solidFill>
                        <a:latin typeface="Microsoft Tai Le" panose="020B0502040204020203" pitchFamily="34" charset="0"/>
                        <a:cs typeface="Microsoft Tai Le" panose="020B0502040204020203" pitchFamily="34" charset="0"/>
                      </a:endParaRPr>
                    </a:p>
                  </a:txBody>
                  <a:tcPr>
                    <a:solidFill>
                      <a:srgbClr val="EDEADF"/>
                    </a:solidFill>
                  </a:tcPr>
                </a:tc>
                <a:extLst>
                  <a:ext uri="{0D108BD9-81ED-4DB2-BD59-A6C34878D82A}">
                    <a16:rowId xmlns:a16="http://schemas.microsoft.com/office/drawing/2014/main" val="3164147869"/>
                  </a:ext>
                </a:extLst>
              </a:tr>
            </a:tbl>
          </a:graphicData>
        </a:graphic>
      </p:graphicFrame>
      <p:sp>
        <p:nvSpPr>
          <p:cNvPr id="10" name="Rektangel: afrundede hjørner 9">
            <a:extLst>
              <a:ext uri="{FF2B5EF4-FFF2-40B4-BE49-F238E27FC236}">
                <a16:creationId xmlns:a16="http://schemas.microsoft.com/office/drawing/2014/main" id="{1FDEF427-5E38-82ED-FD69-DD46B803F797}"/>
              </a:ext>
            </a:extLst>
          </p:cNvPr>
          <p:cNvSpPr/>
          <p:nvPr/>
        </p:nvSpPr>
        <p:spPr>
          <a:xfrm>
            <a:off x="5650201" y="846990"/>
            <a:ext cx="1169170" cy="3170120"/>
          </a:xfrm>
          <a:prstGeom prst="roundRect">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noProof="0" dirty="0">
                <a:latin typeface="Garamond" panose="02020404030301010803" pitchFamily="18" charset="0"/>
              </a:rPr>
              <a:t>Participants decide which of the subjects from the 3 previous modules they would like to work with in module 4</a:t>
            </a:r>
          </a:p>
        </p:txBody>
      </p:sp>
      <p:cxnSp>
        <p:nvCxnSpPr>
          <p:cNvPr id="7" name="Lige pilforbindelse 6">
            <a:extLst>
              <a:ext uri="{FF2B5EF4-FFF2-40B4-BE49-F238E27FC236}">
                <a16:creationId xmlns:a16="http://schemas.microsoft.com/office/drawing/2014/main" id="{E6122094-ADA4-6FF8-83A8-45D61D372BDF}"/>
              </a:ext>
            </a:extLst>
          </p:cNvPr>
          <p:cNvCxnSpPr>
            <a:cxnSpLocks/>
          </p:cNvCxnSpPr>
          <p:nvPr/>
        </p:nvCxnSpPr>
        <p:spPr>
          <a:xfrm flipV="1">
            <a:off x="5247821" y="3310563"/>
            <a:ext cx="333828" cy="152041"/>
          </a:xfrm>
          <a:prstGeom prst="straightConnector1">
            <a:avLst/>
          </a:prstGeom>
          <a:ln w="38100">
            <a:solidFill>
              <a:srgbClr val="5E8872"/>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1" name="Tabel 10">
            <a:extLst>
              <a:ext uri="{FF2B5EF4-FFF2-40B4-BE49-F238E27FC236}">
                <a16:creationId xmlns:a16="http://schemas.microsoft.com/office/drawing/2014/main" id="{A102FA4C-D007-0FB7-1816-3662FE08C482}"/>
              </a:ext>
            </a:extLst>
          </p:cNvPr>
          <p:cNvGraphicFramePr>
            <a:graphicFrameLocks noGrp="1"/>
          </p:cNvGraphicFramePr>
          <p:nvPr>
            <p:extLst>
              <p:ext uri="{D42A27DB-BD31-4B8C-83A1-F6EECF244321}">
                <p14:modId xmlns:p14="http://schemas.microsoft.com/office/powerpoint/2010/main" val="1753671855"/>
              </p:ext>
            </p:extLst>
          </p:nvPr>
        </p:nvGraphicFramePr>
        <p:xfrm>
          <a:off x="2140240" y="1079575"/>
          <a:ext cx="1620000" cy="2647151"/>
        </p:xfrm>
        <a:graphic>
          <a:graphicData uri="http://schemas.openxmlformats.org/drawingml/2006/table">
            <a:tbl>
              <a:tblPr firstRow="1" bandRow="1">
                <a:tableStyleId>{5940675A-B579-460E-94D1-54222C63F5DA}</a:tableStyleId>
              </a:tblPr>
              <a:tblGrid>
                <a:gridCol w="1620000">
                  <a:extLst>
                    <a:ext uri="{9D8B030D-6E8A-4147-A177-3AD203B41FA5}">
                      <a16:colId xmlns:a16="http://schemas.microsoft.com/office/drawing/2014/main" val="1081418305"/>
                    </a:ext>
                  </a:extLst>
                </a:gridCol>
              </a:tblGrid>
              <a:tr h="311995">
                <a:tc>
                  <a:txBody>
                    <a:bodyPr/>
                    <a:lstStyle/>
                    <a:p>
                      <a:pPr algn="ctr"/>
                      <a:r>
                        <a:rPr lang="en-GB" sz="1600" b="1" noProof="0" dirty="0">
                          <a:solidFill>
                            <a:schemeClr val="bg1"/>
                          </a:solidFill>
                          <a:latin typeface="Microsoft Tai Le" panose="020B0502040204020203" pitchFamily="34" charset="0"/>
                          <a:cs typeface="Microsoft Tai Le" panose="020B0502040204020203" pitchFamily="34" charset="0"/>
                        </a:rPr>
                        <a:t>Modul 2</a:t>
                      </a:r>
                    </a:p>
                  </a:txBody>
                  <a:tcPr>
                    <a:solidFill>
                      <a:srgbClr val="5E8872"/>
                    </a:solidFill>
                  </a:tcPr>
                </a:tc>
                <a:extLst>
                  <a:ext uri="{0D108BD9-81ED-4DB2-BD59-A6C34878D82A}">
                    <a16:rowId xmlns:a16="http://schemas.microsoft.com/office/drawing/2014/main" val="3092028326"/>
                  </a:ext>
                </a:extLst>
              </a:tr>
              <a:tr h="586753">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Presentation of reflections from the previous module</a:t>
                      </a:r>
                    </a:p>
                  </a:txBody>
                  <a:tcPr>
                    <a:solidFill>
                      <a:srgbClr val="EDEADF"/>
                    </a:solidFill>
                  </a:tcPr>
                </a:tc>
                <a:extLst>
                  <a:ext uri="{0D108BD9-81ED-4DB2-BD59-A6C34878D82A}">
                    <a16:rowId xmlns:a16="http://schemas.microsoft.com/office/drawing/2014/main" val="3026520322"/>
                  </a:ext>
                </a:extLst>
              </a:tr>
              <a:tr h="917394">
                <a:tc>
                  <a:txBody>
                    <a:bodyPr/>
                    <a:lstStyle/>
                    <a:p>
                      <a:pPr algn="ct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Academic presentation and exercises</a:t>
                      </a:r>
                    </a:p>
                  </a:txBody>
                  <a:tcPr>
                    <a:solidFill>
                      <a:srgbClr val="EDEADF"/>
                    </a:solidFill>
                  </a:tcPr>
                </a:tc>
                <a:extLst>
                  <a:ext uri="{0D108BD9-81ED-4DB2-BD59-A6C34878D82A}">
                    <a16:rowId xmlns:a16="http://schemas.microsoft.com/office/drawing/2014/main" val="2178909674"/>
                  </a:ext>
                </a:extLst>
              </a:tr>
              <a:tr h="7543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b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br>
                      <a:r>
                        <a:rPr lang="en-GB" sz="1200" b="0" i="0" noProof="0" dirty="0">
                          <a:solidFill>
                            <a:schemeClr val="tx1"/>
                          </a:solidFill>
                          <a:effectLst/>
                          <a:latin typeface="Microsoft Tai Le" panose="020B0502040204020203" pitchFamily="34" charset="0"/>
                          <a:ea typeface="+mn-ea"/>
                          <a:cs typeface="Microsoft Tai Le" panose="020B0502040204020203" pitchFamily="34" charset="0"/>
                        </a:rPr>
                        <a:t>Summary, reflections &amp; evaluation</a:t>
                      </a:r>
                      <a:endParaRPr lang="en-GB" sz="1200" b="0" noProof="0" dirty="0">
                        <a:solidFill>
                          <a:schemeClr val="tx1"/>
                        </a:solidFill>
                        <a:latin typeface="Microsoft Tai Le" panose="020B0502040204020203" pitchFamily="34" charset="0"/>
                        <a:cs typeface="Microsoft Tai Le" panose="020B0502040204020203" pitchFamily="34" charset="0"/>
                      </a:endParaRPr>
                    </a:p>
                  </a:txBody>
                  <a:tcPr>
                    <a:solidFill>
                      <a:srgbClr val="EDEADF"/>
                    </a:solidFill>
                  </a:tcPr>
                </a:tc>
                <a:extLst>
                  <a:ext uri="{0D108BD9-81ED-4DB2-BD59-A6C34878D82A}">
                    <a16:rowId xmlns:a16="http://schemas.microsoft.com/office/drawing/2014/main" val="3164147869"/>
                  </a:ext>
                </a:extLst>
              </a:tr>
            </a:tbl>
          </a:graphicData>
        </a:graphic>
      </p:graphicFrame>
    </p:spTree>
    <p:extLst>
      <p:ext uri="{BB962C8B-B14F-4D97-AF65-F5344CB8AC3E}">
        <p14:creationId xmlns:p14="http://schemas.microsoft.com/office/powerpoint/2010/main" val="12163031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2D281-F955-222D-10B3-E38E9FC66080}"/>
            </a:ext>
          </a:extLst>
        </p:cNvPr>
        <p:cNvGrpSpPr/>
        <p:nvPr/>
      </p:nvGrpSpPr>
      <p:grpSpPr>
        <a:xfrm>
          <a:off x="0" y="0"/>
          <a:ext cx="0" cy="0"/>
          <a:chOff x="0" y="0"/>
          <a:chExt cx="0" cy="0"/>
        </a:xfrm>
      </p:grpSpPr>
      <p:sp>
        <p:nvSpPr>
          <p:cNvPr id="12" name="object 2">
            <a:extLst>
              <a:ext uri="{FF2B5EF4-FFF2-40B4-BE49-F238E27FC236}">
                <a16:creationId xmlns:a16="http://schemas.microsoft.com/office/drawing/2014/main" id="{455B0F77-BF65-47C6-7981-8AAEEFFDA5BD}"/>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3" name="Grafik 12">
            <a:extLst>
              <a:ext uri="{FF2B5EF4-FFF2-40B4-BE49-F238E27FC236}">
                <a16:creationId xmlns:a16="http://schemas.microsoft.com/office/drawing/2014/main" id="{557B1316-E726-9D24-AA9C-E3586D953E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4" name="Tekstfelt 3">
            <a:extLst>
              <a:ext uri="{FF2B5EF4-FFF2-40B4-BE49-F238E27FC236}">
                <a16:creationId xmlns:a16="http://schemas.microsoft.com/office/drawing/2014/main" id="{075EBA3A-8A42-BC59-4DF4-DBC42F08D2E2}"/>
              </a:ext>
            </a:extLst>
          </p:cNvPr>
          <p:cNvSpPr txBox="1"/>
          <p:nvPr/>
        </p:nvSpPr>
        <p:spPr>
          <a:xfrm>
            <a:off x="301556" y="176665"/>
            <a:ext cx="5280093" cy="369332"/>
          </a:xfrm>
          <a:prstGeom prst="rect">
            <a:avLst/>
          </a:prstGeom>
          <a:noFill/>
        </p:spPr>
        <p:txBody>
          <a:bodyPr wrap="square" rtlCol="0">
            <a:spAutoFit/>
          </a:bodyPr>
          <a:lstStyle/>
          <a:p>
            <a:r>
              <a:rPr lang="en-GB" b="1" dirty="0">
                <a:latin typeface="Garamond" panose="02020404030301010803" pitchFamily="18" charset="0"/>
              </a:rPr>
              <a:t>MODULE 1-3 STRUCTURE</a:t>
            </a:r>
            <a:endParaRPr lang="en-GB" b="1" noProof="0" dirty="0">
              <a:latin typeface="Garamond" panose="02020404030301010803" pitchFamily="18" charset="0"/>
            </a:endParaRPr>
          </a:p>
        </p:txBody>
      </p:sp>
      <p:pic>
        <p:nvPicPr>
          <p:cNvPr id="3" name="Picture 2">
            <a:extLst>
              <a:ext uri="{FF2B5EF4-FFF2-40B4-BE49-F238E27FC236}">
                <a16:creationId xmlns:a16="http://schemas.microsoft.com/office/drawing/2014/main" id="{6F43F908-EA6F-D45A-F9DA-4F00618EF38E}"/>
              </a:ext>
            </a:extLst>
          </p:cNvPr>
          <p:cNvPicPr>
            <a:picLocks noChangeAspect="1"/>
          </p:cNvPicPr>
          <p:nvPr/>
        </p:nvPicPr>
        <p:blipFill>
          <a:blip r:embed="rId4"/>
          <a:stretch>
            <a:fillRect/>
          </a:stretch>
        </p:blipFill>
        <p:spPr>
          <a:xfrm>
            <a:off x="301556" y="545997"/>
            <a:ext cx="6666511" cy="3721025"/>
          </a:xfrm>
          <a:prstGeom prst="rect">
            <a:avLst/>
          </a:prstGeom>
        </p:spPr>
      </p:pic>
    </p:spTree>
    <p:extLst>
      <p:ext uri="{BB962C8B-B14F-4D97-AF65-F5344CB8AC3E}">
        <p14:creationId xmlns:p14="http://schemas.microsoft.com/office/powerpoint/2010/main" val="1892762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B70F1-FEFF-3B34-524F-56A61F0E8DE0}"/>
            </a:ext>
          </a:extLst>
        </p:cNvPr>
        <p:cNvGrpSpPr/>
        <p:nvPr/>
      </p:nvGrpSpPr>
      <p:grpSpPr>
        <a:xfrm>
          <a:off x="0" y="0"/>
          <a:ext cx="0" cy="0"/>
          <a:chOff x="0" y="0"/>
          <a:chExt cx="0" cy="0"/>
        </a:xfrm>
      </p:grpSpPr>
      <p:sp>
        <p:nvSpPr>
          <p:cNvPr id="12" name="object 2">
            <a:extLst>
              <a:ext uri="{FF2B5EF4-FFF2-40B4-BE49-F238E27FC236}">
                <a16:creationId xmlns:a16="http://schemas.microsoft.com/office/drawing/2014/main" id="{E7904889-CE8B-BB57-C7F3-8BFA0EECFC54}"/>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3" name="Grafik 12">
            <a:extLst>
              <a:ext uri="{FF2B5EF4-FFF2-40B4-BE49-F238E27FC236}">
                <a16:creationId xmlns:a16="http://schemas.microsoft.com/office/drawing/2014/main" id="{684C8CB9-BB45-0205-D07C-D75610846F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4" name="Tekstfelt 3">
            <a:extLst>
              <a:ext uri="{FF2B5EF4-FFF2-40B4-BE49-F238E27FC236}">
                <a16:creationId xmlns:a16="http://schemas.microsoft.com/office/drawing/2014/main" id="{33DCDE15-95B5-31E9-3F12-B66B3736930E}"/>
              </a:ext>
            </a:extLst>
          </p:cNvPr>
          <p:cNvSpPr txBox="1"/>
          <p:nvPr/>
        </p:nvSpPr>
        <p:spPr>
          <a:xfrm>
            <a:off x="301556" y="296694"/>
            <a:ext cx="8093414" cy="646331"/>
          </a:xfrm>
          <a:prstGeom prst="rect">
            <a:avLst/>
          </a:prstGeom>
          <a:noFill/>
        </p:spPr>
        <p:txBody>
          <a:bodyPr wrap="square" rtlCol="0">
            <a:spAutoFit/>
          </a:bodyPr>
          <a:lstStyle/>
          <a:p>
            <a:r>
              <a:rPr lang="en-GB" b="1" noProof="0" dirty="0">
                <a:latin typeface="Garamond" panose="02020404030301010803" pitchFamily="18" charset="0"/>
              </a:rPr>
              <a:t>MODULE 4: FROM RESEARCH TO TEACHING – DEVELOPMENT OF TEACHING COURSES</a:t>
            </a:r>
          </a:p>
        </p:txBody>
      </p:sp>
      <p:pic>
        <p:nvPicPr>
          <p:cNvPr id="3" name="Picture 2">
            <a:extLst>
              <a:ext uri="{FF2B5EF4-FFF2-40B4-BE49-F238E27FC236}">
                <a16:creationId xmlns:a16="http://schemas.microsoft.com/office/drawing/2014/main" id="{5876D9DF-56DE-504F-048E-8C1E683C13DA}"/>
              </a:ext>
            </a:extLst>
          </p:cNvPr>
          <p:cNvPicPr>
            <a:picLocks noChangeAspect="1"/>
          </p:cNvPicPr>
          <p:nvPr/>
        </p:nvPicPr>
        <p:blipFill>
          <a:blip r:embed="rId4"/>
          <a:stretch>
            <a:fillRect/>
          </a:stretch>
        </p:blipFill>
        <p:spPr>
          <a:xfrm>
            <a:off x="301556" y="943025"/>
            <a:ext cx="6993326" cy="3095575"/>
          </a:xfrm>
          <a:prstGeom prst="rect">
            <a:avLst/>
          </a:prstGeom>
        </p:spPr>
      </p:pic>
    </p:spTree>
    <p:extLst>
      <p:ext uri="{BB962C8B-B14F-4D97-AF65-F5344CB8AC3E}">
        <p14:creationId xmlns:p14="http://schemas.microsoft.com/office/powerpoint/2010/main" val="1631698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17590-7072-B8D3-6BD6-D4999B02A9E3}"/>
            </a:ext>
          </a:extLst>
        </p:cNvPr>
        <p:cNvGrpSpPr/>
        <p:nvPr/>
      </p:nvGrpSpPr>
      <p:grpSpPr>
        <a:xfrm>
          <a:off x="0" y="0"/>
          <a:ext cx="0" cy="0"/>
          <a:chOff x="0" y="0"/>
          <a:chExt cx="0" cy="0"/>
        </a:xfrm>
      </p:grpSpPr>
      <p:sp>
        <p:nvSpPr>
          <p:cNvPr id="12" name="object 2">
            <a:extLst>
              <a:ext uri="{FF2B5EF4-FFF2-40B4-BE49-F238E27FC236}">
                <a16:creationId xmlns:a16="http://schemas.microsoft.com/office/drawing/2014/main" id="{4854D73B-F6E0-60A0-9FCC-672DE9C9FC21}"/>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3" name="Grafik 12">
            <a:extLst>
              <a:ext uri="{FF2B5EF4-FFF2-40B4-BE49-F238E27FC236}">
                <a16:creationId xmlns:a16="http://schemas.microsoft.com/office/drawing/2014/main" id="{DAE9920C-52A7-FED1-B056-41480E82D5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4" name="Tekstfelt 3">
            <a:extLst>
              <a:ext uri="{FF2B5EF4-FFF2-40B4-BE49-F238E27FC236}">
                <a16:creationId xmlns:a16="http://schemas.microsoft.com/office/drawing/2014/main" id="{9A3F38B2-B031-0E82-3496-A2DF8F9DEFD5}"/>
              </a:ext>
            </a:extLst>
          </p:cNvPr>
          <p:cNvSpPr txBox="1"/>
          <p:nvPr/>
        </p:nvSpPr>
        <p:spPr>
          <a:xfrm>
            <a:off x="301556" y="296694"/>
            <a:ext cx="5280093" cy="646331"/>
          </a:xfrm>
          <a:prstGeom prst="rect">
            <a:avLst/>
          </a:prstGeom>
          <a:noFill/>
        </p:spPr>
        <p:txBody>
          <a:bodyPr wrap="square" rtlCol="0">
            <a:spAutoFit/>
          </a:bodyPr>
          <a:lstStyle/>
          <a:p>
            <a:r>
              <a:rPr lang="en-GB" b="1" noProof="0" dirty="0">
                <a:latin typeface="Garamond" panose="02020404030301010803" pitchFamily="18" charset="0"/>
              </a:rPr>
              <a:t>LEARNING PLATFORM</a:t>
            </a:r>
            <a:br>
              <a:rPr lang="en-GB" b="1" noProof="0" dirty="0">
                <a:latin typeface="Garamond" panose="02020404030301010803" pitchFamily="18" charset="0"/>
              </a:rPr>
            </a:br>
            <a:r>
              <a:rPr lang="en-GB" b="1" noProof="0" dirty="0">
                <a:latin typeface="Garamond" panose="02020404030301010803" pitchFamily="18" charset="0"/>
              </a:rPr>
              <a:t>PADLET</a:t>
            </a:r>
          </a:p>
        </p:txBody>
      </p:sp>
      <p:pic>
        <p:nvPicPr>
          <p:cNvPr id="7" name="Picture 6">
            <a:extLst>
              <a:ext uri="{FF2B5EF4-FFF2-40B4-BE49-F238E27FC236}">
                <a16:creationId xmlns:a16="http://schemas.microsoft.com/office/drawing/2014/main" id="{1440B60F-EB43-65CD-A1BD-E5E546FF04C1}"/>
              </a:ext>
            </a:extLst>
          </p:cNvPr>
          <p:cNvPicPr>
            <a:picLocks noChangeAspect="1"/>
          </p:cNvPicPr>
          <p:nvPr/>
        </p:nvPicPr>
        <p:blipFill>
          <a:blip r:embed="rId4"/>
          <a:stretch>
            <a:fillRect/>
          </a:stretch>
        </p:blipFill>
        <p:spPr>
          <a:xfrm>
            <a:off x="3762918" y="0"/>
            <a:ext cx="4873082" cy="4864100"/>
          </a:xfrm>
          <a:prstGeom prst="rect">
            <a:avLst/>
          </a:prstGeom>
        </p:spPr>
      </p:pic>
    </p:spTree>
    <p:extLst>
      <p:ext uri="{BB962C8B-B14F-4D97-AF65-F5344CB8AC3E}">
        <p14:creationId xmlns:p14="http://schemas.microsoft.com/office/powerpoint/2010/main" val="13844529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B0300-DAE0-8D3A-2416-E01DFC93E5B3}"/>
            </a:ext>
          </a:extLst>
        </p:cNvPr>
        <p:cNvGrpSpPr/>
        <p:nvPr/>
      </p:nvGrpSpPr>
      <p:grpSpPr>
        <a:xfrm>
          <a:off x="0" y="0"/>
          <a:ext cx="0" cy="0"/>
          <a:chOff x="0" y="0"/>
          <a:chExt cx="0" cy="0"/>
        </a:xfrm>
      </p:grpSpPr>
      <p:sp>
        <p:nvSpPr>
          <p:cNvPr id="12" name="object 2">
            <a:extLst>
              <a:ext uri="{FF2B5EF4-FFF2-40B4-BE49-F238E27FC236}">
                <a16:creationId xmlns:a16="http://schemas.microsoft.com/office/drawing/2014/main" id="{2C41B3D2-7996-C050-3AB6-EAD9B838D383}"/>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3" name="Grafik 12">
            <a:extLst>
              <a:ext uri="{FF2B5EF4-FFF2-40B4-BE49-F238E27FC236}">
                <a16:creationId xmlns:a16="http://schemas.microsoft.com/office/drawing/2014/main" id="{759720EF-09C0-F832-D71B-5ED85196296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2" name="Tekstfelt 1">
            <a:extLst>
              <a:ext uri="{FF2B5EF4-FFF2-40B4-BE49-F238E27FC236}">
                <a16:creationId xmlns:a16="http://schemas.microsoft.com/office/drawing/2014/main" id="{8FB65E34-369F-CDE0-919A-323E829A865B}"/>
              </a:ext>
            </a:extLst>
          </p:cNvPr>
          <p:cNvSpPr txBox="1"/>
          <p:nvPr/>
        </p:nvSpPr>
        <p:spPr>
          <a:xfrm>
            <a:off x="301556" y="296694"/>
            <a:ext cx="5280093" cy="923330"/>
          </a:xfrm>
          <a:prstGeom prst="rect">
            <a:avLst/>
          </a:prstGeom>
          <a:noFill/>
        </p:spPr>
        <p:txBody>
          <a:bodyPr wrap="square" rtlCol="0">
            <a:spAutoFit/>
          </a:bodyPr>
          <a:lstStyle/>
          <a:p>
            <a:r>
              <a:rPr lang="en-GB" b="1" noProof="0" dirty="0">
                <a:latin typeface="Garamond" panose="02020404030301010803" pitchFamily="18" charset="0"/>
              </a:rPr>
              <a:t>LEARNING PLATFORM:</a:t>
            </a:r>
          </a:p>
          <a:p>
            <a:r>
              <a:rPr lang="en-GB" b="1" noProof="0" dirty="0">
                <a:latin typeface="Garamond" panose="02020404030301010803" pitchFamily="18" charset="0"/>
              </a:rPr>
              <a:t>PADLET</a:t>
            </a:r>
          </a:p>
          <a:p>
            <a:r>
              <a:rPr lang="en-GB" b="1" noProof="0" dirty="0">
                <a:latin typeface="Garamond" panose="02020404030301010803" pitchFamily="18" charset="0"/>
              </a:rPr>
              <a:t>MODULE 1-3</a:t>
            </a:r>
          </a:p>
        </p:txBody>
      </p:sp>
      <p:sp>
        <p:nvSpPr>
          <p:cNvPr id="3" name="Tekstfelt 2">
            <a:extLst>
              <a:ext uri="{FF2B5EF4-FFF2-40B4-BE49-F238E27FC236}">
                <a16:creationId xmlns:a16="http://schemas.microsoft.com/office/drawing/2014/main" id="{031AB5F8-8DFD-8BB4-4280-E69E719EE071}"/>
              </a:ext>
            </a:extLst>
          </p:cNvPr>
          <p:cNvSpPr txBox="1"/>
          <p:nvPr/>
        </p:nvSpPr>
        <p:spPr>
          <a:xfrm>
            <a:off x="364787" y="1434830"/>
            <a:ext cx="2686116" cy="1354217"/>
          </a:xfrm>
          <a:prstGeom prst="rect">
            <a:avLst/>
          </a:prstGeom>
        </p:spPr>
        <p:txBody>
          <a:bodyPr vert="horz" wrap="square" lIns="0" tIns="0" rIns="0" bIns="0" rtlCol="0" anchor="t" anchorCtr="0">
            <a:spAutoFit/>
          </a:bodyPr>
          <a:lstStyle/>
          <a:p>
            <a:pPr marR="0" algn="l" defTabSz="914400" rtl="0" eaLnBrk="1" fontAlgn="auto" latinLnBrk="0" hangingPunct="1">
              <a:lnSpc>
                <a:spcPct val="100000"/>
              </a:lnSpc>
              <a:spcBef>
                <a:spcPct val="0"/>
              </a:spcBef>
              <a:spcAft>
                <a:spcPts val="0"/>
              </a:spcAft>
              <a:buClrTx/>
              <a:buSzTx/>
              <a:tabLst/>
            </a:pPr>
            <a:r>
              <a:rPr lang="en-GB" sz="1100" b="1" noProof="0" dirty="0">
                <a:solidFill>
                  <a:schemeClr val="tx1"/>
                </a:solidFill>
                <a:latin typeface="Garamond" panose="02020404030301010803" pitchFamily="18" charset="0"/>
              </a:rPr>
              <a:t>University lecturers:</a:t>
            </a:r>
          </a:p>
          <a:p>
            <a:pPr marL="171450" marR="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100" noProof="0" dirty="0">
                <a:solidFill>
                  <a:schemeClr val="tx1"/>
                </a:solidFill>
                <a:latin typeface="Garamond" panose="02020404030301010803" pitchFamily="18" charset="0"/>
              </a:rPr>
              <a:t>Learning materials &amp; exercises</a:t>
            </a:r>
          </a:p>
          <a:p>
            <a:pPr marL="171450" marR="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100" dirty="0">
                <a:solidFill>
                  <a:schemeClr val="tx1"/>
                </a:solidFill>
                <a:latin typeface="Garamond" panose="02020404030301010803" pitchFamily="18" charset="0"/>
              </a:rPr>
              <a:t>Material the teachers can further develop for their own classes</a:t>
            </a:r>
          </a:p>
          <a:p>
            <a:pPr marR="0" algn="l" defTabSz="914400" rtl="0" eaLnBrk="1" fontAlgn="auto" latinLnBrk="0" hangingPunct="1">
              <a:lnSpc>
                <a:spcPct val="100000"/>
              </a:lnSpc>
              <a:spcBef>
                <a:spcPct val="0"/>
              </a:spcBef>
              <a:spcAft>
                <a:spcPts val="0"/>
              </a:spcAft>
              <a:buClrTx/>
              <a:buSzTx/>
              <a:tabLst/>
            </a:pPr>
            <a:endParaRPr lang="en-GB" sz="1100" b="1" noProof="0" dirty="0">
              <a:solidFill>
                <a:schemeClr val="tx1"/>
              </a:solidFill>
              <a:latin typeface="Garamond" panose="02020404030301010803" pitchFamily="18" charset="0"/>
            </a:endParaRPr>
          </a:p>
          <a:p>
            <a:pPr marR="0" algn="l" defTabSz="914400" rtl="0" eaLnBrk="1" fontAlgn="auto" latinLnBrk="0" hangingPunct="1">
              <a:lnSpc>
                <a:spcPct val="100000"/>
              </a:lnSpc>
              <a:spcBef>
                <a:spcPct val="0"/>
              </a:spcBef>
              <a:spcAft>
                <a:spcPts val="0"/>
              </a:spcAft>
              <a:buClrTx/>
              <a:buSzTx/>
              <a:tabLst/>
            </a:pPr>
            <a:r>
              <a:rPr lang="en-GB" sz="1100" b="1" dirty="0">
                <a:solidFill>
                  <a:schemeClr val="tx1"/>
                </a:solidFill>
                <a:latin typeface="Garamond" panose="02020404030301010803" pitchFamily="18" charset="0"/>
              </a:rPr>
              <a:t>Participants</a:t>
            </a:r>
          </a:p>
          <a:p>
            <a:pPr marL="171450" marR="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100" noProof="0" dirty="0">
                <a:solidFill>
                  <a:schemeClr val="tx1"/>
                </a:solidFill>
                <a:latin typeface="Garamond" panose="02020404030301010803" pitchFamily="18" charset="0"/>
              </a:rPr>
              <a:t>Knowledge sharing about the materials</a:t>
            </a:r>
          </a:p>
          <a:p>
            <a:pPr marL="171450" marR="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100" noProof="0" dirty="0">
                <a:solidFill>
                  <a:schemeClr val="tx1"/>
                </a:solidFill>
                <a:latin typeface="Garamond" panose="02020404030301010803" pitchFamily="18" charset="0"/>
              </a:rPr>
              <a:t>Exchange ideas</a:t>
            </a:r>
          </a:p>
        </p:txBody>
      </p:sp>
      <p:pic>
        <p:nvPicPr>
          <p:cNvPr id="5" name="Billede 4">
            <a:extLst>
              <a:ext uri="{FF2B5EF4-FFF2-40B4-BE49-F238E27FC236}">
                <a16:creationId xmlns:a16="http://schemas.microsoft.com/office/drawing/2014/main" id="{D7A3EC1C-B7EF-3169-A0DA-541A44380D11}"/>
              </a:ext>
            </a:extLst>
          </p:cNvPr>
          <p:cNvPicPr>
            <a:picLocks noChangeAspect="1"/>
          </p:cNvPicPr>
          <p:nvPr/>
        </p:nvPicPr>
        <p:blipFill>
          <a:blip r:embed="rId4"/>
          <a:stretch>
            <a:fillRect/>
          </a:stretch>
        </p:blipFill>
        <p:spPr>
          <a:xfrm>
            <a:off x="3459603" y="507304"/>
            <a:ext cx="5176395" cy="4864100"/>
          </a:xfrm>
          <a:prstGeom prst="rect">
            <a:avLst/>
          </a:prstGeom>
        </p:spPr>
      </p:pic>
      <p:pic>
        <p:nvPicPr>
          <p:cNvPr id="8" name="Billede 7">
            <a:extLst>
              <a:ext uri="{FF2B5EF4-FFF2-40B4-BE49-F238E27FC236}">
                <a16:creationId xmlns:a16="http://schemas.microsoft.com/office/drawing/2014/main" id="{CCD9684F-86D6-91E9-6B0C-408E48C4D3A3}"/>
              </a:ext>
            </a:extLst>
          </p:cNvPr>
          <p:cNvPicPr>
            <a:picLocks noChangeAspect="1"/>
          </p:cNvPicPr>
          <p:nvPr/>
        </p:nvPicPr>
        <p:blipFill>
          <a:blip r:embed="rId5"/>
          <a:srcRect t="21374" r="40060" b="-21374"/>
          <a:stretch>
            <a:fillRect/>
          </a:stretch>
        </p:blipFill>
        <p:spPr>
          <a:xfrm>
            <a:off x="3459604" y="0"/>
            <a:ext cx="5176395" cy="675971"/>
          </a:xfrm>
          <a:prstGeom prst="rect">
            <a:avLst/>
          </a:prstGeom>
        </p:spPr>
      </p:pic>
    </p:spTree>
    <p:extLst>
      <p:ext uri="{BB962C8B-B14F-4D97-AF65-F5344CB8AC3E}">
        <p14:creationId xmlns:p14="http://schemas.microsoft.com/office/powerpoint/2010/main" val="4260534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219F4-8AAC-2CCF-3371-04F3CF95E329}"/>
            </a:ext>
          </a:extLst>
        </p:cNvPr>
        <p:cNvGrpSpPr/>
        <p:nvPr/>
      </p:nvGrpSpPr>
      <p:grpSpPr>
        <a:xfrm>
          <a:off x="0" y="0"/>
          <a:ext cx="0" cy="0"/>
          <a:chOff x="0" y="0"/>
          <a:chExt cx="0" cy="0"/>
        </a:xfrm>
      </p:grpSpPr>
      <p:sp>
        <p:nvSpPr>
          <p:cNvPr id="12" name="object 2">
            <a:extLst>
              <a:ext uri="{FF2B5EF4-FFF2-40B4-BE49-F238E27FC236}">
                <a16:creationId xmlns:a16="http://schemas.microsoft.com/office/drawing/2014/main" id="{4CF32605-2582-4657-96C7-E1F6DF3514A7}"/>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3" name="Grafik 12">
            <a:extLst>
              <a:ext uri="{FF2B5EF4-FFF2-40B4-BE49-F238E27FC236}">
                <a16:creationId xmlns:a16="http://schemas.microsoft.com/office/drawing/2014/main" id="{9675EBDA-0DC3-EA13-B59A-52B009A7DC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2" name="Tekstfelt 1">
            <a:extLst>
              <a:ext uri="{FF2B5EF4-FFF2-40B4-BE49-F238E27FC236}">
                <a16:creationId xmlns:a16="http://schemas.microsoft.com/office/drawing/2014/main" id="{4DA2A736-2A65-631E-79E2-329758DC2CD5}"/>
              </a:ext>
            </a:extLst>
          </p:cNvPr>
          <p:cNvSpPr txBox="1"/>
          <p:nvPr/>
        </p:nvSpPr>
        <p:spPr>
          <a:xfrm>
            <a:off x="301556" y="296694"/>
            <a:ext cx="5280093" cy="923330"/>
          </a:xfrm>
          <a:prstGeom prst="rect">
            <a:avLst/>
          </a:prstGeom>
          <a:noFill/>
        </p:spPr>
        <p:txBody>
          <a:bodyPr wrap="square" rtlCol="0">
            <a:spAutoFit/>
          </a:bodyPr>
          <a:lstStyle/>
          <a:p>
            <a:r>
              <a:rPr lang="en-GB" b="1" noProof="0" dirty="0">
                <a:latin typeface="Garamond" panose="02020404030301010803" pitchFamily="18" charset="0"/>
              </a:rPr>
              <a:t>LÆRINGSPLATFORM:</a:t>
            </a:r>
          </a:p>
          <a:p>
            <a:r>
              <a:rPr lang="en-GB" b="1" noProof="0" dirty="0">
                <a:latin typeface="Garamond" panose="02020404030301010803" pitchFamily="18" charset="0"/>
              </a:rPr>
              <a:t>PADLET</a:t>
            </a:r>
            <a:br>
              <a:rPr lang="en-GB" b="1" noProof="0" dirty="0">
                <a:latin typeface="Garamond" panose="02020404030301010803" pitchFamily="18" charset="0"/>
              </a:rPr>
            </a:br>
            <a:r>
              <a:rPr lang="en-GB" b="1" noProof="0" dirty="0">
                <a:latin typeface="Garamond" panose="02020404030301010803" pitchFamily="18" charset="0"/>
              </a:rPr>
              <a:t>MODUL 4</a:t>
            </a:r>
          </a:p>
        </p:txBody>
      </p:sp>
      <p:sp>
        <p:nvSpPr>
          <p:cNvPr id="5" name="Tekstfelt 4">
            <a:extLst>
              <a:ext uri="{FF2B5EF4-FFF2-40B4-BE49-F238E27FC236}">
                <a16:creationId xmlns:a16="http://schemas.microsoft.com/office/drawing/2014/main" id="{D00D3A99-4FF4-EF82-8282-BE73748F7D0B}"/>
              </a:ext>
            </a:extLst>
          </p:cNvPr>
          <p:cNvSpPr txBox="1"/>
          <p:nvPr/>
        </p:nvSpPr>
        <p:spPr>
          <a:xfrm>
            <a:off x="364787" y="1434830"/>
            <a:ext cx="2686116" cy="1692771"/>
          </a:xfrm>
          <a:prstGeom prst="rect">
            <a:avLst/>
          </a:prstGeom>
        </p:spPr>
        <p:txBody>
          <a:bodyPr vert="horz" wrap="square" lIns="0" tIns="0" rIns="0" bIns="0" rtlCol="0" anchor="t" anchorCtr="0">
            <a:spAutoFit/>
          </a:bodyPr>
          <a:lstStyle/>
          <a:p>
            <a:pPr marR="0" algn="l" defTabSz="914400" rtl="0" eaLnBrk="1" fontAlgn="auto" latinLnBrk="0" hangingPunct="1">
              <a:lnSpc>
                <a:spcPct val="100000"/>
              </a:lnSpc>
              <a:spcBef>
                <a:spcPct val="0"/>
              </a:spcBef>
              <a:spcAft>
                <a:spcPts val="0"/>
              </a:spcAft>
              <a:buClrTx/>
              <a:buSzTx/>
              <a:tabLst/>
            </a:pPr>
            <a:r>
              <a:rPr lang="en-GB" sz="1100" b="1" noProof="0" dirty="0">
                <a:solidFill>
                  <a:schemeClr val="tx1"/>
                </a:solidFill>
                <a:latin typeface="Garamond" panose="02020404030301010803" pitchFamily="18" charset="0"/>
              </a:rPr>
              <a:t>Depart. </a:t>
            </a:r>
            <a:r>
              <a:rPr lang="en-GB" sz="1100" b="1" dirty="0">
                <a:solidFill>
                  <a:schemeClr val="tx1"/>
                </a:solidFill>
                <a:latin typeface="Garamond" panose="02020404030301010803" pitchFamily="18" charset="0"/>
              </a:rPr>
              <a:t>o</a:t>
            </a:r>
            <a:r>
              <a:rPr lang="en-GB" sz="1100" b="1" noProof="0" dirty="0">
                <a:solidFill>
                  <a:schemeClr val="tx1"/>
                </a:solidFill>
                <a:latin typeface="Garamond" panose="02020404030301010803" pitchFamily="18" charset="0"/>
              </a:rPr>
              <a:t>f Science Education:</a:t>
            </a:r>
            <a:endParaRPr lang="en-GB" sz="1100" noProof="0" dirty="0">
              <a:solidFill>
                <a:schemeClr val="tx1"/>
              </a:solidFill>
              <a:latin typeface="Garamond" panose="02020404030301010803" pitchFamily="18" charset="0"/>
            </a:endParaRPr>
          </a:p>
          <a:p>
            <a:pPr marL="171450" marR="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100" noProof="0" dirty="0">
                <a:solidFill>
                  <a:schemeClr val="tx1"/>
                </a:solidFill>
                <a:latin typeface="Garamond" panose="02020404030301010803" pitchFamily="18" charset="0"/>
              </a:rPr>
              <a:t>Podcasts and articles </a:t>
            </a:r>
            <a:r>
              <a:rPr lang="en-GB" sz="1100" noProof="0">
                <a:solidFill>
                  <a:schemeClr val="tx1"/>
                </a:solidFill>
                <a:latin typeface="Garamond" panose="02020404030301010803" pitchFamily="18" charset="0"/>
              </a:rPr>
              <a:t>about IBSE </a:t>
            </a:r>
            <a:r>
              <a:rPr lang="en-GB" sz="1100" noProof="0" dirty="0">
                <a:solidFill>
                  <a:schemeClr val="tx1"/>
                </a:solidFill>
                <a:latin typeface="Garamond" panose="02020404030301010803" pitchFamily="18" charset="0"/>
              </a:rPr>
              <a:t>etc.</a:t>
            </a:r>
          </a:p>
          <a:p>
            <a:pPr marL="171450" marR="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100" dirty="0">
                <a:solidFill>
                  <a:schemeClr val="tx1"/>
                </a:solidFill>
                <a:latin typeface="Garamond" panose="02020404030301010803" pitchFamily="18" charset="0"/>
              </a:rPr>
              <a:t>Subject specific examples and links</a:t>
            </a:r>
          </a:p>
          <a:p>
            <a:pPr marL="171450" marR="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r>
              <a:rPr lang="en-GB" sz="1100" noProof="0" dirty="0">
                <a:solidFill>
                  <a:schemeClr val="tx1"/>
                </a:solidFill>
                <a:latin typeface="Garamond" panose="02020404030301010803" pitchFamily="18" charset="0"/>
              </a:rPr>
              <a:t>Templates the participants can use to describe ideas for their own classes</a:t>
            </a:r>
          </a:p>
          <a:p>
            <a:pPr marL="171450" marR="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pPr>
            <a:endParaRPr lang="en-GB" sz="1100" noProof="0" dirty="0">
              <a:solidFill>
                <a:schemeClr val="tx1"/>
              </a:solidFill>
              <a:latin typeface="Garamond" panose="02020404030301010803" pitchFamily="18" charset="0"/>
            </a:endParaRPr>
          </a:p>
          <a:p>
            <a:pPr marR="0" algn="l" defTabSz="914400" rtl="0" eaLnBrk="1" fontAlgn="auto" latinLnBrk="0" hangingPunct="1">
              <a:lnSpc>
                <a:spcPct val="100000"/>
              </a:lnSpc>
              <a:spcBef>
                <a:spcPct val="0"/>
              </a:spcBef>
              <a:spcAft>
                <a:spcPts val="0"/>
              </a:spcAft>
              <a:buClrTx/>
              <a:buSzTx/>
              <a:tabLst/>
            </a:pPr>
            <a:r>
              <a:rPr lang="en-GB" sz="1100" b="1" noProof="0" dirty="0">
                <a:solidFill>
                  <a:schemeClr val="tx1"/>
                </a:solidFill>
                <a:latin typeface="Garamond" panose="02020404030301010803" pitchFamily="18" charset="0"/>
              </a:rPr>
              <a:t>Participants:</a:t>
            </a:r>
          </a:p>
          <a:p>
            <a:pPr marL="171450" indent="-171450" algn="l" rtl="0">
              <a:spcBef>
                <a:spcPct val="0"/>
              </a:spcBef>
              <a:buFont typeface="Arial" panose="020B0604020202020204" pitchFamily="34" charset="0"/>
              <a:buChar char="•"/>
            </a:pPr>
            <a:r>
              <a:rPr lang="en-GB" sz="1100" noProof="0" dirty="0">
                <a:solidFill>
                  <a:schemeClr val="tx1"/>
                </a:solidFill>
                <a:latin typeface="Garamond" panose="02020404030301010803" pitchFamily="18" charset="0"/>
              </a:rPr>
              <a:t>Sparring on suggestions for class activities or courses</a:t>
            </a:r>
          </a:p>
          <a:p>
            <a:pPr marR="0" algn="l" defTabSz="914400" rtl="0" eaLnBrk="1" fontAlgn="auto" latinLnBrk="0" hangingPunct="1">
              <a:lnSpc>
                <a:spcPct val="100000"/>
              </a:lnSpc>
              <a:spcBef>
                <a:spcPct val="0"/>
              </a:spcBef>
              <a:spcAft>
                <a:spcPts val="0"/>
              </a:spcAft>
              <a:buClrTx/>
              <a:buSzTx/>
              <a:tabLst/>
            </a:pPr>
            <a:endParaRPr lang="en-GB" sz="1100" b="1" noProof="0" dirty="0">
              <a:solidFill>
                <a:schemeClr val="tx1"/>
              </a:solidFill>
              <a:latin typeface="Garamond" panose="02020404030301010803" pitchFamily="18" charset="0"/>
            </a:endParaRPr>
          </a:p>
        </p:txBody>
      </p:sp>
      <p:pic>
        <p:nvPicPr>
          <p:cNvPr id="4" name="Billede 3">
            <a:extLst>
              <a:ext uri="{FF2B5EF4-FFF2-40B4-BE49-F238E27FC236}">
                <a16:creationId xmlns:a16="http://schemas.microsoft.com/office/drawing/2014/main" id="{3EAF29DD-66EB-6173-8455-875946BEBD7A}"/>
              </a:ext>
            </a:extLst>
          </p:cNvPr>
          <p:cNvPicPr>
            <a:picLocks noChangeAspect="1"/>
          </p:cNvPicPr>
          <p:nvPr/>
        </p:nvPicPr>
        <p:blipFill>
          <a:blip r:embed="rId4"/>
          <a:stretch>
            <a:fillRect/>
          </a:stretch>
        </p:blipFill>
        <p:spPr>
          <a:xfrm>
            <a:off x="3237384" y="543026"/>
            <a:ext cx="5398616" cy="4864100"/>
          </a:xfrm>
          <a:prstGeom prst="rect">
            <a:avLst/>
          </a:prstGeom>
        </p:spPr>
      </p:pic>
      <p:pic>
        <p:nvPicPr>
          <p:cNvPr id="8" name="Billede 7">
            <a:extLst>
              <a:ext uri="{FF2B5EF4-FFF2-40B4-BE49-F238E27FC236}">
                <a16:creationId xmlns:a16="http://schemas.microsoft.com/office/drawing/2014/main" id="{ACA520FE-A6D2-456C-2EB3-4EBF2CF5CC64}"/>
              </a:ext>
            </a:extLst>
          </p:cNvPr>
          <p:cNvPicPr>
            <a:picLocks noChangeAspect="1"/>
          </p:cNvPicPr>
          <p:nvPr/>
        </p:nvPicPr>
        <p:blipFill>
          <a:blip r:embed="rId5"/>
          <a:stretch>
            <a:fillRect/>
          </a:stretch>
        </p:blipFill>
        <p:spPr>
          <a:xfrm>
            <a:off x="3237384" y="-760"/>
            <a:ext cx="5398616" cy="543786"/>
          </a:xfrm>
          <a:prstGeom prst="rect">
            <a:avLst/>
          </a:prstGeom>
        </p:spPr>
      </p:pic>
    </p:spTree>
    <p:extLst>
      <p:ext uri="{BB962C8B-B14F-4D97-AF65-F5344CB8AC3E}">
        <p14:creationId xmlns:p14="http://schemas.microsoft.com/office/powerpoint/2010/main" val="3864328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948F764-7A5F-803C-FC3F-634444CA0E60}"/>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05DCE112-DBF3-2160-3A7D-B4BE2672912D}"/>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C9162208-FDCE-5840-BF67-7C8A68D6CFAE}"/>
              </a:ext>
            </a:extLst>
          </p:cNvPr>
          <p:cNvSpPr txBox="1">
            <a:spLocks noGrp="1"/>
          </p:cNvSpPr>
          <p:nvPr>
            <p:ph type="title"/>
          </p:nvPr>
        </p:nvSpPr>
        <p:spPr>
          <a:xfrm>
            <a:off x="794439" y="1435095"/>
            <a:ext cx="6856365" cy="2228815"/>
          </a:xfrm>
          <a:prstGeom prst="rect">
            <a:avLst/>
          </a:prstGeom>
        </p:spPr>
        <p:txBody>
          <a:bodyPr vert="horz" wrap="square" lIns="0" tIns="12700" rIns="0" bIns="0" rtlCol="0">
            <a:spAutoFit/>
          </a:bodyPr>
          <a:lstStyle/>
          <a:p>
            <a:pPr marL="12700" algn="ctr">
              <a:lnSpc>
                <a:spcPct val="100000"/>
              </a:lnSpc>
              <a:spcBef>
                <a:spcPts val="100"/>
              </a:spcBef>
            </a:pPr>
            <a:r>
              <a:rPr lang="en-GB" spc="-55" noProof="0" dirty="0"/>
              <a:t>KNOWLEDGE SHARING FROM THE HIGH SCHOOLS</a:t>
            </a:r>
          </a:p>
        </p:txBody>
      </p:sp>
      <p:pic>
        <p:nvPicPr>
          <p:cNvPr id="9" name="Grafik 8">
            <a:extLst>
              <a:ext uri="{FF2B5EF4-FFF2-40B4-BE49-F238E27FC236}">
                <a16:creationId xmlns:a16="http://schemas.microsoft.com/office/drawing/2014/main" id="{721284CE-A9AC-DD98-9180-AE5E076AEC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Tree>
    <p:extLst>
      <p:ext uri="{BB962C8B-B14F-4D97-AF65-F5344CB8AC3E}">
        <p14:creationId xmlns:p14="http://schemas.microsoft.com/office/powerpoint/2010/main" val="3388489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A17D5-20A5-E954-0E57-B292080D2A42}"/>
            </a:ext>
          </a:extLst>
        </p:cNvPr>
        <p:cNvGrpSpPr/>
        <p:nvPr/>
      </p:nvGrpSpPr>
      <p:grpSpPr>
        <a:xfrm>
          <a:off x="0" y="0"/>
          <a:ext cx="0" cy="0"/>
          <a:chOff x="0" y="0"/>
          <a:chExt cx="0" cy="0"/>
        </a:xfrm>
      </p:grpSpPr>
      <p:sp>
        <p:nvSpPr>
          <p:cNvPr id="12" name="object 2">
            <a:extLst>
              <a:ext uri="{FF2B5EF4-FFF2-40B4-BE49-F238E27FC236}">
                <a16:creationId xmlns:a16="http://schemas.microsoft.com/office/drawing/2014/main" id="{87A62007-4363-09B6-17BE-9837A53747C2}"/>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3" name="Grafik 12">
            <a:extLst>
              <a:ext uri="{FF2B5EF4-FFF2-40B4-BE49-F238E27FC236}">
                <a16:creationId xmlns:a16="http://schemas.microsoft.com/office/drawing/2014/main" id="{6D1CD2C4-960A-EDCD-B4F1-093B3DCB4A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2" name="Tekstfelt 1">
            <a:extLst>
              <a:ext uri="{FF2B5EF4-FFF2-40B4-BE49-F238E27FC236}">
                <a16:creationId xmlns:a16="http://schemas.microsoft.com/office/drawing/2014/main" id="{167E03E5-07CD-750C-A337-31DEED71DB78}"/>
              </a:ext>
            </a:extLst>
          </p:cNvPr>
          <p:cNvSpPr txBox="1"/>
          <p:nvPr/>
        </p:nvSpPr>
        <p:spPr>
          <a:xfrm>
            <a:off x="269620" y="563073"/>
            <a:ext cx="4280180" cy="3482235"/>
          </a:xfrm>
          <a:prstGeom prst="rect">
            <a:avLst/>
          </a:prstGeom>
        </p:spPr>
        <p:txBody>
          <a:bodyPr vert="horz" wrap="square" lIns="0" tIns="0" rIns="0" bIns="0" rtlCol="0" anchor="t" anchorCtr="0">
            <a:spAutoFit/>
          </a:bodyPr>
          <a:lstStyle/>
          <a:p>
            <a:pPr marL="457200" lvl="0" indent="-457200">
              <a:lnSpc>
                <a:spcPct val="105000"/>
              </a:lnSpc>
              <a:buFont typeface="Arial" panose="020B0604020202020204" pitchFamily="34" charset="0"/>
              <a:buChar char="•"/>
            </a:pPr>
            <a:r>
              <a:rPr lang="en-GB" noProof="0" dirty="0">
                <a:effectLst/>
                <a:latin typeface="Garamond" panose="02020404030301010803" pitchFamily="18" charset="0"/>
                <a:ea typeface="Calibri" panose="020F0502020204030204" pitchFamily="34" charset="0"/>
              </a:rPr>
              <a:t>Core substance, that relates to the three themes</a:t>
            </a:r>
          </a:p>
          <a:p>
            <a:pPr marL="457200" lvl="0" indent="-457200">
              <a:lnSpc>
                <a:spcPct val="105000"/>
              </a:lnSpc>
              <a:buFont typeface="Arial" panose="020B0604020202020204" pitchFamily="34" charset="0"/>
              <a:buChar char="•"/>
            </a:pPr>
            <a:endParaRPr lang="en-GB" noProof="0" dirty="0">
              <a:latin typeface="Garamond" panose="02020404030301010803" pitchFamily="18" charset="0"/>
              <a:ea typeface="Calibri" panose="020F0502020204030204" pitchFamily="34" charset="0"/>
            </a:endParaRPr>
          </a:p>
          <a:p>
            <a:pPr marL="457200" lvl="0" indent="-457200">
              <a:lnSpc>
                <a:spcPct val="105000"/>
              </a:lnSpc>
              <a:buFont typeface="Arial" panose="020B0604020202020204" pitchFamily="34" charset="0"/>
              <a:buChar char="•"/>
            </a:pPr>
            <a:r>
              <a:rPr lang="en-GB" noProof="0" dirty="0">
                <a:effectLst/>
                <a:latin typeface="Garamond" panose="02020404030301010803" pitchFamily="18" charset="0"/>
                <a:ea typeface="Calibri" panose="020F0502020204030204" pitchFamily="34" charset="0"/>
              </a:rPr>
              <a:t>The participants and high school student's academic level</a:t>
            </a:r>
          </a:p>
          <a:p>
            <a:pPr marL="457200" lvl="0" indent="-457200">
              <a:lnSpc>
                <a:spcPct val="105000"/>
              </a:lnSpc>
              <a:buFont typeface="Arial" panose="020B0604020202020204" pitchFamily="34" charset="0"/>
              <a:buChar char="•"/>
            </a:pPr>
            <a:endParaRPr lang="en-GB" noProof="0" dirty="0">
              <a:latin typeface="Garamond" panose="02020404030301010803" pitchFamily="18" charset="0"/>
              <a:ea typeface="Calibri" panose="020F0502020204030204" pitchFamily="34" charset="0"/>
            </a:endParaRPr>
          </a:p>
          <a:p>
            <a:pPr marL="457200" lvl="0" indent="-457200">
              <a:lnSpc>
                <a:spcPct val="105000"/>
              </a:lnSpc>
              <a:buFont typeface="Arial" panose="020B0604020202020204" pitchFamily="34" charset="0"/>
              <a:buChar char="•"/>
            </a:pPr>
            <a:r>
              <a:rPr lang="en-GB" noProof="0" dirty="0">
                <a:effectLst/>
                <a:latin typeface="Garamond" panose="02020404030301010803" pitchFamily="18" charset="0"/>
                <a:ea typeface="Calibri" panose="020F0502020204030204" pitchFamily="34" charset="0"/>
              </a:rPr>
              <a:t>The differences in teaching in the various high school forms (HTX, STX, HHX)</a:t>
            </a:r>
            <a:br>
              <a:rPr lang="en-GB" noProof="0" dirty="0">
                <a:effectLst/>
                <a:latin typeface="Garamond" panose="02020404030301010803" pitchFamily="18" charset="0"/>
                <a:ea typeface="Calibri" panose="020F0502020204030204" pitchFamily="34" charset="0"/>
              </a:rPr>
            </a:br>
            <a:endParaRPr lang="en-GB" noProof="0" dirty="0">
              <a:effectLst/>
              <a:latin typeface="Garamond" panose="02020404030301010803" pitchFamily="18" charset="0"/>
              <a:ea typeface="Calibri" panose="020F0502020204030204" pitchFamily="34" charset="0"/>
            </a:endParaRPr>
          </a:p>
          <a:p>
            <a:pPr marL="457200" lvl="0" indent="-457200">
              <a:lnSpc>
                <a:spcPct val="105000"/>
              </a:lnSpc>
              <a:buFont typeface="Arial" panose="020B0604020202020204" pitchFamily="34" charset="0"/>
              <a:buChar char="•"/>
            </a:pPr>
            <a:r>
              <a:rPr lang="en-GB" noProof="0" dirty="0">
                <a:effectLst/>
                <a:latin typeface="Garamond" panose="02020404030301010803" pitchFamily="18" charset="0"/>
                <a:ea typeface="Calibri" panose="020F0502020204030204" pitchFamily="34" charset="0"/>
              </a:rPr>
              <a:t>Materials and exercises that work well in your theme, and that high school teachers can develop further</a:t>
            </a:r>
          </a:p>
        </p:txBody>
      </p:sp>
      <p:pic>
        <p:nvPicPr>
          <p:cNvPr id="2052" name="Picture 4">
            <a:extLst>
              <a:ext uri="{FF2B5EF4-FFF2-40B4-BE49-F238E27FC236}">
                <a16:creationId xmlns:a16="http://schemas.microsoft.com/office/drawing/2014/main" id="{B115447B-EDCA-4DE3-F242-3D3A1E1E4E7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6397" r="5492"/>
          <a:stretch/>
        </p:blipFill>
        <p:spPr bwMode="auto">
          <a:xfrm>
            <a:off x="4819419" y="2166"/>
            <a:ext cx="3816581" cy="43266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73045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94AB204-E31A-1CFC-6533-FC1EEF1400FF}"/>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F2452DEC-56C8-C645-E2E9-E7F0714BF50E}"/>
              </a:ext>
            </a:extLst>
          </p:cNvPr>
          <p:cNvSpPr/>
          <p:nvPr/>
        </p:nvSpPr>
        <p:spPr>
          <a:xfrm>
            <a:off x="-254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0E54527B-2EE1-FF42-9C1E-7A47799A2C96}"/>
              </a:ext>
            </a:extLst>
          </p:cNvPr>
          <p:cNvSpPr txBox="1">
            <a:spLocks noGrp="1"/>
          </p:cNvSpPr>
          <p:nvPr>
            <p:ph type="title"/>
          </p:nvPr>
        </p:nvSpPr>
        <p:spPr>
          <a:xfrm>
            <a:off x="888545" y="1066899"/>
            <a:ext cx="6856365" cy="505267"/>
          </a:xfrm>
          <a:prstGeom prst="rect">
            <a:avLst/>
          </a:prstGeom>
        </p:spPr>
        <p:txBody>
          <a:bodyPr vert="horz" wrap="square" lIns="0" tIns="12700" rIns="0" bIns="0" rtlCol="0">
            <a:spAutoFit/>
          </a:bodyPr>
          <a:lstStyle/>
          <a:p>
            <a:pPr marL="12700" algn="ctr">
              <a:lnSpc>
                <a:spcPct val="100000"/>
              </a:lnSpc>
              <a:spcBef>
                <a:spcPts val="100"/>
              </a:spcBef>
            </a:pPr>
            <a:r>
              <a:rPr lang="en-GB" sz="3200" spc="-55" noProof="0" dirty="0"/>
              <a:t>DIDACTIC FRAMEWORK</a:t>
            </a:r>
          </a:p>
        </p:txBody>
      </p:sp>
      <p:pic>
        <p:nvPicPr>
          <p:cNvPr id="9" name="Grafik 8">
            <a:extLst>
              <a:ext uri="{FF2B5EF4-FFF2-40B4-BE49-F238E27FC236}">
                <a16:creationId xmlns:a16="http://schemas.microsoft.com/office/drawing/2014/main" id="{98DFC656-AE20-AE0C-F195-0E3C294A9B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pic>
        <p:nvPicPr>
          <p:cNvPr id="3074" name="Picture 2">
            <a:extLst>
              <a:ext uri="{FF2B5EF4-FFF2-40B4-BE49-F238E27FC236}">
                <a16:creationId xmlns:a16="http://schemas.microsoft.com/office/drawing/2014/main" id="{B0DE7985-E086-E0A1-62BF-D8756061888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t="225" b="225"/>
          <a:stretch/>
        </p:blipFill>
        <p:spPr bwMode="auto">
          <a:xfrm>
            <a:off x="3554727" y="1774781"/>
            <a:ext cx="1523999" cy="1517154"/>
          </a:xfrm>
          <a:prstGeom prst="ellipse">
            <a:avLst/>
          </a:prstGeom>
          <a:noFill/>
          <a:extLst>
            <a:ext uri="{909E8E84-426E-40DD-AFC4-6F175D3DCCD1}">
              <a14:hiddenFill xmlns:a14="http://schemas.microsoft.com/office/drawing/2010/main">
                <a:solidFill>
                  <a:srgbClr val="FFFFFF"/>
                </a:solidFill>
              </a14:hiddenFill>
            </a:ext>
          </a:extLst>
        </p:spPr>
      </p:pic>
      <p:sp>
        <p:nvSpPr>
          <p:cNvPr id="2" name="Tekstfelt 1">
            <a:extLst>
              <a:ext uri="{FF2B5EF4-FFF2-40B4-BE49-F238E27FC236}">
                <a16:creationId xmlns:a16="http://schemas.microsoft.com/office/drawing/2014/main" id="{2B1EDE97-1B17-684A-EB6E-9F9AD3A9D8EE}"/>
              </a:ext>
            </a:extLst>
          </p:cNvPr>
          <p:cNvSpPr txBox="1"/>
          <p:nvPr/>
        </p:nvSpPr>
        <p:spPr>
          <a:xfrm>
            <a:off x="2941190" y="3458647"/>
            <a:ext cx="2998216" cy="338554"/>
          </a:xfrm>
          <a:prstGeom prst="rect">
            <a:avLst/>
          </a:prstGeom>
          <a:noFill/>
        </p:spPr>
        <p:txBody>
          <a:bodyPr wrap="square" rtlCol="0">
            <a:spAutoFit/>
          </a:bodyPr>
          <a:lstStyle/>
          <a:p>
            <a:pPr algn="ctr"/>
            <a:r>
              <a:rPr lang="en-GB" sz="1600" noProof="0" dirty="0">
                <a:latin typeface="Garamond" panose="02020404030301010803" pitchFamily="18" charset="0"/>
              </a:rPr>
              <a:t>Jens Dolin – Professor Emeritus</a:t>
            </a:r>
          </a:p>
        </p:txBody>
      </p:sp>
    </p:spTree>
    <p:extLst>
      <p:ext uri="{BB962C8B-B14F-4D97-AF65-F5344CB8AC3E}">
        <p14:creationId xmlns:p14="http://schemas.microsoft.com/office/powerpoint/2010/main" val="27790850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38AE56B-F409-D448-85D1-1AB25CBF1977}"/>
              </a:ext>
            </a:extLst>
          </p:cNvPr>
          <p:cNvSpPr>
            <a:spLocks noGrp="1"/>
          </p:cNvSpPr>
          <p:nvPr>
            <p:ph type="title"/>
          </p:nvPr>
        </p:nvSpPr>
        <p:spPr/>
        <p:txBody>
          <a:bodyPr>
            <a:noAutofit/>
          </a:bodyPr>
          <a:lstStyle/>
          <a:p>
            <a:r>
              <a:rPr lang="da-DK" sz="2000" dirty="0" err="1"/>
              <a:t>ModulE</a:t>
            </a:r>
            <a:r>
              <a:rPr lang="da-DK" sz="2000" dirty="0"/>
              <a:t> 4: </a:t>
            </a:r>
            <a:r>
              <a:rPr lang="en-US" sz="2000" dirty="0"/>
              <a:t>Transforming the new knowledge into concrete teaching</a:t>
            </a:r>
            <a:endParaRPr lang="en-DK" sz="2000" dirty="0"/>
          </a:p>
        </p:txBody>
      </p:sp>
      <p:sp>
        <p:nvSpPr>
          <p:cNvPr id="2" name="TextBox 1">
            <a:extLst>
              <a:ext uri="{FF2B5EF4-FFF2-40B4-BE49-F238E27FC236}">
                <a16:creationId xmlns:a16="http://schemas.microsoft.com/office/drawing/2014/main" id="{B3038371-2CD3-A0BD-8050-604579F92748}"/>
              </a:ext>
            </a:extLst>
          </p:cNvPr>
          <p:cNvSpPr txBox="1"/>
          <p:nvPr/>
        </p:nvSpPr>
        <p:spPr>
          <a:xfrm>
            <a:off x="866201" y="1432998"/>
            <a:ext cx="6903598" cy="877163"/>
          </a:xfrm>
          <a:prstGeom prst="rect">
            <a:avLst/>
          </a:prstGeom>
          <a:noFill/>
        </p:spPr>
        <p:txBody>
          <a:bodyPr wrap="square" rtlCol="0">
            <a:spAutoFit/>
          </a:bodyPr>
          <a:lstStyle/>
          <a:p>
            <a:pPr algn="l" defTabSz="647670" rtl="0"/>
            <a:r>
              <a:rPr lang="en-US" sz="1275" kern="1200" dirty="0">
                <a:solidFill>
                  <a:srgbClr val="000000"/>
                </a:solidFill>
                <a:latin typeface="Gill Sans MT" panose="020B0502020104020203"/>
                <a:ea typeface="+mn-ea"/>
                <a:cs typeface="+mn-cs"/>
              </a:rPr>
              <a:t>Module 4 is the most important </a:t>
            </a:r>
            <a:r>
              <a:rPr lang="da-DK" sz="1275" kern="1200" dirty="0">
                <a:solidFill>
                  <a:srgbClr val="000000"/>
                </a:solidFill>
                <a:latin typeface="Gill Sans MT" panose="020B0502020104020203"/>
                <a:ea typeface="+mn-ea"/>
                <a:cs typeface="+mn-cs"/>
                <a:sym typeface="Wingdings" panose="05000000000000000000" pitchFamily="2" charset="2"/>
              </a:rPr>
              <a:t> (in relation to student learning)</a:t>
            </a:r>
          </a:p>
          <a:p>
            <a:pPr algn="l" defTabSz="647670" rtl="0"/>
            <a:r>
              <a:rPr lang="en-US" sz="1275" kern="1200" dirty="0">
                <a:solidFill>
                  <a:srgbClr val="000000"/>
                </a:solidFill>
                <a:latin typeface="Gill Sans MT" panose="020B0502020104020203"/>
                <a:ea typeface="+mn-ea"/>
                <a:cs typeface="+mn-cs"/>
                <a:sym typeface="Wingdings" panose="05000000000000000000" pitchFamily="2" charset="2"/>
              </a:rPr>
              <a:t>- this is where the knowledge (the concepts, the processes, the insights …) of each of the three subject modules is transformed into teaching, not teaching that transmits the given knowledge to the students, but that teaches the students to identify relevant knowledge and use it on a problem.</a:t>
            </a:r>
            <a:endParaRPr lang="da-DK" sz="1275" kern="1200" dirty="0">
              <a:solidFill>
                <a:srgbClr val="000000"/>
              </a:solidFill>
              <a:latin typeface="Gill Sans MT" panose="020B0502020104020203"/>
              <a:ea typeface="+mn-ea"/>
              <a:cs typeface="+mn-cs"/>
            </a:endParaRPr>
          </a:p>
        </p:txBody>
      </p:sp>
      <p:sp>
        <p:nvSpPr>
          <p:cNvPr id="3" name="TextBox 2">
            <a:extLst>
              <a:ext uri="{FF2B5EF4-FFF2-40B4-BE49-F238E27FC236}">
                <a16:creationId xmlns:a16="http://schemas.microsoft.com/office/drawing/2014/main" id="{1A04FC5C-2746-D8FD-FDCE-F4D20CDAD860}"/>
              </a:ext>
            </a:extLst>
          </p:cNvPr>
          <p:cNvSpPr txBox="1"/>
          <p:nvPr/>
        </p:nvSpPr>
        <p:spPr>
          <a:xfrm>
            <a:off x="866200" y="2308593"/>
            <a:ext cx="6903598" cy="877163"/>
          </a:xfrm>
          <a:prstGeom prst="rect">
            <a:avLst/>
          </a:prstGeom>
          <a:noFill/>
        </p:spPr>
        <p:txBody>
          <a:bodyPr wrap="square" rtlCol="0">
            <a:spAutoFit/>
          </a:bodyPr>
          <a:lstStyle/>
          <a:p>
            <a:pPr algn="l" defTabSz="647670" rtl="0"/>
            <a:r>
              <a:rPr lang="en-US" sz="1275" kern="1200" dirty="0">
                <a:solidFill>
                  <a:srgbClr val="000000"/>
                </a:solidFill>
                <a:latin typeface="Gill Sans MT" panose="020B0502020104020203"/>
                <a:ea typeface="+mn-ea"/>
                <a:cs typeface="+mn-cs"/>
              </a:rPr>
              <a:t>In the module, groups of teachers work in a structured format to translate the content of one subject module into concrete teaching plans – with an emphasis on empirically based knowledge creation. The work is – quite schematically – structured according to the phases of the Inquiry Based Science Education approach (IBSE, in Danish UBNU), the 6E (Danish: 6F) model.</a:t>
            </a:r>
            <a:endParaRPr lang="da-DK" sz="1275" kern="1200" dirty="0">
              <a:solidFill>
                <a:srgbClr val="000000"/>
              </a:solidFill>
              <a:latin typeface="Gill Sans MT" panose="020B0502020104020203"/>
              <a:ea typeface="+mn-ea"/>
              <a:cs typeface="+mn-cs"/>
            </a:endParaRPr>
          </a:p>
        </p:txBody>
      </p:sp>
      <p:sp>
        <p:nvSpPr>
          <p:cNvPr id="5" name="TextBox 4">
            <a:extLst>
              <a:ext uri="{FF2B5EF4-FFF2-40B4-BE49-F238E27FC236}">
                <a16:creationId xmlns:a16="http://schemas.microsoft.com/office/drawing/2014/main" id="{71DB8278-3EC0-8EA8-54CD-0A32603B04AD}"/>
              </a:ext>
            </a:extLst>
          </p:cNvPr>
          <p:cNvSpPr txBox="1"/>
          <p:nvPr/>
        </p:nvSpPr>
        <p:spPr>
          <a:xfrm>
            <a:off x="866201" y="3274548"/>
            <a:ext cx="6903598" cy="877163"/>
          </a:xfrm>
          <a:prstGeom prst="rect">
            <a:avLst/>
          </a:prstGeom>
          <a:noFill/>
        </p:spPr>
        <p:txBody>
          <a:bodyPr wrap="square" rtlCol="0">
            <a:spAutoFit/>
          </a:bodyPr>
          <a:lstStyle/>
          <a:p>
            <a:pPr algn="l" defTabSz="647670" rtl="0"/>
            <a:r>
              <a:rPr lang="en-US" sz="1275" kern="1200" dirty="0">
                <a:solidFill>
                  <a:srgbClr val="000000"/>
                </a:solidFill>
                <a:latin typeface="Gill Sans MT" panose="020B0502020104020203"/>
                <a:ea typeface="+mn-ea"/>
                <a:cs typeface="+mn-cs"/>
              </a:rPr>
              <a:t>Therefore, it is important that the individual subject modules present, discuss, and save materiel from the subject module that can be included in the different phases of the 6F course, and which can then be used in the 4th module. Save material on the </a:t>
            </a:r>
            <a:r>
              <a:rPr lang="en-US" sz="1275" kern="1200" dirty="0" err="1">
                <a:solidFill>
                  <a:srgbClr val="000000"/>
                </a:solidFill>
                <a:latin typeface="Gill Sans MT" panose="020B0502020104020203"/>
                <a:ea typeface="+mn-ea"/>
                <a:cs typeface="+mn-cs"/>
              </a:rPr>
              <a:t>padlet</a:t>
            </a:r>
            <a:r>
              <a:rPr lang="en-US" sz="1275" kern="1200" dirty="0">
                <a:solidFill>
                  <a:srgbClr val="000000"/>
                </a:solidFill>
                <a:latin typeface="Gill Sans MT" panose="020B0502020104020203"/>
                <a:ea typeface="+mn-ea"/>
                <a:cs typeface="+mn-cs"/>
              </a:rPr>
              <a:t>!</a:t>
            </a:r>
          </a:p>
          <a:p>
            <a:pPr algn="l" defTabSz="647670" rtl="0"/>
            <a:r>
              <a:rPr lang="en-US" sz="1275" kern="1200" dirty="0">
                <a:solidFill>
                  <a:srgbClr val="000000"/>
                </a:solidFill>
                <a:latin typeface="Gill Sans MT" panose="020B0502020104020203"/>
                <a:ea typeface="+mn-ea"/>
                <a:cs typeface="+mn-cs"/>
              </a:rPr>
              <a:t>The 4th module must be seen in connection with each of the first three modules!!!</a:t>
            </a:r>
            <a:endParaRPr lang="da-DK" sz="1275" kern="1200" dirty="0">
              <a:solidFill>
                <a:srgbClr val="000000"/>
              </a:solidFill>
              <a:latin typeface="Gill Sans MT" panose="020B0502020104020203"/>
              <a:ea typeface="+mn-ea"/>
              <a:cs typeface="+mn-cs"/>
            </a:endParaRPr>
          </a:p>
        </p:txBody>
      </p:sp>
      <p:sp>
        <p:nvSpPr>
          <p:cNvPr id="11" name="TextBox 10">
            <a:extLst>
              <a:ext uri="{FF2B5EF4-FFF2-40B4-BE49-F238E27FC236}">
                <a16:creationId xmlns:a16="http://schemas.microsoft.com/office/drawing/2014/main" id="{46788DFF-C67D-BC8D-A227-40CBF4C13985}"/>
              </a:ext>
            </a:extLst>
          </p:cNvPr>
          <p:cNvSpPr txBox="1"/>
          <p:nvPr/>
        </p:nvSpPr>
        <p:spPr>
          <a:xfrm>
            <a:off x="879205" y="4214016"/>
            <a:ext cx="7517484" cy="288541"/>
          </a:xfrm>
          <a:prstGeom prst="rect">
            <a:avLst/>
          </a:prstGeom>
          <a:noFill/>
        </p:spPr>
        <p:txBody>
          <a:bodyPr wrap="square" rtlCol="0">
            <a:spAutoFit/>
          </a:bodyPr>
          <a:lstStyle/>
          <a:p>
            <a:pPr algn="l" defTabSz="647670" rtl="0"/>
            <a:r>
              <a:rPr lang="en-US" sz="1275" kern="1200" dirty="0">
                <a:solidFill>
                  <a:srgbClr val="000000"/>
                </a:solidFill>
                <a:latin typeface="Gill Sans MT" panose="020B0502020104020203"/>
                <a:ea typeface="+mn-ea"/>
                <a:cs typeface="+mn-cs"/>
              </a:rPr>
              <a:t>The teaching plans are presented, discussed and shared on module 4 so that everyone has access to all results.</a:t>
            </a:r>
            <a:endParaRPr lang="da-DK" sz="1275" kern="1200" dirty="0">
              <a:solidFill>
                <a:srgbClr val="000000"/>
              </a:solidFill>
              <a:latin typeface="Gill Sans MT" panose="020B0502020104020203"/>
              <a:ea typeface="+mn-ea"/>
              <a:cs typeface="+mn-cs"/>
            </a:endParaRPr>
          </a:p>
        </p:txBody>
      </p:sp>
      <p:sp>
        <p:nvSpPr>
          <p:cNvPr id="12" name="TextBox 11">
            <a:extLst>
              <a:ext uri="{FF2B5EF4-FFF2-40B4-BE49-F238E27FC236}">
                <a16:creationId xmlns:a16="http://schemas.microsoft.com/office/drawing/2014/main" id="{4C308705-FA31-CFF4-8317-03C07F170E71}"/>
              </a:ext>
            </a:extLst>
          </p:cNvPr>
          <p:cNvSpPr txBox="1"/>
          <p:nvPr/>
        </p:nvSpPr>
        <p:spPr>
          <a:xfrm>
            <a:off x="0" y="4622253"/>
            <a:ext cx="6352142" cy="288541"/>
          </a:xfrm>
          <a:prstGeom prst="rect">
            <a:avLst/>
          </a:prstGeom>
          <a:noFill/>
        </p:spPr>
        <p:txBody>
          <a:bodyPr wrap="square" rtlCol="0">
            <a:spAutoFit/>
          </a:bodyPr>
          <a:lstStyle/>
          <a:p>
            <a:pPr algn="l" defTabSz="647670" rtl="0"/>
            <a:r>
              <a:rPr lang="da-DK" sz="1275" kern="1200" dirty="0">
                <a:solidFill>
                  <a:srgbClr val="000000"/>
                </a:solidFill>
                <a:latin typeface="Calibri" panose="020F0502020204030204" pitchFamily="34" charset="0"/>
                <a:ea typeface="Calibri" panose="020F0502020204030204" pitchFamily="34" charset="0"/>
                <a:cs typeface="Calibri" panose="020F0502020204030204" pitchFamily="34" charset="0"/>
              </a:rPr>
              <a:t>Jens Dolin, Department of Science Education/Institut for Naturfagenes Didaktik, KU</a:t>
            </a:r>
          </a:p>
        </p:txBody>
      </p:sp>
    </p:spTree>
    <p:extLst>
      <p:ext uri="{BB962C8B-B14F-4D97-AF65-F5344CB8AC3E}">
        <p14:creationId xmlns:p14="http://schemas.microsoft.com/office/powerpoint/2010/main" val="7561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11"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Rectangle 2"/>
          <p:cNvSpPr>
            <a:spLocks noGrp="1" noChangeArrowheads="1"/>
          </p:cNvSpPr>
          <p:nvPr>
            <p:ph type="title"/>
          </p:nvPr>
        </p:nvSpPr>
        <p:spPr>
          <a:xfrm>
            <a:off x="623429" y="195325"/>
            <a:ext cx="7491470" cy="842010"/>
          </a:xfrm>
        </p:spPr>
        <p:txBody>
          <a:bodyPr>
            <a:noAutofit/>
          </a:bodyPr>
          <a:lstStyle/>
          <a:p>
            <a:r>
              <a:rPr lang="en-US" sz="1800" i="1" dirty="0"/>
              <a:t>Knowledge creation </a:t>
            </a:r>
            <a:r>
              <a:rPr lang="en-US" sz="1050" dirty="0"/>
              <a:t>rather than </a:t>
            </a:r>
            <a:r>
              <a:rPr lang="en-US" sz="1800" i="1" dirty="0"/>
              <a:t>KNOWLEDGE </a:t>
            </a:r>
            <a:r>
              <a:rPr lang="da-DK" sz="1800" dirty="0" err="1"/>
              <a:t>acquisition</a:t>
            </a:r>
            <a:r>
              <a:rPr lang="en-US" sz="1800" dirty="0"/>
              <a:t> </a:t>
            </a:r>
            <a:r>
              <a:rPr lang="en-US" sz="1050" dirty="0"/>
              <a:t>as a didactic driver</a:t>
            </a:r>
            <a:br>
              <a:rPr lang="en-GB" altLang="da-DK" sz="1800" i="1" dirty="0"/>
            </a:br>
            <a:r>
              <a:rPr lang="en-GB" altLang="da-DK" sz="1800" i="1" dirty="0"/>
              <a:t>(</a:t>
            </a:r>
            <a:r>
              <a:rPr lang="en-GB" altLang="da-DK" sz="1800" i="1" dirty="0" err="1"/>
              <a:t>Videns</a:t>
            </a:r>
            <a:r>
              <a:rPr lang="en-GB" altLang="da-DK" sz="1800" i="1" dirty="0"/>
              <a:t> </a:t>
            </a:r>
            <a:r>
              <a:rPr lang="en-GB" altLang="da-DK" sz="1800" i="1" dirty="0" err="1"/>
              <a:t>skabelse</a:t>
            </a:r>
            <a:r>
              <a:rPr lang="en-GB" altLang="da-DK" sz="1800" i="1" dirty="0"/>
              <a:t> </a:t>
            </a:r>
            <a:r>
              <a:rPr lang="en-GB" altLang="da-DK" sz="1800" dirty="0"/>
              <a:t>– </a:t>
            </a:r>
            <a:r>
              <a:rPr lang="en-GB" altLang="da-DK" sz="1800" i="1" dirty="0" err="1"/>
              <a:t>Videnskab</a:t>
            </a:r>
            <a:r>
              <a:rPr lang="en-GB" altLang="da-DK" sz="1800" i="1" dirty="0"/>
              <a:t>)</a:t>
            </a:r>
            <a:endParaRPr lang="en-GB" altLang="da-DK" sz="1100" dirty="0"/>
          </a:p>
        </p:txBody>
      </p:sp>
      <p:sp>
        <p:nvSpPr>
          <p:cNvPr id="218115" name="Text Box 3"/>
          <p:cNvSpPr txBox="1">
            <a:spLocks noChangeArrowheads="1"/>
          </p:cNvSpPr>
          <p:nvPr/>
        </p:nvSpPr>
        <p:spPr bwMode="auto">
          <a:xfrm>
            <a:off x="1411223" y="1172330"/>
            <a:ext cx="5915885" cy="582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defTabSz="647670" rtl="0">
              <a:spcBef>
                <a:spcPct val="50000"/>
              </a:spcBef>
            </a:pPr>
            <a:r>
              <a:rPr lang="en-GB" altLang="da-DK" sz="1275" kern="1200" dirty="0">
                <a:solidFill>
                  <a:srgbClr val="000000"/>
                </a:solidFill>
                <a:latin typeface="Gill Sans MT" panose="020B0502020104020203"/>
                <a:ea typeface="+mn-ea"/>
                <a:cs typeface="+mn-cs"/>
              </a:rPr>
              <a:t>Latour and Woolgar (1979) </a:t>
            </a:r>
            <a:r>
              <a:rPr lang="da-DK" sz="1275" kern="1200" dirty="0" err="1">
                <a:solidFill>
                  <a:srgbClr val="000000"/>
                </a:solidFill>
                <a:latin typeface="Gill Sans MT" panose="020B0502020104020203"/>
                <a:ea typeface="+mn-ea"/>
                <a:cs typeface="+mn-cs"/>
              </a:rPr>
              <a:t>distinguish</a:t>
            </a:r>
            <a:r>
              <a:rPr lang="da-DK" sz="1275" kern="1200" dirty="0">
                <a:solidFill>
                  <a:srgbClr val="000000"/>
                </a:solidFill>
                <a:latin typeface="Gill Sans MT" panose="020B0502020104020203"/>
                <a:ea typeface="+mn-ea"/>
                <a:cs typeface="+mn-cs"/>
              </a:rPr>
              <a:t> </a:t>
            </a:r>
            <a:r>
              <a:rPr lang="da-DK" sz="1275" kern="1200" dirty="0" err="1">
                <a:solidFill>
                  <a:srgbClr val="000000"/>
                </a:solidFill>
                <a:latin typeface="Gill Sans MT" panose="020B0502020104020203"/>
                <a:ea typeface="+mn-ea"/>
                <a:cs typeface="+mn-cs"/>
              </a:rPr>
              <a:t>between</a:t>
            </a:r>
            <a:endParaRPr lang="en-GB" altLang="da-DK" sz="1275" kern="1200" dirty="0">
              <a:solidFill>
                <a:srgbClr val="000000"/>
              </a:solidFill>
              <a:latin typeface="Gill Sans MT" panose="020B0502020104020203"/>
              <a:ea typeface="+mn-ea"/>
              <a:cs typeface="+mn-cs"/>
            </a:endParaRPr>
          </a:p>
          <a:p>
            <a:pPr algn="l" defTabSz="647670" rtl="0">
              <a:spcBef>
                <a:spcPct val="50000"/>
              </a:spcBef>
            </a:pPr>
            <a:r>
              <a:rPr lang="en-GB" altLang="da-DK" sz="1275" kern="1200" dirty="0">
                <a:solidFill>
                  <a:srgbClr val="000000"/>
                </a:solidFill>
                <a:latin typeface="Gill Sans MT" panose="020B0502020104020203"/>
                <a:ea typeface="+mn-ea"/>
                <a:cs typeface="+mn-cs"/>
              </a:rPr>
              <a:t>	      </a:t>
            </a:r>
            <a:r>
              <a:rPr lang="en-GB" altLang="da-DK" sz="1275" b="1" kern="1200" dirty="0">
                <a:solidFill>
                  <a:srgbClr val="000000"/>
                </a:solidFill>
                <a:latin typeface="Gill Sans MT" panose="020B0502020104020203"/>
                <a:ea typeface="+mn-ea"/>
                <a:cs typeface="+mn-cs"/>
              </a:rPr>
              <a:t>ready-made-science</a:t>
            </a:r>
            <a:r>
              <a:rPr lang="en-GB" altLang="da-DK" sz="1275" kern="1200" dirty="0">
                <a:solidFill>
                  <a:srgbClr val="000000"/>
                </a:solidFill>
                <a:latin typeface="Gill Sans MT" panose="020B0502020104020203"/>
                <a:ea typeface="+mn-ea"/>
                <a:cs typeface="+mn-cs"/>
              </a:rPr>
              <a:t>   and	</a:t>
            </a:r>
            <a:r>
              <a:rPr lang="en-GB" altLang="da-DK" sz="1275" b="1" kern="1200" dirty="0">
                <a:solidFill>
                  <a:srgbClr val="000000"/>
                </a:solidFill>
                <a:latin typeface="Gill Sans MT" panose="020B0502020104020203"/>
                <a:ea typeface="+mn-ea"/>
                <a:cs typeface="+mn-cs"/>
              </a:rPr>
              <a:t>science-in-the-making</a:t>
            </a:r>
          </a:p>
        </p:txBody>
      </p:sp>
      <p:sp>
        <p:nvSpPr>
          <p:cNvPr id="218116" name="Text Box 4"/>
          <p:cNvSpPr txBox="1">
            <a:spLocks noChangeArrowheads="1"/>
          </p:cNvSpPr>
          <p:nvPr/>
        </p:nvSpPr>
        <p:spPr bwMode="auto">
          <a:xfrm>
            <a:off x="2298716" y="1845053"/>
            <a:ext cx="2192734"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defTabSz="647670" rtl="0">
              <a:spcBef>
                <a:spcPct val="50000"/>
              </a:spcBef>
            </a:pPr>
            <a:r>
              <a:rPr lang="en-US" sz="1275" kern="1200" dirty="0">
                <a:solidFill>
                  <a:srgbClr val="000000"/>
                </a:solidFill>
                <a:latin typeface="Gill Sans MT" panose="020B0502020104020203"/>
                <a:ea typeface="+mn-ea"/>
                <a:cs typeface="+mn-cs"/>
              </a:rPr>
              <a:t>Products of Science</a:t>
            </a:r>
          </a:p>
          <a:p>
            <a:pPr algn="l" defTabSz="647670" rtl="0">
              <a:spcBef>
                <a:spcPct val="50000"/>
              </a:spcBef>
            </a:pPr>
            <a:r>
              <a:rPr lang="en-US" sz="1275" kern="1200" dirty="0">
                <a:solidFill>
                  <a:srgbClr val="000000"/>
                </a:solidFill>
                <a:latin typeface="Gill Sans MT" panose="020B0502020104020203"/>
                <a:ea typeface="+mn-ea"/>
                <a:cs typeface="+mn-cs"/>
              </a:rPr>
              <a:t>Uncontroversial Science</a:t>
            </a:r>
          </a:p>
          <a:p>
            <a:pPr algn="l" defTabSz="647670" rtl="0">
              <a:spcBef>
                <a:spcPct val="50000"/>
              </a:spcBef>
            </a:pPr>
            <a:r>
              <a:rPr lang="en-US" sz="1275" kern="1200" dirty="0">
                <a:solidFill>
                  <a:srgbClr val="000000"/>
                </a:solidFill>
                <a:latin typeface="Gill Sans MT" panose="020B0502020104020203"/>
                <a:ea typeface="+mn-ea"/>
                <a:cs typeface="+mn-cs"/>
              </a:rPr>
              <a:t>Textbook Science</a:t>
            </a:r>
            <a:endParaRPr lang="en-GB" altLang="da-DK" sz="1275" kern="1200" dirty="0">
              <a:solidFill>
                <a:srgbClr val="000000"/>
              </a:solidFill>
              <a:latin typeface="Gill Sans MT" panose="020B0502020104020203"/>
              <a:ea typeface="+mn-ea"/>
              <a:cs typeface="+mn-cs"/>
            </a:endParaRPr>
          </a:p>
        </p:txBody>
      </p:sp>
      <p:sp>
        <p:nvSpPr>
          <p:cNvPr id="218117" name="Text Box 5"/>
          <p:cNvSpPr txBox="1">
            <a:spLocks noChangeArrowheads="1"/>
          </p:cNvSpPr>
          <p:nvPr/>
        </p:nvSpPr>
        <p:spPr bwMode="auto">
          <a:xfrm>
            <a:off x="4726187" y="1863247"/>
            <a:ext cx="2830314" cy="877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defTabSz="647670" rtl="0">
              <a:spcBef>
                <a:spcPct val="50000"/>
              </a:spcBef>
            </a:pPr>
            <a:r>
              <a:rPr lang="da-DK" sz="1275" kern="1200" dirty="0" err="1">
                <a:solidFill>
                  <a:srgbClr val="000000"/>
                </a:solidFill>
                <a:latin typeface="Gill Sans MT" panose="020B0502020104020203"/>
                <a:ea typeface="+mn-ea"/>
                <a:cs typeface="+mn-cs"/>
              </a:rPr>
              <a:t>Processes</a:t>
            </a:r>
            <a:r>
              <a:rPr lang="da-DK" sz="1275" kern="1200" dirty="0">
                <a:solidFill>
                  <a:srgbClr val="000000"/>
                </a:solidFill>
                <a:latin typeface="Gill Sans MT" panose="020B0502020104020203"/>
                <a:ea typeface="+mn-ea"/>
                <a:cs typeface="+mn-cs"/>
              </a:rPr>
              <a:t> of science </a:t>
            </a:r>
          </a:p>
          <a:p>
            <a:pPr algn="l" defTabSz="647670" rtl="0">
              <a:spcBef>
                <a:spcPct val="50000"/>
              </a:spcBef>
            </a:pPr>
            <a:r>
              <a:rPr lang="da-DK" sz="1275" kern="1200" dirty="0" err="1">
                <a:solidFill>
                  <a:srgbClr val="000000"/>
                </a:solidFill>
                <a:latin typeface="Gill Sans MT" panose="020B0502020104020203"/>
                <a:ea typeface="+mn-ea"/>
                <a:cs typeface="+mn-cs"/>
              </a:rPr>
              <a:t>Controversial</a:t>
            </a:r>
            <a:r>
              <a:rPr lang="da-DK" sz="1275" kern="1200" dirty="0">
                <a:solidFill>
                  <a:srgbClr val="000000"/>
                </a:solidFill>
                <a:latin typeface="Gill Sans MT" panose="020B0502020104020203"/>
                <a:ea typeface="+mn-ea"/>
                <a:cs typeface="+mn-cs"/>
              </a:rPr>
              <a:t> science, SSI </a:t>
            </a:r>
            <a:r>
              <a:rPr lang="da-DK" sz="1275" kern="1200" dirty="0" err="1">
                <a:solidFill>
                  <a:srgbClr val="000000"/>
                </a:solidFill>
                <a:latin typeface="Gill Sans MT" panose="020B0502020104020203"/>
                <a:ea typeface="+mn-ea"/>
                <a:cs typeface="+mn-cs"/>
              </a:rPr>
              <a:t>topics</a:t>
            </a:r>
            <a:r>
              <a:rPr lang="da-DK" sz="1275" kern="1200" dirty="0">
                <a:solidFill>
                  <a:srgbClr val="000000"/>
                </a:solidFill>
                <a:latin typeface="Gill Sans MT" panose="020B0502020104020203"/>
                <a:ea typeface="+mn-ea"/>
                <a:cs typeface="+mn-cs"/>
              </a:rPr>
              <a:t> </a:t>
            </a:r>
          </a:p>
          <a:p>
            <a:pPr algn="l" defTabSz="647670" rtl="0">
              <a:spcBef>
                <a:spcPct val="50000"/>
              </a:spcBef>
            </a:pPr>
            <a:r>
              <a:rPr lang="da-DK" sz="1275" kern="1200" dirty="0">
                <a:solidFill>
                  <a:srgbClr val="000000"/>
                </a:solidFill>
                <a:latin typeface="Gill Sans MT" panose="020B0502020104020203"/>
                <a:ea typeface="+mn-ea"/>
                <a:cs typeface="+mn-cs"/>
              </a:rPr>
              <a:t>Science in laboratories etc.</a:t>
            </a:r>
            <a:endParaRPr lang="en-GB" altLang="da-DK" sz="1275" kern="1200" dirty="0">
              <a:solidFill>
                <a:srgbClr val="000000"/>
              </a:solidFill>
              <a:latin typeface="Gill Sans MT" panose="020B0502020104020203"/>
              <a:ea typeface="+mn-ea"/>
              <a:cs typeface="+mn-cs"/>
            </a:endParaRPr>
          </a:p>
        </p:txBody>
      </p:sp>
      <p:sp>
        <p:nvSpPr>
          <p:cNvPr id="218118" name="AutoShape 6"/>
          <p:cNvSpPr>
            <a:spLocks noChangeArrowheads="1"/>
          </p:cNvSpPr>
          <p:nvPr/>
        </p:nvSpPr>
        <p:spPr bwMode="auto">
          <a:xfrm rot="10800000">
            <a:off x="3144607" y="3349087"/>
            <a:ext cx="2142132" cy="357584"/>
          </a:xfrm>
          <a:prstGeom prst="curvedDownArrow">
            <a:avLst>
              <a:gd name="adj1" fmla="val 119811"/>
              <a:gd name="adj2" fmla="val 239623"/>
              <a:gd name="adj3" fmla="val 33333"/>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647670" rtl="0"/>
            <a:endParaRPr lang="da-DK" sz="1275" kern="1200">
              <a:solidFill>
                <a:srgbClr val="000000"/>
              </a:solidFill>
              <a:latin typeface="Gill Sans MT" panose="020B0502020104020203"/>
              <a:ea typeface="+mn-ea"/>
              <a:cs typeface="+mn-cs"/>
            </a:endParaRPr>
          </a:p>
        </p:txBody>
      </p:sp>
      <p:sp>
        <p:nvSpPr>
          <p:cNvPr id="218119" name="Text Box 7"/>
          <p:cNvSpPr txBox="1">
            <a:spLocks noChangeArrowheads="1"/>
          </p:cNvSpPr>
          <p:nvPr/>
        </p:nvSpPr>
        <p:spPr bwMode="auto">
          <a:xfrm>
            <a:off x="2459518" y="3846645"/>
            <a:ext cx="4173554" cy="288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defTabSz="647670" rtl="0">
              <a:spcBef>
                <a:spcPct val="50000"/>
              </a:spcBef>
            </a:pPr>
            <a:r>
              <a:rPr lang="en-US" sz="1275" kern="1200" dirty="0">
                <a:solidFill>
                  <a:srgbClr val="000000"/>
                </a:solidFill>
                <a:latin typeface="Gill Sans MT" panose="020B0502020104020203"/>
                <a:ea typeface="+mn-ea"/>
                <a:cs typeface="+mn-cs"/>
              </a:rPr>
              <a:t>The social processes of the scientific community </a:t>
            </a:r>
            <a:r>
              <a:rPr lang="en-GB" altLang="da-DK" sz="1275" kern="1200" dirty="0">
                <a:solidFill>
                  <a:srgbClr val="000000"/>
                </a:solidFill>
                <a:latin typeface="Gill Sans MT" panose="020B0502020104020203"/>
                <a:ea typeface="+mn-ea"/>
                <a:cs typeface="+mn-cs"/>
              </a:rPr>
              <a:t>(cf. Kuhn)</a:t>
            </a:r>
          </a:p>
        </p:txBody>
      </p:sp>
      <p:sp>
        <p:nvSpPr>
          <p:cNvPr id="218120" name="Text Box 8"/>
          <p:cNvSpPr txBox="1">
            <a:spLocks noChangeArrowheads="1"/>
          </p:cNvSpPr>
          <p:nvPr/>
        </p:nvSpPr>
        <p:spPr bwMode="auto">
          <a:xfrm>
            <a:off x="2133845" y="2902929"/>
            <a:ext cx="2447992" cy="288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defTabSz="647670" rtl="0">
              <a:spcBef>
                <a:spcPct val="50000"/>
              </a:spcBef>
            </a:pPr>
            <a:r>
              <a:rPr lang="en-GB" altLang="da-DK" sz="1275" kern="1200" dirty="0">
                <a:solidFill>
                  <a:srgbClr val="000000"/>
                </a:solidFill>
                <a:latin typeface="Gill Sans MT" panose="020B0502020104020203"/>
                <a:ea typeface="+mn-ea"/>
                <a:cs typeface="+mn-cs"/>
              </a:rPr>
              <a:t>(Positivistic epistemology)</a:t>
            </a:r>
          </a:p>
        </p:txBody>
      </p:sp>
      <p:sp>
        <p:nvSpPr>
          <p:cNvPr id="218121" name="Text Box 9"/>
          <p:cNvSpPr txBox="1">
            <a:spLocks noChangeArrowheads="1"/>
          </p:cNvSpPr>
          <p:nvPr/>
        </p:nvSpPr>
        <p:spPr bwMode="auto">
          <a:xfrm>
            <a:off x="4633136" y="2901406"/>
            <a:ext cx="3289101" cy="288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defTabSz="647670" rtl="0">
              <a:spcBef>
                <a:spcPct val="50000"/>
              </a:spcBef>
            </a:pPr>
            <a:r>
              <a:rPr lang="en-GB" altLang="da-DK" sz="1275" kern="1200" dirty="0">
                <a:solidFill>
                  <a:srgbClr val="000000"/>
                </a:solidFill>
                <a:latin typeface="Gill Sans MT" panose="020B0502020104020203"/>
                <a:ea typeface="+mn-ea"/>
                <a:cs typeface="+mn-cs"/>
              </a:rPr>
              <a:t>(Social constructivist epistemology)</a:t>
            </a:r>
          </a:p>
        </p:txBody>
      </p:sp>
      <p:sp>
        <p:nvSpPr>
          <p:cNvPr id="3" name="Pladsholder til diasnummer 2"/>
          <p:cNvSpPr>
            <a:spLocks noGrp="1"/>
          </p:cNvSpPr>
          <p:nvPr>
            <p:ph type="sldNum" sz="quarter" idx="12"/>
          </p:nvPr>
        </p:nvSpPr>
        <p:spPr>
          <a:xfrm>
            <a:off x="8082487" y="-139167"/>
            <a:ext cx="270413" cy="125231"/>
          </a:xfrm>
          <a:prstGeom prst="rect">
            <a:avLst/>
          </a:prstGeom>
        </p:spPr>
        <p:txBody>
          <a:bodyPr vert="horz" lIns="0" tIns="0" rIns="0" bIns="0" rtlCol="0" anchor="b" anchorCtr="0"/>
          <a:lstStyle>
            <a:defPPr>
              <a:defRPr lang="en-US"/>
            </a:defPPr>
            <a:lvl1pPr marL="0" algn="r" defTabSz="647670" rtl="0" eaLnBrk="1" latinLnBrk="0" hangingPunct="1">
              <a:defRPr sz="708" kern="1200">
                <a:solidFill>
                  <a:srgbClr val="333333"/>
                </a:solidFill>
                <a:latin typeface="+mn-lt"/>
                <a:ea typeface="+mn-ea"/>
                <a:cs typeface="+mn-cs"/>
              </a:defRPr>
            </a:lvl1pPr>
            <a:lvl2pPr marL="323835" algn="l" defTabSz="647670" rtl="0" eaLnBrk="1" latinLnBrk="0" hangingPunct="1">
              <a:defRPr sz="1275" kern="1200">
                <a:solidFill>
                  <a:schemeClr val="tx1"/>
                </a:solidFill>
                <a:latin typeface="+mn-lt"/>
                <a:ea typeface="+mn-ea"/>
                <a:cs typeface="+mn-cs"/>
              </a:defRPr>
            </a:lvl2pPr>
            <a:lvl3pPr marL="647670" algn="l" defTabSz="647670" rtl="0" eaLnBrk="1" latinLnBrk="0" hangingPunct="1">
              <a:defRPr sz="1275" kern="1200">
                <a:solidFill>
                  <a:schemeClr val="tx1"/>
                </a:solidFill>
                <a:latin typeface="+mn-lt"/>
                <a:ea typeface="+mn-ea"/>
                <a:cs typeface="+mn-cs"/>
              </a:defRPr>
            </a:lvl3pPr>
            <a:lvl4pPr marL="971504" algn="l" defTabSz="647670" rtl="0" eaLnBrk="1" latinLnBrk="0" hangingPunct="1">
              <a:defRPr sz="1275" kern="1200">
                <a:solidFill>
                  <a:schemeClr val="tx1"/>
                </a:solidFill>
                <a:latin typeface="+mn-lt"/>
                <a:ea typeface="+mn-ea"/>
                <a:cs typeface="+mn-cs"/>
              </a:defRPr>
            </a:lvl4pPr>
            <a:lvl5pPr marL="1295339" algn="l" defTabSz="647670" rtl="0" eaLnBrk="1" latinLnBrk="0" hangingPunct="1">
              <a:defRPr sz="1275" kern="1200">
                <a:solidFill>
                  <a:schemeClr val="tx1"/>
                </a:solidFill>
                <a:latin typeface="+mn-lt"/>
                <a:ea typeface="+mn-ea"/>
                <a:cs typeface="+mn-cs"/>
              </a:defRPr>
            </a:lvl5pPr>
            <a:lvl6pPr marL="1619174" algn="l" defTabSz="647670" rtl="0" eaLnBrk="1" latinLnBrk="0" hangingPunct="1">
              <a:defRPr sz="1275" kern="1200">
                <a:solidFill>
                  <a:schemeClr val="tx1"/>
                </a:solidFill>
                <a:latin typeface="+mn-lt"/>
                <a:ea typeface="+mn-ea"/>
                <a:cs typeface="+mn-cs"/>
              </a:defRPr>
            </a:lvl6pPr>
            <a:lvl7pPr marL="1943009" algn="l" defTabSz="647670" rtl="0" eaLnBrk="1" latinLnBrk="0" hangingPunct="1">
              <a:defRPr sz="1275" kern="1200">
                <a:solidFill>
                  <a:schemeClr val="tx1"/>
                </a:solidFill>
                <a:latin typeface="+mn-lt"/>
                <a:ea typeface="+mn-ea"/>
                <a:cs typeface="+mn-cs"/>
              </a:defRPr>
            </a:lvl7pPr>
            <a:lvl8pPr marL="2266843" algn="l" defTabSz="647670" rtl="0" eaLnBrk="1" latinLnBrk="0" hangingPunct="1">
              <a:defRPr sz="1275" kern="1200">
                <a:solidFill>
                  <a:schemeClr val="tx1"/>
                </a:solidFill>
                <a:latin typeface="+mn-lt"/>
                <a:ea typeface="+mn-ea"/>
                <a:cs typeface="+mn-cs"/>
              </a:defRPr>
            </a:lvl8pPr>
            <a:lvl9pPr marL="2590678" algn="l" defTabSz="647670" rtl="0" eaLnBrk="1" latinLnBrk="0" hangingPunct="1">
              <a:defRPr sz="1275" kern="1200">
                <a:solidFill>
                  <a:schemeClr val="tx1"/>
                </a:solidFill>
                <a:latin typeface="+mn-lt"/>
                <a:ea typeface="+mn-ea"/>
                <a:cs typeface="+mn-cs"/>
              </a:defRPr>
            </a:lvl9pPr>
          </a:lstStyle>
          <a:p>
            <a:endParaRPr lang="da-DK" dirty="0">
              <a:latin typeface="Gill Sans MT" panose="020B0502020104020203"/>
            </a:endParaRPr>
          </a:p>
        </p:txBody>
      </p:sp>
      <p:sp>
        <p:nvSpPr>
          <p:cNvPr id="4" name="Text Box 7">
            <a:extLst>
              <a:ext uri="{FF2B5EF4-FFF2-40B4-BE49-F238E27FC236}">
                <a16:creationId xmlns:a16="http://schemas.microsoft.com/office/drawing/2014/main" id="{5D9867A8-9B98-9A96-DA7C-5B67E3789D79}"/>
              </a:ext>
            </a:extLst>
          </p:cNvPr>
          <p:cNvSpPr txBox="1">
            <a:spLocks noChangeArrowheads="1"/>
          </p:cNvSpPr>
          <p:nvPr/>
        </p:nvSpPr>
        <p:spPr bwMode="auto">
          <a:xfrm>
            <a:off x="2665578" y="4251630"/>
            <a:ext cx="3935114" cy="2885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defTabSz="647670" rtl="0">
              <a:spcBef>
                <a:spcPct val="50000"/>
              </a:spcBef>
            </a:pPr>
            <a:r>
              <a:rPr lang="en-US" sz="1275" kern="1200" dirty="0">
                <a:solidFill>
                  <a:srgbClr val="000000"/>
                </a:solidFill>
                <a:latin typeface="Gill Sans MT" panose="020B0502020104020203"/>
                <a:ea typeface="+mn-ea"/>
                <a:cs typeface="+mn-cs"/>
              </a:rPr>
              <a:t>The didactic processes of authentic teaching</a:t>
            </a:r>
            <a:endParaRPr lang="en-GB" altLang="da-DK" sz="1275" kern="1200" dirty="0">
              <a:solidFill>
                <a:srgbClr val="000000"/>
              </a:solidFill>
              <a:latin typeface="Gill Sans MT" panose="020B0502020104020203"/>
              <a:ea typeface="+mn-ea"/>
              <a:cs typeface="+mn-cs"/>
            </a:endParaRPr>
          </a:p>
        </p:txBody>
      </p:sp>
    </p:spTree>
    <p:extLst>
      <p:ext uri="{BB962C8B-B14F-4D97-AF65-F5344CB8AC3E}">
        <p14:creationId xmlns:p14="http://schemas.microsoft.com/office/powerpoint/2010/main" val="5134797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811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181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81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8121"/>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181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81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6" grpId="0"/>
      <p:bldP spid="218117" grpId="0"/>
      <p:bldP spid="218118" grpId="0" animBg="1"/>
      <p:bldP spid="218119" grpId="0"/>
      <p:bldP spid="218120" grpId="0"/>
      <p:bldP spid="218121"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CB869F8A-5404-DD40-A9DF-90A61970E97B}"/>
              </a:ext>
            </a:extLst>
          </p:cNvPr>
          <p:cNvSpPr/>
          <p:nvPr/>
        </p:nvSpPr>
        <p:spPr>
          <a:xfrm>
            <a:off x="1973943" y="265340"/>
            <a:ext cx="4688114" cy="14290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647670" rtl="0"/>
            <a:r>
              <a:rPr lang="en-DK" sz="2550" kern="1200" dirty="0">
                <a:solidFill>
                  <a:srgbClr val="FFFFFF"/>
                </a:solidFill>
                <a:latin typeface="Gill Sans MT" panose="020B0502020104020203"/>
              </a:rPr>
              <a:t>Dedu</a:t>
            </a:r>
            <a:r>
              <a:rPr lang="da-DK" sz="2550" kern="1200" dirty="0">
                <a:solidFill>
                  <a:srgbClr val="FFFFFF"/>
                </a:solidFill>
                <a:latin typeface="Gill Sans MT" panose="020B0502020104020203"/>
              </a:rPr>
              <a:t>c</a:t>
            </a:r>
            <a:r>
              <a:rPr lang="en-DK" sz="2550" kern="1200" dirty="0">
                <a:solidFill>
                  <a:srgbClr val="FFFFFF"/>
                </a:solidFill>
                <a:latin typeface="Gill Sans MT" panose="020B0502020104020203"/>
              </a:rPr>
              <a:t>tiv</a:t>
            </a:r>
            <a:r>
              <a:rPr lang="da-DK" sz="2550" kern="1200" dirty="0">
                <a:solidFill>
                  <a:srgbClr val="FFFFFF"/>
                </a:solidFill>
                <a:latin typeface="Gill Sans MT" panose="020B0502020104020203"/>
              </a:rPr>
              <a:t>e</a:t>
            </a:r>
            <a:r>
              <a:rPr lang="en-DK" sz="2550" kern="1200" dirty="0">
                <a:solidFill>
                  <a:srgbClr val="FFFFFF"/>
                </a:solidFill>
                <a:latin typeface="Gill Sans MT" panose="020B0502020104020203"/>
              </a:rPr>
              <a:t> </a:t>
            </a:r>
            <a:r>
              <a:rPr lang="da-DK" sz="2550" kern="1200" dirty="0">
                <a:solidFill>
                  <a:srgbClr val="FFFFFF"/>
                </a:solidFill>
                <a:latin typeface="Gill Sans MT" panose="020B0502020104020203"/>
              </a:rPr>
              <a:t>approach</a:t>
            </a:r>
            <a:endParaRPr lang="en-DK" sz="2550" kern="1200" dirty="0">
              <a:solidFill>
                <a:srgbClr val="FFFFFF"/>
              </a:solidFill>
              <a:latin typeface="Gill Sans MT" panose="020B0502020104020203"/>
            </a:endParaRPr>
          </a:p>
        </p:txBody>
      </p:sp>
      <p:sp>
        <p:nvSpPr>
          <p:cNvPr id="5" name="Rounded Rectangle 4">
            <a:extLst>
              <a:ext uri="{FF2B5EF4-FFF2-40B4-BE49-F238E27FC236}">
                <a16:creationId xmlns:a16="http://schemas.microsoft.com/office/drawing/2014/main" id="{12B1F3BF-5335-DC45-AC20-127922575CD5}"/>
              </a:ext>
            </a:extLst>
          </p:cNvPr>
          <p:cNvSpPr/>
          <p:nvPr/>
        </p:nvSpPr>
        <p:spPr>
          <a:xfrm>
            <a:off x="1973943" y="2732768"/>
            <a:ext cx="4688114" cy="142905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647670" rtl="0"/>
            <a:r>
              <a:rPr lang="en-DK" sz="2550" kern="1200" dirty="0">
                <a:solidFill>
                  <a:srgbClr val="FFFFFF"/>
                </a:solidFill>
                <a:latin typeface="Gill Sans MT" panose="020B0502020104020203"/>
              </a:rPr>
              <a:t>Indu</a:t>
            </a:r>
            <a:r>
              <a:rPr lang="da-DK" sz="2550" kern="1200" dirty="0">
                <a:solidFill>
                  <a:srgbClr val="FFFFFF"/>
                </a:solidFill>
                <a:latin typeface="Gill Sans MT" panose="020B0502020104020203"/>
              </a:rPr>
              <a:t>c</a:t>
            </a:r>
            <a:r>
              <a:rPr lang="en-DK" sz="2550" kern="1200" dirty="0">
                <a:solidFill>
                  <a:srgbClr val="FFFFFF"/>
                </a:solidFill>
                <a:latin typeface="Gill Sans MT" panose="020B0502020104020203"/>
              </a:rPr>
              <a:t>tiv</a:t>
            </a:r>
            <a:r>
              <a:rPr lang="da-DK" sz="2550" kern="1200" dirty="0">
                <a:solidFill>
                  <a:srgbClr val="FFFFFF"/>
                </a:solidFill>
                <a:latin typeface="Gill Sans MT" panose="020B0502020104020203"/>
              </a:rPr>
              <a:t>e</a:t>
            </a:r>
            <a:r>
              <a:rPr lang="en-DK" sz="2550" kern="1200" dirty="0">
                <a:solidFill>
                  <a:srgbClr val="FFFFFF"/>
                </a:solidFill>
                <a:latin typeface="Gill Sans MT" panose="020B0502020104020203"/>
              </a:rPr>
              <a:t> </a:t>
            </a:r>
            <a:r>
              <a:rPr lang="da-DK" sz="2550" kern="1200" dirty="0">
                <a:solidFill>
                  <a:srgbClr val="FFFFFF"/>
                </a:solidFill>
                <a:latin typeface="Gill Sans MT" panose="020B0502020104020203"/>
              </a:rPr>
              <a:t>approach</a:t>
            </a:r>
            <a:endParaRPr lang="en-DK" sz="2550" kern="1200" dirty="0">
              <a:solidFill>
                <a:srgbClr val="FFFFFF"/>
              </a:solidFill>
              <a:latin typeface="Gill Sans MT" panose="020B0502020104020203"/>
            </a:endParaRPr>
          </a:p>
        </p:txBody>
      </p:sp>
      <p:graphicFrame>
        <p:nvGraphicFramePr>
          <p:cNvPr id="10" name="Diagram 9">
            <a:extLst>
              <a:ext uri="{FF2B5EF4-FFF2-40B4-BE49-F238E27FC236}">
                <a16:creationId xmlns:a16="http://schemas.microsoft.com/office/drawing/2014/main" id="{05895002-7ED0-4849-9F4F-88617ADE09E3}"/>
              </a:ext>
            </a:extLst>
          </p:cNvPr>
          <p:cNvGraphicFramePr/>
          <p:nvPr/>
        </p:nvGraphicFramePr>
        <p:xfrm>
          <a:off x="1439334" y="698789"/>
          <a:ext cx="5757333" cy="15935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 10">
            <a:extLst>
              <a:ext uri="{FF2B5EF4-FFF2-40B4-BE49-F238E27FC236}">
                <a16:creationId xmlns:a16="http://schemas.microsoft.com/office/drawing/2014/main" id="{74780D4A-065B-FE42-B424-EAA6243D5CF3}"/>
              </a:ext>
            </a:extLst>
          </p:cNvPr>
          <p:cNvGraphicFramePr/>
          <p:nvPr/>
        </p:nvGraphicFramePr>
        <p:xfrm>
          <a:off x="1439334" y="3178438"/>
          <a:ext cx="5757333" cy="159354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44601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Graphic spid="11" grpId="0">
        <p:bldAsOne/>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red_umbrella_standing_upright_800_clr_1855.png">
            <a:extLst>
              <a:ext uri="{FF2B5EF4-FFF2-40B4-BE49-F238E27FC236}">
                <a16:creationId xmlns:a16="http://schemas.microsoft.com/office/drawing/2014/main" id="{B657DB6F-923A-D348-AF22-BB3E7B9994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8824" y="-438847"/>
            <a:ext cx="4838353" cy="4857750"/>
          </a:xfrm>
          <a:prstGeom prst="rect">
            <a:avLst/>
          </a:prstGeom>
        </p:spPr>
      </p:pic>
      <p:sp>
        <p:nvSpPr>
          <p:cNvPr id="5" name="Title 1">
            <a:extLst>
              <a:ext uri="{FF2B5EF4-FFF2-40B4-BE49-F238E27FC236}">
                <a16:creationId xmlns:a16="http://schemas.microsoft.com/office/drawing/2014/main" id="{EC90FEAB-C93E-CB4B-BEE9-128BF8B9E29E}"/>
              </a:ext>
            </a:extLst>
          </p:cNvPr>
          <p:cNvSpPr>
            <a:spLocks noGrp="1"/>
          </p:cNvSpPr>
          <p:nvPr>
            <p:ph type="title"/>
          </p:nvPr>
        </p:nvSpPr>
        <p:spPr>
          <a:xfrm>
            <a:off x="2712450" y="657167"/>
            <a:ext cx="3211100" cy="523430"/>
          </a:xfrm>
        </p:spPr>
        <p:txBody>
          <a:bodyPr>
            <a:normAutofit fontScale="90000"/>
          </a:bodyPr>
          <a:lstStyle/>
          <a:p>
            <a:pPr algn="ctr"/>
            <a:r>
              <a:rPr lang="en-US" sz="1700" dirty="0" err="1"/>
              <a:t>InduCtivE</a:t>
            </a:r>
            <a:r>
              <a:rPr lang="en-US" sz="1700" dirty="0"/>
              <a:t> education</a:t>
            </a:r>
          </a:p>
        </p:txBody>
      </p:sp>
      <p:sp>
        <p:nvSpPr>
          <p:cNvPr id="6" name="TextBox 5">
            <a:extLst>
              <a:ext uri="{FF2B5EF4-FFF2-40B4-BE49-F238E27FC236}">
                <a16:creationId xmlns:a16="http://schemas.microsoft.com/office/drawing/2014/main" id="{7612AEA4-F664-1D42-9687-F5045C0F8B30}"/>
              </a:ext>
            </a:extLst>
          </p:cNvPr>
          <p:cNvSpPr txBox="1"/>
          <p:nvPr/>
        </p:nvSpPr>
        <p:spPr>
          <a:xfrm>
            <a:off x="237548" y="1745324"/>
            <a:ext cx="3740416" cy="1400383"/>
          </a:xfrm>
          <a:prstGeom prst="rect">
            <a:avLst/>
          </a:prstGeom>
          <a:noFill/>
        </p:spPr>
        <p:txBody>
          <a:bodyPr wrap="square" rtlCol="0">
            <a:spAutoFit/>
          </a:bodyPr>
          <a:lstStyle/>
          <a:p>
            <a:pPr algn="r" defTabSz="647670" rtl="0"/>
            <a:r>
              <a:rPr lang="en-US" sz="1700" kern="1200" dirty="0" err="1">
                <a:solidFill>
                  <a:srgbClr val="000000"/>
                </a:solidFill>
                <a:latin typeface="Avenir"/>
                <a:ea typeface="+mn-ea"/>
                <a:cs typeface="Avenir"/>
              </a:rPr>
              <a:t>Scenariebaseret</a:t>
            </a:r>
            <a:r>
              <a:rPr lang="en-US" sz="1700" kern="1200" dirty="0">
                <a:solidFill>
                  <a:srgbClr val="000000"/>
                </a:solidFill>
                <a:latin typeface="Avenir"/>
                <a:ea typeface="+mn-ea"/>
                <a:cs typeface="Avenir"/>
              </a:rPr>
              <a:t> </a:t>
            </a:r>
            <a:r>
              <a:rPr lang="en-US" sz="1700" kern="1200" dirty="0" err="1">
                <a:solidFill>
                  <a:srgbClr val="000000"/>
                </a:solidFill>
                <a:latin typeface="Avenir"/>
                <a:ea typeface="+mn-ea"/>
                <a:cs typeface="Avenir"/>
              </a:rPr>
              <a:t>undervisning</a:t>
            </a:r>
            <a:endParaRPr lang="en-US" sz="1700" kern="1200" dirty="0">
              <a:solidFill>
                <a:srgbClr val="000000"/>
              </a:solidFill>
              <a:latin typeface="Avenir"/>
              <a:ea typeface="+mn-ea"/>
              <a:cs typeface="Avenir"/>
            </a:endParaRPr>
          </a:p>
          <a:p>
            <a:pPr algn="r" defTabSz="647670" rtl="0"/>
            <a:endParaRPr lang="en-US" sz="1700" kern="1200" dirty="0">
              <a:solidFill>
                <a:srgbClr val="000000"/>
              </a:solidFill>
              <a:latin typeface="Avenir"/>
              <a:ea typeface="+mn-ea"/>
              <a:cs typeface="Avenir"/>
            </a:endParaRPr>
          </a:p>
          <a:p>
            <a:pPr algn="r" defTabSz="647670" rtl="0"/>
            <a:r>
              <a:rPr lang="en-US" sz="1700" kern="1200" dirty="0" err="1">
                <a:solidFill>
                  <a:srgbClr val="000000"/>
                </a:solidFill>
                <a:latin typeface="Avenir"/>
                <a:ea typeface="+mn-ea"/>
                <a:cs typeface="Avenir"/>
              </a:rPr>
              <a:t>Problembaseret</a:t>
            </a:r>
            <a:r>
              <a:rPr lang="en-US" sz="1700" kern="1200" dirty="0">
                <a:solidFill>
                  <a:srgbClr val="000000"/>
                </a:solidFill>
                <a:latin typeface="Avenir"/>
                <a:ea typeface="+mn-ea"/>
                <a:cs typeface="Avenir"/>
              </a:rPr>
              <a:t> </a:t>
            </a:r>
            <a:r>
              <a:rPr lang="en-US" sz="1700" kern="1200" dirty="0" err="1">
                <a:solidFill>
                  <a:srgbClr val="000000"/>
                </a:solidFill>
                <a:latin typeface="Avenir"/>
                <a:ea typeface="+mn-ea"/>
                <a:cs typeface="Avenir"/>
              </a:rPr>
              <a:t>undervisning</a:t>
            </a:r>
            <a:endParaRPr lang="en-US" sz="1700" kern="1200" dirty="0">
              <a:solidFill>
                <a:srgbClr val="000000"/>
              </a:solidFill>
              <a:latin typeface="Avenir"/>
              <a:ea typeface="+mn-ea"/>
              <a:cs typeface="Avenir"/>
            </a:endParaRPr>
          </a:p>
          <a:p>
            <a:pPr algn="r" defTabSz="647670" rtl="0"/>
            <a:endParaRPr lang="en-US" sz="1700" kern="1200" dirty="0">
              <a:solidFill>
                <a:srgbClr val="000000"/>
              </a:solidFill>
              <a:latin typeface="Avenir"/>
              <a:ea typeface="+mn-ea"/>
              <a:cs typeface="Avenir"/>
            </a:endParaRPr>
          </a:p>
          <a:p>
            <a:pPr algn="r" defTabSz="647670" rtl="0"/>
            <a:endParaRPr lang="en-US" sz="1700" kern="1200" dirty="0">
              <a:solidFill>
                <a:srgbClr val="000000"/>
              </a:solidFill>
              <a:latin typeface="Avenir"/>
              <a:ea typeface="+mn-ea"/>
              <a:cs typeface="Avenir"/>
            </a:endParaRPr>
          </a:p>
        </p:txBody>
      </p:sp>
      <p:sp>
        <p:nvSpPr>
          <p:cNvPr id="7" name="TextBox 6">
            <a:extLst>
              <a:ext uri="{FF2B5EF4-FFF2-40B4-BE49-F238E27FC236}">
                <a16:creationId xmlns:a16="http://schemas.microsoft.com/office/drawing/2014/main" id="{5B459E36-05D1-7647-8671-6EDA51774400}"/>
              </a:ext>
            </a:extLst>
          </p:cNvPr>
          <p:cNvSpPr txBox="1"/>
          <p:nvPr/>
        </p:nvSpPr>
        <p:spPr>
          <a:xfrm>
            <a:off x="4658038" y="1821552"/>
            <a:ext cx="3977962" cy="1138773"/>
          </a:xfrm>
          <a:prstGeom prst="rect">
            <a:avLst/>
          </a:prstGeom>
          <a:noFill/>
        </p:spPr>
        <p:txBody>
          <a:bodyPr wrap="square" rtlCol="0">
            <a:spAutoFit/>
          </a:bodyPr>
          <a:lstStyle/>
          <a:p>
            <a:pPr algn="l" defTabSz="647670" rtl="0"/>
            <a:r>
              <a:rPr lang="en-US" sz="1700" kern="1200" dirty="0">
                <a:solidFill>
                  <a:srgbClr val="000000"/>
                </a:solidFill>
                <a:latin typeface="Avenir"/>
                <a:ea typeface="+mn-ea"/>
                <a:cs typeface="Avenir"/>
              </a:rPr>
              <a:t>Case-</a:t>
            </a:r>
            <a:r>
              <a:rPr lang="en-US" sz="1700" kern="1200" dirty="0" err="1">
                <a:solidFill>
                  <a:srgbClr val="000000"/>
                </a:solidFill>
                <a:latin typeface="Avenir"/>
                <a:ea typeface="+mn-ea"/>
                <a:cs typeface="Avenir"/>
              </a:rPr>
              <a:t>baseret</a:t>
            </a:r>
            <a:r>
              <a:rPr lang="en-US" sz="1700" kern="1200" dirty="0">
                <a:solidFill>
                  <a:srgbClr val="000000"/>
                </a:solidFill>
                <a:latin typeface="Avenir"/>
                <a:ea typeface="+mn-ea"/>
                <a:cs typeface="Avenir"/>
              </a:rPr>
              <a:t> </a:t>
            </a:r>
            <a:r>
              <a:rPr lang="en-US" sz="1700" kern="1200" dirty="0" err="1">
                <a:solidFill>
                  <a:srgbClr val="000000"/>
                </a:solidFill>
                <a:latin typeface="Avenir"/>
                <a:ea typeface="+mn-ea"/>
                <a:cs typeface="Avenir"/>
              </a:rPr>
              <a:t>undervisning</a:t>
            </a:r>
            <a:endParaRPr lang="en-US" sz="1700" kern="1200" dirty="0">
              <a:solidFill>
                <a:srgbClr val="000000"/>
              </a:solidFill>
              <a:latin typeface="Avenir"/>
              <a:ea typeface="+mn-ea"/>
              <a:cs typeface="Avenir"/>
            </a:endParaRPr>
          </a:p>
          <a:p>
            <a:pPr algn="l" defTabSz="647670" rtl="0"/>
            <a:endParaRPr lang="en-US" sz="1700" kern="1200" dirty="0">
              <a:solidFill>
                <a:srgbClr val="000000"/>
              </a:solidFill>
              <a:latin typeface="Avenir"/>
              <a:ea typeface="+mn-ea"/>
              <a:cs typeface="Avenir"/>
            </a:endParaRPr>
          </a:p>
          <a:p>
            <a:pPr algn="l" defTabSz="647670" rtl="0"/>
            <a:r>
              <a:rPr lang="en-US" sz="1700" kern="1200" dirty="0" err="1">
                <a:solidFill>
                  <a:srgbClr val="000000"/>
                </a:solidFill>
                <a:latin typeface="Avenir"/>
                <a:ea typeface="+mn-ea"/>
                <a:cs typeface="Avenir"/>
              </a:rPr>
              <a:t>Projektarbejde</a:t>
            </a:r>
            <a:endParaRPr lang="en-US" sz="1700" kern="1200" dirty="0">
              <a:solidFill>
                <a:srgbClr val="000000"/>
              </a:solidFill>
              <a:latin typeface="Avenir"/>
              <a:ea typeface="+mn-ea"/>
              <a:cs typeface="Avenir"/>
            </a:endParaRPr>
          </a:p>
          <a:p>
            <a:pPr algn="l" defTabSz="647670" rtl="0"/>
            <a:endParaRPr lang="en-US" sz="1700" kern="1200" dirty="0">
              <a:solidFill>
                <a:srgbClr val="000000"/>
              </a:solidFill>
              <a:latin typeface="Avenir"/>
              <a:ea typeface="+mn-ea"/>
              <a:cs typeface="Avenir"/>
            </a:endParaRPr>
          </a:p>
        </p:txBody>
      </p:sp>
      <p:sp>
        <p:nvSpPr>
          <p:cNvPr id="2" name="TextBox 1">
            <a:extLst>
              <a:ext uri="{FF2B5EF4-FFF2-40B4-BE49-F238E27FC236}">
                <a16:creationId xmlns:a16="http://schemas.microsoft.com/office/drawing/2014/main" id="{2C4E0F32-48B5-ED66-2FDE-154D4F876A69}"/>
              </a:ext>
            </a:extLst>
          </p:cNvPr>
          <p:cNvSpPr txBox="1"/>
          <p:nvPr/>
        </p:nvSpPr>
        <p:spPr>
          <a:xfrm>
            <a:off x="1898823" y="3342021"/>
            <a:ext cx="5291834" cy="615553"/>
          </a:xfrm>
          <a:prstGeom prst="rect">
            <a:avLst/>
          </a:prstGeom>
          <a:solidFill>
            <a:srgbClr val="B3DEA0"/>
          </a:solidFill>
        </p:spPr>
        <p:txBody>
          <a:bodyPr wrap="square" rtlCol="0">
            <a:spAutoFit/>
          </a:bodyPr>
          <a:lstStyle/>
          <a:p>
            <a:pPr algn="ctr" defTabSz="647670" rtl="0">
              <a:defRPr/>
            </a:pPr>
            <a:r>
              <a:rPr lang="en-US" sz="1700" kern="1200" dirty="0">
                <a:solidFill>
                  <a:srgbClr val="000000"/>
                </a:solidFill>
                <a:latin typeface="Avenir"/>
                <a:ea typeface="+mn-ea"/>
                <a:cs typeface="Avenir"/>
              </a:rPr>
              <a:t>Inquiry Based Science Education (IBSE)</a:t>
            </a:r>
          </a:p>
          <a:p>
            <a:pPr algn="ctr" defTabSz="647670" rtl="0">
              <a:defRPr/>
            </a:pPr>
            <a:r>
              <a:rPr lang="en-US" sz="1700" kern="1200" dirty="0" err="1">
                <a:solidFill>
                  <a:srgbClr val="000000"/>
                </a:solidFill>
                <a:latin typeface="Avenir"/>
                <a:ea typeface="+mn-ea"/>
                <a:cs typeface="Avenir"/>
              </a:rPr>
              <a:t>Undersøgelsesbaseret</a:t>
            </a:r>
            <a:r>
              <a:rPr lang="en-US" sz="1700" kern="1200" dirty="0">
                <a:solidFill>
                  <a:srgbClr val="000000"/>
                </a:solidFill>
                <a:latin typeface="Avenir"/>
                <a:ea typeface="+mn-ea"/>
                <a:cs typeface="Avenir"/>
              </a:rPr>
              <a:t> </a:t>
            </a:r>
            <a:r>
              <a:rPr lang="en-US" sz="1700" kern="1200" dirty="0" err="1">
                <a:solidFill>
                  <a:srgbClr val="000000"/>
                </a:solidFill>
                <a:latin typeface="Avenir"/>
                <a:ea typeface="+mn-ea"/>
                <a:cs typeface="Avenir"/>
              </a:rPr>
              <a:t>naturfagsundervisning</a:t>
            </a:r>
            <a:r>
              <a:rPr lang="en-US" sz="1700" kern="1200" dirty="0">
                <a:solidFill>
                  <a:srgbClr val="000000"/>
                </a:solidFill>
                <a:latin typeface="Avenir"/>
                <a:ea typeface="+mn-ea"/>
                <a:cs typeface="Avenir"/>
              </a:rPr>
              <a:t> (UBNU)</a:t>
            </a:r>
            <a:endParaRPr lang="en-DK" sz="1275" kern="1200" dirty="0">
              <a:solidFill>
                <a:srgbClr val="000000"/>
              </a:solidFill>
              <a:latin typeface="Gill Sans MT" panose="020B0502020104020203"/>
              <a:ea typeface="+mn-ea"/>
              <a:cs typeface="+mn-cs"/>
            </a:endParaRPr>
          </a:p>
        </p:txBody>
      </p:sp>
    </p:spTree>
    <p:extLst>
      <p:ext uri="{BB962C8B-B14F-4D97-AF65-F5344CB8AC3E}">
        <p14:creationId xmlns:p14="http://schemas.microsoft.com/office/powerpoint/2010/main" val="1824333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2C47F-8025-DC1E-B2C4-EB5C93D201C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1329BEA-B348-F0D9-EF32-EEA1D43310AC}"/>
              </a:ext>
            </a:extLst>
          </p:cNvPr>
          <p:cNvSpPr txBox="1"/>
          <p:nvPr/>
        </p:nvSpPr>
        <p:spPr>
          <a:xfrm>
            <a:off x="3397963" y="828490"/>
            <a:ext cx="1891800" cy="353943"/>
          </a:xfrm>
          <a:prstGeom prst="rect">
            <a:avLst/>
          </a:prstGeom>
          <a:noFill/>
        </p:spPr>
        <p:txBody>
          <a:bodyPr wrap="none" rtlCol="0">
            <a:spAutoFit/>
          </a:bodyPr>
          <a:lstStyle/>
          <a:p>
            <a:pPr algn="ctr" defTabSz="647670" rtl="0"/>
            <a:r>
              <a:rPr lang="en-DK" sz="1700" kern="1200" dirty="0">
                <a:solidFill>
                  <a:srgbClr val="000000"/>
                </a:solidFill>
                <a:latin typeface="Gill Sans MT" panose="020B0502020104020203"/>
                <a:ea typeface="+mn-ea"/>
                <a:cs typeface="+mn-cs"/>
              </a:rPr>
              <a:t>FORUDSÆTNING</a:t>
            </a:r>
          </a:p>
        </p:txBody>
      </p:sp>
      <p:sp>
        <p:nvSpPr>
          <p:cNvPr id="5" name="TextBox 4">
            <a:extLst>
              <a:ext uri="{FF2B5EF4-FFF2-40B4-BE49-F238E27FC236}">
                <a16:creationId xmlns:a16="http://schemas.microsoft.com/office/drawing/2014/main" id="{D62599CD-12F6-1AD8-1120-BA3A5EF288DD}"/>
              </a:ext>
            </a:extLst>
          </p:cNvPr>
          <p:cNvSpPr txBox="1"/>
          <p:nvPr/>
        </p:nvSpPr>
        <p:spPr>
          <a:xfrm>
            <a:off x="3880435" y="1957853"/>
            <a:ext cx="926857" cy="615553"/>
          </a:xfrm>
          <a:prstGeom prst="rect">
            <a:avLst/>
          </a:prstGeom>
          <a:noFill/>
        </p:spPr>
        <p:txBody>
          <a:bodyPr wrap="none" rtlCol="0">
            <a:spAutoFit/>
          </a:bodyPr>
          <a:lstStyle/>
          <a:p>
            <a:pPr algn="ctr" defTabSz="647670" rtl="0"/>
            <a:r>
              <a:rPr lang="en-DK" sz="1700" kern="1200" dirty="0">
                <a:solidFill>
                  <a:srgbClr val="000000"/>
                </a:solidFill>
                <a:latin typeface="Gill Sans MT" panose="020B0502020104020203"/>
                <a:ea typeface="+mn-ea"/>
                <a:cs typeface="+mn-cs"/>
              </a:rPr>
              <a:t>FANG</a:t>
            </a:r>
            <a:endParaRPr lang="da-DK" sz="1700" kern="1200" dirty="0">
              <a:solidFill>
                <a:srgbClr val="000000"/>
              </a:solidFill>
              <a:latin typeface="Gill Sans MT" panose="020B0502020104020203"/>
              <a:ea typeface="+mn-ea"/>
              <a:cs typeface="+mn-cs"/>
            </a:endParaRPr>
          </a:p>
          <a:p>
            <a:pPr algn="ctr" defTabSz="647670" rtl="0"/>
            <a:r>
              <a:rPr lang="da-DK" sz="1700" kern="1200" dirty="0">
                <a:solidFill>
                  <a:srgbClr val="000000"/>
                </a:solidFill>
                <a:latin typeface="Gill Sans MT" panose="020B0502020104020203"/>
                <a:ea typeface="+mn-ea"/>
                <a:cs typeface="+mn-cs"/>
              </a:rPr>
              <a:t>(</a:t>
            </a:r>
            <a:r>
              <a:rPr lang="da-DK" sz="1700" kern="1200" dirty="0" err="1">
                <a:solidFill>
                  <a:srgbClr val="000000"/>
                </a:solidFill>
                <a:latin typeface="Gill Sans MT" panose="020B0502020104020203"/>
                <a:ea typeface="+mn-ea"/>
                <a:cs typeface="+mn-cs"/>
              </a:rPr>
              <a:t>Engage</a:t>
            </a:r>
            <a:r>
              <a:rPr lang="da-DK" sz="1700" kern="1200" dirty="0">
                <a:solidFill>
                  <a:srgbClr val="000000"/>
                </a:solidFill>
                <a:latin typeface="Gill Sans MT" panose="020B0502020104020203"/>
                <a:ea typeface="+mn-ea"/>
                <a:cs typeface="+mn-cs"/>
              </a:rPr>
              <a:t>)</a:t>
            </a:r>
            <a:endParaRPr lang="en-DK" sz="1700" kern="1200" dirty="0">
              <a:solidFill>
                <a:srgbClr val="000000"/>
              </a:solidFill>
              <a:latin typeface="Gill Sans MT" panose="020B0502020104020203"/>
              <a:ea typeface="+mn-ea"/>
              <a:cs typeface="+mn-cs"/>
            </a:endParaRPr>
          </a:p>
        </p:txBody>
      </p:sp>
      <p:sp>
        <p:nvSpPr>
          <p:cNvPr id="6" name="TextBox 5">
            <a:extLst>
              <a:ext uri="{FF2B5EF4-FFF2-40B4-BE49-F238E27FC236}">
                <a16:creationId xmlns:a16="http://schemas.microsoft.com/office/drawing/2014/main" id="{0508E30A-CAA5-179F-681C-FD0037EF1A54}"/>
              </a:ext>
            </a:extLst>
          </p:cNvPr>
          <p:cNvSpPr txBox="1"/>
          <p:nvPr/>
        </p:nvSpPr>
        <p:spPr>
          <a:xfrm>
            <a:off x="5109699" y="2696296"/>
            <a:ext cx="1723998" cy="353943"/>
          </a:xfrm>
          <a:prstGeom prst="rect">
            <a:avLst/>
          </a:prstGeom>
          <a:noFill/>
        </p:spPr>
        <p:txBody>
          <a:bodyPr wrap="none" rtlCol="0">
            <a:spAutoFit/>
          </a:bodyPr>
          <a:lstStyle/>
          <a:p>
            <a:pPr algn="ctr" defTabSz="647670" rtl="0"/>
            <a:r>
              <a:rPr lang="en-DK" sz="1700" kern="1200" dirty="0">
                <a:solidFill>
                  <a:srgbClr val="000000"/>
                </a:solidFill>
                <a:latin typeface="Gill Sans MT" panose="020B0502020104020203"/>
                <a:ea typeface="+mn-ea"/>
                <a:cs typeface="+mn-cs"/>
              </a:rPr>
              <a:t>FORSK</a:t>
            </a:r>
            <a:r>
              <a:rPr lang="da-DK" sz="1700" kern="1200" dirty="0">
                <a:solidFill>
                  <a:srgbClr val="000000"/>
                </a:solidFill>
                <a:latin typeface="Gill Sans MT" panose="020B0502020104020203"/>
                <a:ea typeface="+mn-ea"/>
                <a:cs typeface="+mn-cs"/>
              </a:rPr>
              <a:t> (</a:t>
            </a:r>
            <a:r>
              <a:rPr lang="da-DK" sz="1700" kern="1200" dirty="0" err="1">
                <a:solidFill>
                  <a:srgbClr val="000000"/>
                </a:solidFill>
                <a:latin typeface="Gill Sans MT" panose="020B0502020104020203"/>
                <a:ea typeface="+mn-ea"/>
                <a:cs typeface="+mn-cs"/>
              </a:rPr>
              <a:t>Explore</a:t>
            </a:r>
            <a:r>
              <a:rPr lang="da-DK" sz="1700" kern="1200" dirty="0">
                <a:solidFill>
                  <a:srgbClr val="000000"/>
                </a:solidFill>
                <a:latin typeface="Gill Sans MT" panose="020B0502020104020203"/>
                <a:ea typeface="+mn-ea"/>
                <a:cs typeface="+mn-cs"/>
              </a:rPr>
              <a:t>)</a:t>
            </a:r>
            <a:endParaRPr lang="en-DK" sz="1700" kern="1200" dirty="0">
              <a:solidFill>
                <a:srgbClr val="000000"/>
              </a:solidFill>
              <a:latin typeface="Gill Sans MT" panose="020B0502020104020203"/>
              <a:ea typeface="+mn-ea"/>
              <a:cs typeface="+mn-cs"/>
            </a:endParaRPr>
          </a:p>
        </p:txBody>
      </p:sp>
      <p:sp>
        <p:nvSpPr>
          <p:cNvPr id="7" name="TextBox 6">
            <a:extLst>
              <a:ext uri="{FF2B5EF4-FFF2-40B4-BE49-F238E27FC236}">
                <a16:creationId xmlns:a16="http://schemas.microsoft.com/office/drawing/2014/main" id="{B6C43EE9-74E5-9D1E-5895-9411444F0C49}"/>
              </a:ext>
            </a:extLst>
          </p:cNvPr>
          <p:cNvSpPr txBox="1"/>
          <p:nvPr/>
        </p:nvSpPr>
        <p:spPr>
          <a:xfrm>
            <a:off x="1369903" y="2696296"/>
            <a:ext cx="2270173" cy="353943"/>
          </a:xfrm>
          <a:prstGeom prst="rect">
            <a:avLst/>
          </a:prstGeom>
          <a:noFill/>
        </p:spPr>
        <p:txBody>
          <a:bodyPr wrap="none" rtlCol="0">
            <a:spAutoFit/>
          </a:bodyPr>
          <a:lstStyle/>
          <a:p>
            <a:pPr algn="ctr" defTabSz="647670" rtl="0"/>
            <a:r>
              <a:rPr lang="en-DK" sz="1700" kern="1200" dirty="0">
                <a:solidFill>
                  <a:srgbClr val="000000"/>
                </a:solidFill>
                <a:latin typeface="Gill Sans MT" panose="020B0502020104020203"/>
                <a:ea typeface="+mn-ea"/>
                <a:cs typeface="+mn-cs"/>
              </a:rPr>
              <a:t>FORLÆNG</a:t>
            </a:r>
            <a:r>
              <a:rPr lang="da-DK" sz="1700" kern="1200" dirty="0">
                <a:solidFill>
                  <a:srgbClr val="000000"/>
                </a:solidFill>
                <a:latin typeface="Gill Sans MT" panose="020B0502020104020203"/>
                <a:ea typeface="+mn-ea"/>
                <a:cs typeface="+mn-cs"/>
              </a:rPr>
              <a:t> (</a:t>
            </a:r>
            <a:r>
              <a:rPr lang="da-DK" sz="1700" kern="1200" dirty="0" err="1">
                <a:solidFill>
                  <a:srgbClr val="000000"/>
                </a:solidFill>
                <a:latin typeface="Gill Sans MT" panose="020B0502020104020203"/>
                <a:ea typeface="+mn-ea"/>
                <a:cs typeface="+mn-cs"/>
              </a:rPr>
              <a:t>Elaborate</a:t>
            </a:r>
            <a:r>
              <a:rPr lang="da-DK" sz="1700" kern="1200" dirty="0">
                <a:solidFill>
                  <a:srgbClr val="000000"/>
                </a:solidFill>
                <a:latin typeface="Gill Sans MT" panose="020B0502020104020203"/>
                <a:ea typeface="+mn-ea"/>
                <a:cs typeface="+mn-cs"/>
              </a:rPr>
              <a:t>)</a:t>
            </a:r>
            <a:endParaRPr lang="en-DK" sz="1700" kern="1200" dirty="0">
              <a:solidFill>
                <a:srgbClr val="000000"/>
              </a:solidFill>
              <a:latin typeface="Gill Sans MT" panose="020B0502020104020203"/>
              <a:ea typeface="+mn-ea"/>
              <a:cs typeface="+mn-cs"/>
            </a:endParaRPr>
          </a:p>
        </p:txBody>
      </p:sp>
      <p:sp>
        <p:nvSpPr>
          <p:cNvPr id="9" name="TextBox 8">
            <a:extLst>
              <a:ext uri="{FF2B5EF4-FFF2-40B4-BE49-F238E27FC236}">
                <a16:creationId xmlns:a16="http://schemas.microsoft.com/office/drawing/2014/main" id="{9ACD6836-2403-A3F6-23A4-C5138B716C31}"/>
              </a:ext>
            </a:extLst>
          </p:cNvPr>
          <p:cNvSpPr txBox="1"/>
          <p:nvPr/>
        </p:nvSpPr>
        <p:spPr>
          <a:xfrm>
            <a:off x="3728726" y="2696298"/>
            <a:ext cx="1230273" cy="615553"/>
          </a:xfrm>
          <a:prstGeom prst="rect">
            <a:avLst/>
          </a:prstGeom>
          <a:noFill/>
        </p:spPr>
        <p:txBody>
          <a:bodyPr wrap="none" rtlCol="0">
            <a:spAutoFit/>
          </a:bodyPr>
          <a:lstStyle/>
          <a:p>
            <a:pPr algn="ctr" defTabSz="647670" rtl="0"/>
            <a:r>
              <a:rPr lang="en-DK" sz="1700" kern="1200" dirty="0">
                <a:solidFill>
                  <a:srgbClr val="000000"/>
                </a:solidFill>
                <a:latin typeface="Gill Sans MT" panose="020B0502020104020203"/>
                <a:ea typeface="+mn-ea"/>
                <a:cs typeface="+mn-cs"/>
              </a:rPr>
              <a:t>FEEDBACK</a:t>
            </a:r>
            <a:endParaRPr lang="da-DK" sz="1700" kern="1200" dirty="0">
              <a:solidFill>
                <a:srgbClr val="000000"/>
              </a:solidFill>
              <a:latin typeface="Gill Sans MT" panose="020B0502020104020203"/>
              <a:ea typeface="+mn-ea"/>
              <a:cs typeface="+mn-cs"/>
            </a:endParaRPr>
          </a:p>
          <a:p>
            <a:pPr algn="ctr" defTabSz="647670" rtl="0"/>
            <a:r>
              <a:rPr lang="da-DK" sz="1700" kern="1200" dirty="0">
                <a:solidFill>
                  <a:srgbClr val="000000"/>
                </a:solidFill>
                <a:latin typeface="Gill Sans MT" panose="020B0502020104020203"/>
                <a:ea typeface="+mn-ea"/>
                <a:cs typeface="+mn-cs"/>
              </a:rPr>
              <a:t>(Evaluation)</a:t>
            </a:r>
            <a:endParaRPr lang="en-DK" sz="1700" kern="1200" dirty="0">
              <a:solidFill>
                <a:srgbClr val="000000"/>
              </a:solidFill>
              <a:latin typeface="Gill Sans MT" panose="020B0502020104020203"/>
              <a:ea typeface="+mn-ea"/>
              <a:cs typeface="+mn-cs"/>
            </a:endParaRPr>
          </a:p>
        </p:txBody>
      </p:sp>
      <p:sp>
        <p:nvSpPr>
          <p:cNvPr id="10" name="TextBox 9">
            <a:extLst>
              <a:ext uri="{FF2B5EF4-FFF2-40B4-BE49-F238E27FC236}">
                <a16:creationId xmlns:a16="http://schemas.microsoft.com/office/drawing/2014/main" id="{A583596C-6EA8-616F-2491-C3AB7A323852}"/>
              </a:ext>
            </a:extLst>
          </p:cNvPr>
          <p:cNvSpPr txBox="1"/>
          <p:nvPr/>
        </p:nvSpPr>
        <p:spPr>
          <a:xfrm>
            <a:off x="3781049" y="3434742"/>
            <a:ext cx="1125629" cy="615553"/>
          </a:xfrm>
          <a:prstGeom prst="rect">
            <a:avLst/>
          </a:prstGeom>
          <a:noFill/>
        </p:spPr>
        <p:txBody>
          <a:bodyPr wrap="none" rtlCol="0">
            <a:spAutoFit/>
          </a:bodyPr>
          <a:lstStyle/>
          <a:p>
            <a:pPr algn="ctr" defTabSz="647670" rtl="0"/>
            <a:r>
              <a:rPr lang="en-DK" sz="1700" kern="1200" dirty="0">
                <a:solidFill>
                  <a:srgbClr val="000000"/>
                </a:solidFill>
                <a:latin typeface="Gill Sans MT" panose="020B0502020104020203"/>
                <a:ea typeface="+mn-ea"/>
                <a:cs typeface="+mn-cs"/>
              </a:rPr>
              <a:t>FORKLAR</a:t>
            </a:r>
            <a:endParaRPr lang="da-DK" sz="1700" kern="1200" dirty="0">
              <a:solidFill>
                <a:srgbClr val="000000"/>
              </a:solidFill>
              <a:latin typeface="Gill Sans MT" panose="020B0502020104020203"/>
              <a:ea typeface="+mn-ea"/>
              <a:cs typeface="+mn-cs"/>
            </a:endParaRPr>
          </a:p>
          <a:p>
            <a:pPr algn="ctr" defTabSz="647670" rtl="0"/>
            <a:r>
              <a:rPr lang="da-DK" sz="1700" kern="1200" dirty="0">
                <a:solidFill>
                  <a:srgbClr val="000000"/>
                </a:solidFill>
                <a:latin typeface="Gill Sans MT" panose="020B0502020104020203"/>
                <a:ea typeface="+mn-ea"/>
                <a:cs typeface="+mn-cs"/>
              </a:rPr>
              <a:t>(</a:t>
            </a:r>
            <a:r>
              <a:rPr lang="da-DK" sz="1700" kern="1200" dirty="0" err="1">
                <a:solidFill>
                  <a:srgbClr val="000000"/>
                </a:solidFill>
                <a:latin typeface="Gill Sans MT" panose="020B0502020104020203"/>
                <a:ea typeface="+mn-ea"/>
                <a:cs typeface="+mn-cs"/>
              </a:rPr>
              <a:t>Explain</a:t>
            </a:r>
            <a:r>
              <a:rPr lang="da-DK" sz="1700" kern="1200" dirty="0">
                <a:solidFill>
                  <a:srgbClr val="000000"/>
                </a:solidFill>
                <a:latin typeface="Gill Sans MT" panose="020B0502020104020203"/>
                <a:ea typeface="+mn-ea"/>
                <a:cs typeface="+mn-cs"/>
              </a:rPr>
              <a:t>)</a:t>
            </a:r>
            <a:endParaRPr lang="en-DK" sz="1700" kern="1200" dirty="0">
              <a:solidFill>
                <a:srgbClr val="000000"/>
              </a:solidFill>
              <a:latin typeface="Gill Sans MT" panose="020B0502020104020203"/>
              <a:ea typeface="+mn-ea"/>
              <a:cs typeface="+mn-cs"/>
            </a:endParaRPr>
          </a:p>
        </p:txBody>
      </p:sp>
      <p:sp>
        <p:nvSpPr>
          <p:cNvPr id="11" name="Down Arrow 10">
            <a:extLst>
              <a:ext uri="{FF2B5EF4-FFF2-40B4-BE49-F238E27FC236}">
                <a16:creationId xmlns:a16="http://schemas.microsoft.com/office/drawing/2014/main" id="{E00E8C9D-6DED-C7AD-3027-72795D56F686}"/>
              </a:ext>
            </a:extLst>
          </p:cNvPr>
          <p:cNvSpPr/>
          <p:nvPr/>
        </p:nvSpPr>
        <p:spPr>
          <a:xfrm>
            <a:off x="4150452" y="1281445"/>
            <a:ext cx="386821" cy="63142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endParaRPr lang="en-DK" sz="1275" kern="1200">
              <a:solidFill>
                <a:srgbClr val="FFFFFF"/>
              </a:solidFill>
              <a:latin typeface="Gill Sans MT" panose="020B0502020104020203"/>
            </a:endParaRPr>
          </a:p>
        </p:txBody>
      </p:sp>
      <p:sp>
        <p:nvSpPr>
          <p:cNvPr id="13" name="Bent Arrow 12">
            <a:extLst>
              <a:ext uri="{FF2B5EF4-FFF2-40B4-BE49-F238E27FC236}">
                <a16:creationId xmlns:a16="http://schemas.microsoft.com/office/drawing/2014/main" id="{DED60B9E-72F1-36BD-45E3-B2F3E6DCF498}"/>
              </a:ext>
            </a:extLst>
          </p:cNvPr>
          <p:cNvSpPr/>
          <p:nvPr/>
        </p:nvSpPr>
        <p:spPr>
          <a:xfrm rot="5400000">
            <a:off x="5221505" y="1693475"/>
            <a:ext cx="611718" cy="1251572"/>
          </a:xfrm>
          <a:prstGeom prst="bentArrow">
            <a:avLst>
              <a:gd name="adj1" fmla="val 30882"/>
              <a:gd name="adj2" fmla="val 27941"/>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endParaRPr lang="en-DK" sz="1275" kern="1200">
              <a:solidFill>
                <a:srgbClr val="000000"/>
              </a:solidFill>
              <a:latin typeface="Gill Sans MT" panose="020B0502020104020203"/>
            </a:endParaRPr>
          </a:p>
        </p:txBody>
      </p:sp>
      <p:sp>
        <p:nvSpPr>
          <p:cNvPr id="14" name="Bent Arrow 13">
            <a:extLst>
              <a:ext uri="{FF2B5EF4-FFF2-40B4-BE49-F238E27FC236}">
                <a16:creationId xmlns:a16="http://schemas.microsoft.com/office/drawing/2014/main" id="{005D5665-3ECB-61F1-0C00-E476793A988F}"/>
              </a:ext>
            </a:extLst>
          </p:cNvPr>
          <p:cNvSpPr/>
          <p:nvPr/>
        </p:nvSpPr>
        <p:spPr>
          <a:xfrm rot="10800000">
            <a:off x="4901579" y="3065114"/>
            <a:ext cx="1175610" cy="709883"/>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endParaRPr lang="en-DK" sz="1275" kern="1200">
              <a:solidFill>
                <a:srgbClr val="000000"/>
              </a:solidFill>
              <a:latin typeface="Gill Sans MT" panose="020B0502020104020203"/>
            </a:endParaRPr>
          </a:p>
        </p:txBody>
      </p:sp>
      <p:sp>
        <p:nvSpPr>
          <p:cNvPr id="15" name="Bent Arrow 14">
            <a:extLst>
              <a:ext uri="{FF2B5EF4-FFF2-40B4-BE49-F238E27FC236}">
                <a16:creationId xmlns:a16="http://schemas.microsoft.com/office/drawing/2014/main" id="{BF63EA3F-E6EB-BBB7-6A90-7C49310B3F30}"/>
              </a:ext>
            </a:extLst>
          </p:cNvPr>
          <p:cNvSpPr/>
          <p:nvPr/>
        </p:nvSpPr>
        <p:spPr>
          <a:xfrm rot="16200000">
            <a:off x="2787980" y="2783544"/>
            <a:ext cx="611718" cy="1251572"/>
          </a:xfrm>
          <a:prstGeom prst="bentArrow">
            <a:avLst>
              <a:gd name="adj1" fmla="val 30882"/>
              <a:gd name="adj2" fmla="val 27941"/>
              <a:gd name="adj3" fmla="val 25000"/>
              <a:gd name="adj4" fmla="val 4375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endParaRPr lang="en-DK" sz="1275" kern="1200">
              <a:solidFill>
                <a:srgbClr val="000000"/>
              </a:solidFill>
              <a:latin typeface="Gill Sans MT" panose="020B0502020104020203"/>
            </a:endParaRPr>
          </a:p>
        </p:txBody>
      </p:sp>
      <p:sp>
        <p:nvSpPr>
          <p:cNvPr id="16" name="Bent Arrow 15">
            <a:extLst>
              <a:ext uri="{FF2B5EF4-FFF2-40B4-BE49-F238E27FC236}">
                <a16:creationId xmlns:a16="http://schemas.microsoft.com/office/drawing/2014/main" id="{0C5687F1-CA7D-DA20-5FF7-CC8D9057D334}"/>
              </a:ext>
            </a:extLst>
          </p:cNvPr>
          <p:cNvSpPr/>
          <p:nvPr/>
        </p:nvSpPr>
        <p:spPr>
          <a:xfrm>
            <a:off x="2504989" y="1930066"/>
            <a:ext cx="1175610" cy="709883"/>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endParaRPr lang="en-DK" sz="1275" kern="1200">
              <a:solidFill>
                <a:srgbClr val="000000"/>
              </a:solidFill>
              <a:latin typeface="Gill Sans MT" panose="020B0502020104020203"/>
            </a:endParaRPr>
          </a:p>
        </p:txBody>
      </p:sp>
      <p:sp>
        <p:nvSpPr>
          <p:cNvPr id="17" name="Rounded Rectangular Callout 16">
            <a:extLst>
              <a:ext uri="{FF2B5EF4-FFF2-40B4-BE49-F238E27FC236}">
                <a16:creationId xmlns:a16="http://schemas.microsoft.com/office/drawing/2014/main" id="{24F44C54-61ED-2430-6BE3-DDDE986C4CD7}"/>
              </a:ext>
            </a:extLst>
          </p:cNvPr>
          <p:cNvSpPr/>
          <p:nvPr/>
        </p:nvSpPr>
        <p:spPr>
          <a:xfrm>
            <a:off x="5704590" y="153119"/>
            <a:ext cx="2280922" cy="930028"/>
          </a:xfrm>
          <a:prstGeom prst="wedgeRoundRectCallout">
            <a:avLst>
              <a:gd name="adj1" fmla="val -69526"/>
              <a:gd name="adj2" fmla="val 38677"/>
              <a:gd name="adj3" fmla="val 16667"/>
            </a:avLst>
          </a:prstGeom>
          <a:solidFill>
            <a:srgbClr val="B3DE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r>
              <a:rPr lang="en-GB" sz="1275" kern="1200" dirty="0" err="1">
                <a:solidFill>
                  <a:sysClr val="windowText" lastClr="000000"/>
                </a:solidFill>
                <a:latin typeface="Gill Sans MT" panose="020B0502020104020203"/>
              </a:rPr>
              <a:t>Indsigt</a:t>
            </a:r>
            <a:r>
              <a:rPr lang="en-GB" sz="1275" kern="1200" dirty="0">
                <a:solidFill>
                  <a:sysClr val="windowText" lastClr="000000"/>
                </a:solidFill>
                <a:latin typeface="Gill Sans MT" panose="020B0502020104020203"/>
              </a:rPr>
              <a:t> </a:t>
            </a:r>
            <a:r>
              <a:rPr lang="en-GB" sz="1275" kern="1200" dirty="0" err="1">
                <a:solidFill>
                  <a:sysClr val="windowText" lastClr="000000"/>
                </a:solidFill>
                <a:latin typeface="Gill Sans MT" panose="020B0502020104020203"/>
              </a:rPr>
              <a:t>i</a:t>
            </a:r>
            <a:r>
              <a:rPr lang="en-GB" sz="1275" kern="1200" dirty="0">
                <a:solidFill>
                  <a:sysClr val="windowText" lastClr="000000"/>
                </a:solidFill>
                <a:latin typeface="Gill Sans MT" panose="020B0502020104020203"/>
              </a:rPr>
              <a:t> </a:t>
            </a:r>
            <a:r>
              <a:rPr lang="en-GB" sz="1275" kern="1200" dirty="0" err="1">
                <a:solidFill>
                  <a:sysClr val="windowText" lastClr="000000"/>
                </a:solidFill>
                <a:latin typeface="Gill Sans MT" panose="020B0502020104020203"/>
              </a:rPr>
              <a:t>elevernes</a:t>
            </a:r>
            <a:r>
              <a:rPr lang="en-GB" sz="1275" kern="1200" dirty="0">
                <a:solidFill>
                  <a:sysClr val="windowText" lastClr="000000"/>
                </a:solidFill>
                <a:latin typeface="Gill Sans MT" panose="020B0502020104020203"/>
              </a:rPr>
              <a:t> </a:t>
            </a:r>
            <a:r>
              <a:rPr lang="en-GB" sz="1275" kern="1200" dirty="0" err="1">
                <a:solidFill>
                  <a:sysClr val="windowText" lastClr="000000"/>
                </a:solidFill>
                <a:latin typeface="Gill Sans MT" panose="020B0502020104020203"/>
              </a:rPr>
              <a:t>eksisterende</a:t>
            </a:r>
            <a:r>
              <a:rPr lang="en-GB" sz="1275" kern="1200" dirty="0">
                <a:solidFill>
                  <a:sysClr val="windowText" lastClr="000000"/>
                </a:solidFill>
                <a:latin typeface="Gill Sans MT" panose="020B0502020104020203"/>
              </a:rPr>
              <a:t> </a:t>
            </a:r>
            <a:r>
              <a:rPr lang="en-GB" sz="1275" kern="1200" dirty="0" err="1">
                <a:solidFill>
                  <a:sysClr val="windowText" lastClr="000000"/>
                </a:solidFill>
                <a:latin typeface="Gill Sans MT" panose="020B0502020104020203"/>
              </a:rPr>
              <a:t>forståelse</a:t>
            </a:r>
            <a:r>
              <a:rPr lang="en-GB" sz="1275" kern="1200" dirty="0">
                <a:solidFill>
                  <a:sysClr val="windowText" lastClr="000000"/>
                </a:solidFill>
                <a:latin typeface="Gill Sans MT" panose="020B0502020104020203"/>
              </a:rPr>
              <a:t> </a:t>
            </a:r>
            <a:r>
              <a:rPr lang="en-GB" sz="1275" kern="1200" dirty="0" err="1">
                <a:solidFill>
                  <a:sysClr val="windowText" lastClr="000000"/>
                </a:solidFill>
                <a:latin typeface="Gill Sans MT" panose="020B0502020104020203"/>
              </a:rPr>
              <a:t>af</a:t>
            </a:r>
            <a:r>
              <a:rPr lang="en-GB" sz="1275" kern="1200" dirty="0">
                <a:solidFill>
                  <a:sysClr val="windowText" lastClr="000000"/>
                </a:solidFill>
                <a:latin typeface="Gill Sans MT" panose="020B0502020104020203"/>
              </a:rPr>
              <a:t> </a:t>
            </a:r>
            <a:r>
              <a:rPr lang="en-GB" sz="1275" kern="1200" dirty="0" err="1">
                <a:solidFill>
                  <a:sysClr val="windowText" lastClr="000000"/>
                </a:solidFill>
                <a:latin typeface="Gill Sans MT" panose="020B0502020104020203"/>
              </a:rPr>
              <a:t>fænomener</a:t>
            </a:r>
            <a:r>
              <a:rPr lang="en-GB" sz="1275" kern="1200" dirty="0">
                <a:solidFill>
                  <a:sysClr val="windowText" lastClr="000000"/>
                </a:solidFill>
                <a:latin typeface="Gill Sans MT" panose="020B0502020104020203"/>
              </a:rPr>
              <a:t>, processer – </a:t>
            </a:r>
            <a:r>
              <a:rPr lang="en-GB" sz="1275" kern="1200" dirty="0" err="1">
                <a:solidFill>
                  <a:sysClr val="windowText" lastClr="000000"/>
                </a:solidFill>
                <a:latin typeface="Gill Sans MT" panose="020B0502020104020203"/>
              </a:rPr>
              <a:t>som</a:t>
            </a:r>
            <a:r>
              <a:rPr lang="en-GB" sz="1275" kern="1200" dirty="0">
                <a:solidFill>
                  <a:sysClr val="windowText" lastClr="000000"/>
                </a:solidFill>
                <a:latin typeface="Gill Sans MT" panose="020B0502020104020203"/>
              </a:rPr>
              <a:t> </a:t>
            </a:r>
            <a:r>
              <a:rPr lang="en-GB" sz="1275" kern="1200" dirty="0" err="1">
                <a:solidFill>
                  <a:sysClr val="windowText" lastClr="000000"/>
                </a:solidFill>
                <a:latin typeface="Gill Sans MT" panose="020B0502020104020203"/>
              </a:rPr>
              <a:t>synliggøres</a:t>
            </a:r>
            <a:endParaRPr lang="en-GB" sz="1275" kern="1200" dirty="0">
              <a:solidFill>
                <a:sysClr val="windowText" lastClr="000000"/>
              </a:solidFill>
              <a:latin typeface="Gill Sans MT" panose="020B0502020104020203"/>
            </a:endParaRPr>
          </a:p>
        </p:txBody>
      </p:sp>
      <p:sp>
        <p:nvSpPr>
          <p:cNvPr id="18" name="Rounded Rectangular Callout 17">
            <a:extLst>
              <a:ext uri="{FF2B5EF4-FFF2-40B4-BE49-F238E27FC236}">
                <a16:creationId xmlns:a16="http://schemas.microsoft.com/office/drawing/2014/main" id="{8CF0F0DD-0EFD-47BA-CB8A-FDC3F6738D2F}"/>
              </a:ext>
            </a:extLst>
          </p:cNvPr>
          <p:cNvSpPr/>
          <p:nvPr/>
        </p:nvSpPr>
        <p:spPr>
          <a:xfrm>
            <a:off x="6201324" y="1281445"/>
            <a:ext cx="2115635" cy="728127"/>
          </a:xfrm>
          <a:prstGeom prst="wedgeRoundRectCallout">
            <a:avLst>
              <a:gd name="adj1" fmla="val -125588"/>
              <a:gd name="adj2" fmla="val 54469"/>
              <a:gd name="adj3" fmla="val 16667"/>
            </a:avLst>
          </a:prstGeom>
          <a:solidFill>
            <a:srgbClr val="B3DE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r>
              <a:rPr lang="en-GB" sz="1275" kern="1200" dirty="0" err="1">
                <a:solidFill>
                  <a:srgbClr val="000000"/>
                </a:solidFill>
                <a:latin typeface="Gill Sans MT" panose="020B0502020104020203"/>
              </a:rPr>
              <a:t>Elevernes</a:t>
            </a:r>
            <a:r>
              <a:rPr lang="en-GB" sz="1275" kern="1200" dirty="0">
                <a:solidFill>
                  <a:srgbClr val="000000"/>
                </a:solidFill>
                <a:latin typeface="Gill Sans MT" panose="020B0502020104020203"/>
              </a:rPr>
              <a:t> interesse </a:t>
            </a:r>
            <a:r>
              <a:rPr lang="en-GB" sz="1275" kern="1200" dirty="0" err="1">
                <a:solidFill>
                  <a:srgbClr val="000000"/>
                </a:solidFill>
                <a:latin typeface="Gill Sans MT" panose="020B0502020104020203"/>
              </a:rPr>
              <a:t>fanges</a:t>
            </a:r>
            <a:r>
              <a:rPr lang="en-GB" sz="1275" kern="1200" dirty="0">
                <a:solidFill>
                  <a:srgbClr val="000000"/>
                </a:solidFill>
                <a:latin typeface="Gill Sans MT" panose="020B0502020104020203"/>
              </a:rPr>
              <a:t> – </a:t>
            </a:r>
            <a:r>
              <a:rPr lang="en-GB" sz="1275" kern="1200" dirty="0" err="1">
                <a:solidFill>
                  <a:srgbClr val="000000"/>
                </a:solidFill>
                <a:latin typeface="Gill Sans MT" panose="020B0502020104020203"/>
              </a:rPr>
              <a:t>emnet</a:t>
            </a:r>
            <a:r>
              <a:rPr lang="en-GB" sz="1275" kern="1200" dirty="0">
                <a:solidFill>
                  <a:srgbClr val="000000"/>
                </a:solidFill>
                <a:latin typeface="Gill Sans MT" panose="020B0502020104020203"/>
              </a:rPr>
              <a:t>/</a:t>
            </a:r>
            <a:r>
              <a:rPr lang="en-GB" sz="1275" kern="1200" dirty="0" err="1">
                <a:solidFill>
                  <a:srgbClr val="000000"/>
                </a:solidFill>
                <a:latin typeface="Gill Sans MT" panose="020B0502020104020203"/>
              </a:rPr>
              <a:t>problemet</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gøres</a:t>
            </a:r>
            <a:r>
              <a:rPr lang="en-GB" sz="1275" kern="1200" dirty="0">
                <a:solidFill>
                  <a:srgbClr val="000000"/>
                </a:solidFill>
                <a:latin typeface="Gill Sans MT" panose="020B0502020104020203"/>
              </a:rPr>
              <a:t> relevant </a:t>
            </a:r>
            <a:r>
              <a:rPr lang="en-GB" sz="1275" kern="1200" dirty="0" err="1">
                <a:solidFill>
                  <a:srgbClr val="000000"/>
                </a:solidFill>
                <a:latin typeface="Gill Sans MT" panose="020B0502020104020203"/>
              </a:rPr>
              <a:t>og</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motiverende</a:t>
            </a:r>
            <a:endParaRPr lang="en-GB" sz="1275" kern="1200" dirty="0">
              <a:solidFill>
                <a:srgbClr val="000000"/>
              </a:solidFill>
              <a:latin typeface="Gill Sans MT" panose="020B0502020104020203"/>
            </a:endParaRPr>
          </a:p>
        </p:txBody>
      </p:sp>
      <p:sp>
        <p:nvSpPr>
          <p:cNvPr id="20" name="Rounded Rectangular Callout 19">
            <a:extLst>
              <a:ext uri="{FF2B5EF4-FFF2-40B4-BE49-F238E27FC236}">
                <a16:creationId xmlns:a16="http://schemas.microsoft.com/office/drawing/2014/main" id="{F5FC0CDD-9174-E8AA-2DC4-5189E0B4DFE0}"/>
              </a:ext>
            </a:extLst>
          </p:cNvPr>
          <p:cNvSpPr/>
          <p:nvPr/>
        </p:nvSpPr>
        <p:spPr>
          <a:xfrm>
            <a:off x="6201324" y="3392728"/>
            <a:ext cx="2115635" cy="888573"/>
          </a:xfrm>
          <a:prstGeom prst="wedgeRoundRectCallout">
            <a:avLst>
              <a:gd name="adj1" fmla="val -52712"/>
              <a:gd name="adj2" fmla="val -91199"/>
              <a:gd name="adj3" fmla="val 16667"/>
            </a:avLst>
          </a:prstGeom>
          <a:solidFill>
            <a:srgbClr val="B3DE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r>
              <a:rPr lang="en-GB" sz="1275" kern="1200" dirty="0" err="1">
                <a:solidFill>
                  <a:srgbClr val="000000"/>
                </a:solidFill>
                <a:latin typeface="Gill Sans MT" panose="020B0502020104020203"/>
              </a:rPr>
              <a:t>Eleverne</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indsamler</a:t>
            </a:r>
            <a:r>
              <a:rPr lang="en-GB" sz="1275" kern="1200" dirty="0">
                <a:solidFill>
                  <a:srgbClr val="000000"/>
                </a:solidFill>
                <a:latin typeface="Gill Sans MT" panose="020B0502020104020203"/>
              </a:rPr>
              <a:t> data </a:t>
            </a:r>
            <a:r>
              <a:rPr lang="en-GB" sz="1275" kern="1200" dirty="0" err="1">
                <a:solidFill>
                  <a:srgbClr val="000000"/>
                </a:solidFill>
                <a:latin typeface="Gill Sans MT" panose="020B0502020104020203"/>
              </a:rPr>
              <a:t>og</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viden</a:t>
            </a:r>
            <a:r>
              <a:rPr lang="en-GB" sz="1275" kern="1200" dirty="0">
                <a:solidFill>
                  <a:srgbClr val="000000"/>
                </a:solidFill>
                <a:latin typeface="Gill Sans MT" panose="020B0502020104020203"/>
              </a:rPr>
              <a:t> – </a:t>
            </a:r>
            <a:r>
              <a:rPr lang="en-GB" sz="1275" kern="1200" dirty="0" err="1">
                <a:solidFill>
                  <a:srgbClr val="000000"/>
                </a:solidFill>
                <a:latin typeface="Gill Sans MT" panose="020B0502020104020203"/>
              </a:rPr>
              <a:t>som</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beskrives</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systematiseres</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og</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analyseres</a:t>
            </a:r>
            <a:endParaRPr lang="en-GB" sz="1275" kern="1200" dirty="0">
              <a:solidFill>
                <a:srgbClr val="000000"/>
              </a:solidFill>
              <a:latin typeface="Gill Sans MT" panose="020B0502020104020203"/>
            </a:endParaRPr>
          </a:p>
        </p:txBody>
      </p:sp>
      <p:sp>
        <p:nvSpPr>
          <p:cNvPr id="21" name="Rounded Rectangular Callout 20">
            <a:extLst>
              <a:ext uri="{FF2B5EF4-FFF2-40B4-BE49-F238E27FC236}">
                <a16:creationId xmlns:a16="http://schemas.microsoft.com/office/drawing/2014/main" id="{2304240C-4AD8-0919-1D63-92C34BC227B3}"/>
              </a:ext>
            </a:extLst>
          </p:cNvPr>
          <p:cNvSpPr/>
          <p:nvPr/>
        </p:nvSpPr>
        <p:spPr>
          <a:xfrm>
            <a:off x="1916138" y="3922096"/>
            <a:ext cx="2115635" cy="744963"/>
          </a:xfrm>
          <a:prstGeom prst="wedgeRoundRectCallout">
            <a:avLst>
              <a:gd name="adj1" fmla="val 40703"/>
              <a:gd name="adj2" fmla="val -77170"/>
              <a:gd name="adj3" fmla="val 16667"/>
            </a:avLst>
          </a:prstGeom>
          <a:solidFill>
            <a:srgbClr val="B3DE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r>
              <a:rPr lang="en-GB" sz="1275" kern="1200" dirty="0" err="1">
                <a:solidFill>
                  <a:srgbClr val="000000"/>
                </a:solidFill>
                <a:latin typeface="Gill Sans MT" panose="020B0502020104020203"/>
              </a:rPr>
              <a:t>Elevernes</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forsk</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kobles</a:t>
            </a:r>
            <a:r>
              <a:rPr lang="en-GB" sz="1275" kern="1200" dirty="0">
                <a:solidFill>
                  <a:srgbClr val="000000"/>
                </a:solidFill>
                <a:latin typeface="Gill Sans MT" panose="020B0502020104020203"/>
              </a:rPr>
              <a:t> med </a:t>
            </a:r>
            <a:r>
              <a:rPr lang="en-GB" sz="1275" kern="1200" dirty="0" err="1">
                <a:solidFill>
                  <a:srgbClr val="000000"/>
                </a:solidFill>
                <a:latin typeface="Gill Sans MT" panose="020B0502020104020203"/>
              </a:rPr>
              <a:t>fagets</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forståelser</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og</a:t>
            </a:r>
            <a:r>
              <a:rPr lang="en-GB" sz="1275" kern="1200" dirty="0">
                <a:solidFill>
                  <a:srgbClr val="000000"/>
                </a:solidFill>
                <a:latin typeface="Gill Sans MT" panose="020B0502020104020203"/>
              </a:rPr>
              <a:t> termer </a:t>
            </a:r>
            <a:r>
              <a:rPr lang="en-GB" sz="1275" kern="1200" dirty="0" err="1">
                <a:solidFill>
                  <a:srgbClr val="000000"/>
                </a:solidFill>
                <a:latin typeface="Gill Sans MT" panose="020B0502020104020203"/>
              </a:rPr>
              <a:t>til</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forklaringsmodeller</a:t>
            </a:r>
            <a:endParaRPr lang="en-GB" sz="1275" kern="1200" dirty="0">
              <a:solidFill>
                <a:srgbClr val="000000"/>
              </a:solidFill>
              <a:latin typeface="Gill Sans MT" panose="020B0502020104020203"/>
            </a:endParaRPr>
          </a:p>
        </p:txBody>
      </p:sp>
      <p:sp>
        <p:nvSpPr>
          <p:cNvPr id="22" name="Rounded Rectangular Callout 21">
            <a:extLst>
              <a:ext uri="{FF2B5EF4-FFF2-40B4-BE49-F238E27FC236}">
                <a16:creationId xmlns:a16="http://schemas.microsoft.com/office/drawing/2014/main" id="{C26D3D7D-DE16-1CFA-6B44-8C4B2BDADC57}"/>
              </a:ext>
            </a:extLst>
          </p:cNvPr>
          <p:cNvSpPr/>
          <p:nvPr/>
        </p:nvSpPr>
        <p:spPr>
          <a:xfrm>
            <a:off x="113835" y="1654649"/>
            <a:ext cx="1780664" cy="939743"/>
          </a:xfrm>
          <a:prstGeom prst="wedgeRoundRectCallout">
            <a:avLst>
              <a:gd name="adj1" fmla="val 49346"/>
              <a:gd name="adj2" fmla="val 70318"/>
              <a:gd name="adj3" fmla="val 16667"/>
            </a:avLst>
          </a:prstGeom>
          <a:solidFill>
            <a:srgbClr val="B3DE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r>
              <a:rPr lang="en-GB" sz="1275" kern="1200" dirty="0" err="1">
                <a:solidFill>
                  <a:srgbClr val="000000"/>
                </a:solidFill>
                <a:latin typeface="Gill Sans MT" panose="020B0502020104020203"/>
              </a:rPr>
              <a:t>Elever</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anvender</a:t>
            </a:r>
            <a:r>
              <a:rPr lang="en-GB" sz="1275" kern="1200" dirty="0">
                <a:solidFill>
                  <a:srgbClr val="000000"/>
                </a:solidFill>
                <a:latin typeface="Gill Sans MT" panose="020B0502020104020203"/>
              </a:rPr>
              <a:t> den </a:t>
            </a:r>
            <a:r>
              <a:rPr lang="en-GB" sz="1275" kern="1200" dirty="0" err="1">
                <a:solidFill>
                  <a:srgbClr val="000000"/>
                </a:solidFill>
                <a:latin typeface="Gill Sans MT" panose="020B0502020104020203"/>
              </a:rPr>
              <a:t>opnåede</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forståelse</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i</a:t>
            </a:r>
            <a:r>
              <a:rPr lang="en-GB" sz="1275" kern="1200" dirty="0">
                <a:solidFill>
                  <a:srgbClr val="000000"/>
                </a:solidFill>
                <a:latin typeface="Gill Sans MT" panose="020B0502020104020203"/>
              </a:rPr>
              <a:t> nye </a:t>
            </a:r>
            <a:r>
              <a:rPr lang="en-GB" sz="1275" kern="1200" dirty="0" err="1">
                <a:solidFill>
                  <a:srgbClr val="000000"/>
                </a:solidFill>
                <a:latin typeface="Gill Sans MT" panose="020B0502020104020203"/>
              </a:rPr>
              <a:t>sammenhænge</a:t>
            </a:r>
            <a:r>
              <a:rPr lang="en-GB" sz="1275" kern="1200" dirty="0">
                <a:solidFill>
                  <a:srgbClr val="000000"/>
                </a:solidFill>
                <a:latin typeface="Gill Sans MT" panose="020B0502020104020203"/>
              </a:rPr>
              <a:t> -&gt; </a:t>
            </a:r>
            <a:r>
              <a:rPr lang="en-GB" sz="1275" kern="1200" dirty="0" err="1">
                <a:solidFill>
                  <a:srgbClr val="000000"/>
                </a:solidFill>
                <a:latin typeface="Gill Sans MT" panose="020B0502020104020203"/>
              </a:rPr>
              <a:t>dybere</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forståelse</a:t>
            </a:r>
            <a:endParaRPr lang="en-GB" sz="1275" kern="1200" dirty="0">
              <a:solidFill>
                <a:srgbClr val="000000"/>
              </a:solidFill>
              <a:latin typeface="Gill Sans MT" panose="020B0502020104020203"/>
            </a:endParaRPr>
          </a:p>
        </p:txBody>
      </p:sp>
      <p:sp>
        <p:nvSpPr>
          <p:cNvPr id="3" name="Rounded Rectangular Callout 21">
            <a:extLst>
              <a:ext uri="{FF2B5EF4-FFF2-40B4-BE49-F238E27FC236}">
                <a16:creationId xmlns:a16="http://schemas.microsoft.com/office/drawing/2014/main" id="{20FB893F-A867-D8AF-CFB1-D22A8DA260DE}"/>
              </a:ext>
            </a:extLst>
          </p:cNvPr>
          <p:cNvSpPr/>
          <p:nvPr/>
        </p:nvSpPr>
        <p:spPr>
          <a:xfrm>
            <a:off x="1258807" y="685632"/>
            <a:ext cx="1780664" cy="709883"/>
          </a:xfrm>
          <a:prstGeom prst="wedgeRoundRectCallout">
            <a:avLst>
              <a:gd name="adj1" fmla="val 95361"/>
              <a:gd name="adj2" fmla="val 239607"/>
              <a:gd name="adj3" fmla="val 16667"/>
            </a:avLst>
          </a:prstGeom>
          <a:solidFill>
            <a:srgbClr val="B3DE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47670" rtl="0"/>
            <a:r>
              <a:rPr lang="en-GB" sz="1275" kern="1200" dirty="0">
                <a:solidFill>
                  <a:srgbClr val="000000"/>
                </a:solidFill>
                <a:latin typeface="Gill Sans MT" panose="020B0502020104020203"/>
              </a:rPr>
              <a:t>Mellem </a:t>
            </a:r>
            <a:r>
              <a:rPr lang="en-GB" sz="1275" kern="1200" dirty="0" err="1">
                <a:solidFill>
                  <a:srgbClr val="000000"/>
                </a:solidFill>
                <a:latin typeface="Gill Sans MT" panose="020B0502020104020203"/>
              </a:rPr>
              <a:t>elever</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og</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mellem</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lærer</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og</a:t>
            </a:r>
            <a:r>
              <a:rPr lang="en-GB" sz="1275" kern="1200" dirty="0">
                <a:solidFill>
                  <a:srgbClr val="000000"/>
                </a:solidFill>
                <a:latin typeface="Gill Sans MT" panose="020B0502020104020203"/>
              </a:rPr>
              <a:t> </a:t>
            </a:r>
            <a:r>
              <a:rPr lang="en-GB" sz="1275" kern="1200" dirty="0" err="1">
                <a:solidFill>
                  <a:srgbClr val="000000"/>
                </a:solidFill>
                <a:latin typeface="Gill Sans MT" panose="020B0502020104020203"/>
              </a:rPr>
              <a:t>elever</a:t>
            </a:r>
            <a:r>
              <a:rPr lang="en-GB" sz="1275" kern="1200" dirty="0">
                <a:solidFill>
                  <a:srgbClr val="000000"/>
                </a:solidFill>
                <a:latin typeface="Gill Sans MT" panose="020B0502020104020203"/>
              </a:rPr>
              <a:t> under hele </a:t>
            </a:r>
            <a:r>
              <a:rPr lang="en-GB" sz="1275" kern="1200" dirty="0" err="1">
                <a:solidFill>
                  <a:srgbClr val="000000"/>
                </a:solidFill>
                <a:latin typeface="Gill Sans MT" panose="020B0502020104020203"/>
              </a:rPr>
              <a:t>forløbet</a:t>
            </a:r>
            <a:endParaRPr lang="en-GB" sz="1275" kern="1200" dirty="0">
              <a:solidFill>
                <a:srgbClr val="000000"/>
              </a:solidFill>
              <a:latin typeface="Gill Sans MT" panose="020B0502020104020203"/>
            </a:endParaRPr>
          </a:p>
        </p:txBody>
      </p:sp>
      <p:sp>
        <p:nvSpPr>
          <p:cNvPr id="8" name="TextBox 11">
            <a:extLst>
              <a:ext uri="{FF2B5EF4-FFF2-40B4-BE49-F238E27FC236}">
                <a16:creationId xmlns:a16="http://schemas.microsoft.com/office/drawing/2014/main" id="{4C308705-FA31-CFF4-8317-03C07F170E71}"/>
              </a:ext>
            </a:extLst>
          </p:cNvPr>
          <p:cNvSpPr txBox="1"/>
          <p:nvPr/>
        </p:nvSpPr>
        <p:spPr>
          <a:xfrm>
            <a:off x="0" y="4624575"/>
            <a:ext cx="3548043" cy="288541"/>
          </a:xfrm>
          <a:prstGeom prst="rect">
            <a:avLst/>
          </a:prstGeom>
          <a:noFill/>
        </p:spPr>
        <p:txBody>
          <a:bodyPr wrap="square" rtlCol="0">
            <a:spAutoFit/>
          </a:bodyP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47670"/>
            <a:r>
              <a:rPr lang="da-DK" sz="1275" dirty="0">
                <a:solidFill>
                  <a:srgbClr val="000000"/>
                </a:solidFill>
                <a:latin typeface="Calibri" panose="020F0502020204030204" pitchFamily="34" charset="0"/>
                <a:ea typeface="Calibri" panose="020F0502020204030204" pitchFamily="34" charset="0"/>
                <a:cs typeface="Calibri" panose="020F0502020204030204" pitchFamily="34" charset="0"/>
              </a:rPr>
              <a:t>Jens Dolin, Institut for Naturfagenes Didaktik, KU</a:t>
            </a:r>
          </a:p>
        </p:txBody>
      </p:sp>
      <p:sp>
        <p:nvSpPr>
          <p:cNvPr id="2" name="TextBox 1">
            <a:extLst>
              <a:ext uri="{FF2B5EF4-FFF2-40B4-BE49-F238E27FC236}">
                <a16:creationId xmlns:a16="http://schemas.microsoft.com/office/drawing/2014/main" id="{9796AFCB-04DD-A9D3-76F1-CBF968700147}"/>
              </a:ext>
            </a:extLst>
          </p:cNvPr>
          <p:cNvSpPr txBox="1"/>
          <p:nvPr/>
        </p:nvSpPr>
        <p:spPr>
          <a:xfrm>
            <a:off x="135475" y="71219"/>
            <a:ext cx="4743871" cy="397481"/>
          </a:xfrm>
          <a:prstGeom prst="rect">
            <a:avLst/>
          </a:prstGeom>
          <a:noFill/>
        </p:spPr>
        <p:txBody>
          <a:bodyPr wrap="square" rtlCol="0">
            <a:spAutoFit/>
          </a:bodyPr>
          <a:lstStyle/>
          <a:p>
            <a:pPr algn="l" defTabSz="647670" rtl="0"/>
            <a:r>
              <a:rPr lang="en-GB" sz="1983" kern="1200" dirty="0">
                <a:solidFill>
                  <a:srgbClr val="000000"/>
                </a:solidFill>
                <a:latin typeface="Gill Sans MT" panose="020B0502020104020203"/>
                <a:ea typeface="+mn-ea"/>
                <a:cs typeface="+mn-cs"/>
              </a:rPr>
              <a:t>IBSE 5E-model / UBNU 6F-modellen</a:t>
            </a:r>
          </a:p>
        </p:txBody>
      </p:sp>
    </p:spTree>
    <p:extLst>
      <p:ext uri="{BB962C8B-B14F-4D97-AF65-F5344CB8AC3E}">
        <p14:creationId xmlns:p14="http://schemas.microsoft.com/office/powerpoint/2010/main" val="2252687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5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8" presetClass="emph" presetSubtype="0" fill="hold" grpId="0" nodeType="withEffect">
                                  <p:stCondLst>
                                    <p:cond delay="0"/>
                                  </p:stCondLst>
                                  <p:childTnLst>
                                    <p:animRot by="21600000">
                                      <p:cBhvr>
                                        <p:cTn id="29" dur="2000" fill="hold"/>
                                        <p:tgtEl>
                                          <p:spTgt spid="9"/>
                                        </p:tgtEl>
                                        <p:attrNameLst>
                                          <p:attrName>r</p:attrName>
                                        </p:attrNameLst>
                                      </p:cBhvr>
                                    </p:animRo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fade">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animBg="1"/>
      <p:bldP spid="18" grpId="0" animBg="1"/>
      <p:bldP spid="20" grpId="0" animBg="1"/>
      <p:bldP spid="21" grpId="0" animBg="1"/>
      <p:bldP spid="22" grpId="0" animBg="1"/>
      <p:bldP spid="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88C0F0-CD97-C6A5-CE26-9BC117A2433A}"/>
              </a:ext>
            </a:extLst>
          </p:cNvPr>
          <p:cNvSpPr>
            <a:spLocks noGrp="1"/>
          </p:cNvSpPr>
          <p:nvPr>
            <p:ph type="title"/>
          </p:nvPr>
        </p:nvSpPr>
        <p:spPr/>
        <p:txBody>
          <a:bodyPr>
            <a:normAutofit fontScale="90000"/>
          </a:bodyPr>
          <a:lstStyle/>
          <a:p>
            <a:r>
              <a:rPr lang="da-DK" dirty="0" err="1"/>
              <a:t>Developping</a:t>
            </a:r>
            <a:r>
              <a:rPr lang="da-DK" dirty="0"/>
              <a:t> </a:t>
            </a:r>
            <a:r>
              <a:rPr lang="da-DK" dirty="0" err="1"/>
              <a:t>Teaching</a:t>
            </a:r>
            <a:r>
              <a:rPr lang="da-DK" dirty="0"/>
              <a:t> Plans</a:t>
            </a:r>
            <a:br>
              <a:rPr lang="da-DK" dirty="0"/>
            </a:br>
            <a:r>
              <a:rPr lang="da-DK" dirty="0"/>
              <a:t>4</a:t>
            </a:r>
            <a:r>
              <a:rPr lang="da-DK" sz="1275" dirty="0"/>
              <a:t> </a:t>
            </a:r>
            <a:r>
              <a:rPr lang="da-DK" sz="1275" dirty="0" err="1"/>
              <a:t>phases</a:t>
            </a:r>
            <a:endParaRPr lang="da-DK" sz="1275" dirty="0"/>
          </a:p>
        </p:txBody>
      </p:sp>
      <p:pic>
        <p:nvPicPr>
          <p:cNvPr id="8" name="Pladsholder til indhold 7">
            <a:extLst>
              <a:ext uri="{FF2B5EF4-FFF2-40B4-BE49-F238E27FC236}">
                <a16:creationId xmlns:a16="http://schemas.microsoft.com/office/drawing/2014/main" id="{62CD6840-6DD5-1F4C-7060-9C88CECC5231}"/>
              </a:ext>
            </a:extLst>
          </p:cNvPr>
          <p:cNvPicPr>
            <a:picLocks noGrp="1" noChangeAspect="1"/>
          </p:cNvPicPr>
          <p:nvPr>
            <p:ph idx="1"/>
          </p:nvPr>
        </p:nvPicPr>
        <p:blipFill>
          <a:blip r:embed="rId3"/>
          <a:stretch>
            <a:fillRect/>
          </a:stretch>
        </p:blipFill>
        <p:spPr>
          <a:xfrm rot="21303300">
            <a:off x="195198" y="1860906"/>
            <a:ext cx="3496969" cy="1971019"/>
          </a:xfrm>
        </p:spPr>
      </p:pic>
      <p:pic>
        <p:nvPicPr>
          <p:cNvPr id="6" name="Billede 5">
            <a:extLst>
              <a:ext uri="{FF2B5EF4-FFF2-40B4-BE49-F238E27FC236}">
                <a16:creationId xmlns:a16="http://schemas.microsoft.com/office/drawing/2014/main" id="{4E70495F-0876-431E-8B9E-1ACEF8AD8631}"/>
              </a:ext>
            </a:extLst>
          </p:cNvPr>
          <p:cNvPicPr>
            <a:picLocks noChangeAspect="1"/>
          </p:cNvPicPr>
          <p:nvPr/>
        </p:nvPicPr>
        <p:blipFill>
          <a:blip r:embed="rId4"/>
          <a:stretch>
            <a:fillRect/>
          </a:stretch>
        </p:blipFill>
        <p:spPr>
          <a:xfrm rot="391366">
            <a:off x="4962742" y="1743242"/>
            <a:ext cx="1901145" cy="2789820"/>
          </a:xfrm>
          <a:prstGeom prst="rect">
            <a:avLst/>
          </a:prstGeom>
        </p:spPr>
      </p:pic>
      <p:sp>
        <p:nvSpPr>
          <p:cNvPr id="9" name="Tekstfelt 8">
            <a:extLst>
              <a:ext uri="{FF2B5EF4-FFF2-40B4-BE49-F238E27FC236}">
                <a16:creationId xmlns:a16="http://schemas.microsoft.com/office/drawing/2014/main" id="{9CA82B24-D566-2430-D952-4670112E3A0F}"/>
              </a:ext>
            </a:extLst>
          </p:cNvPr>
          <p:cNvSpPr txBox="1"/>
          <p:nvPr/>
        </p:nvSpPr>
        <p:spPr>
          <a:xfrm>
            <a:off x="550545" y="1578592"/>
            <a:ext cx="1651635" cy="288541"/>
          </a:xfrm>
          <a:prstGeom prst="rect">
            <a:avLst/>
          </a:prstGeom>
          <a:noFill/>
        </p:spPr>
        <p:txBody>
          <a:bodyPr wrap="square" rtlCol="0">
            <a:spAutoFit/>
          </a:bodyPr>
          <a:lstStyle/>
          <a:p>
            <a:pPr algn="l" defTabSz="647670" rtl="0"/>
            <a:r>
              <a:rPr lang="da-DK" sz="1275" kern="1200" dirty="0">
                <a:solidFill>
                  <a:srgbClr val="000000"/>
                </a:solidFill>
                <a:latin typeface="Gill Sans MT" panose="020B0502020104020203"/>
                <a:ea typeface="+mn-ea"/>
                <a:cs typeface="+mn-cs"/>
              </a:rPr>
              <a:t>1) Ideas </a:t>
            </a:r>
            <a:r>
              <a:rPr lang="da-DK" sz="1275" kern="1200" dirty="0" err="1">
                <a:solidFill>
                  <a:srgbClr val="000000"/>
                </a:solidFill>
                <a:latin typeface="Gill Sans MT" panose="020B0502020104020203"/>
                <a:ea typeface="+mn-ea"/>
                <a:cs typeface="+mn-cs"/>
              </a:rPr>
              <a:t>brain</a:t>
            </a:r>
            <a:r>
              <a:rPr lang="da-DK" sz="1275" kern="1200" dirty="0">
                <a:solidFill>
                  <a:srgbClr val="000000"/>
                </a:solidFill>
                <a:latin typeface="Gill Sans MT" panose="020B0502020104020203"/>
                <a:ea typeface="+mn-ea"/>
                <a:cs typeface="+mn-cs"/>
              </a:rPr>
              <a:t> storm</a:t>
            </a:r>
          </a:p>
        </p:txBody>
      </p:sp>
      <p:sp>
        <p:nvSpPr>
          <p:cNvPr id="10" name="Tekstfelt 9">
            <a:extLst>
              <a:ext uri="{FF2B5EF4-FFF2-40B4-BE49-F238E27FC236}">
                <a16:creationId xmlns:a16="http://schemas.microsoft.com/office/drawing/2014/main" id="{AF923A8F-B307-D87F-B5EE-CBF5F8D26FC3}"/>
              </a:ext>
            </a:extLst>
          </p:cNvPr>
          <p:cNvSpPr txBox="1"/>
          <p:nvPr/>
        </p:nvSpPr>
        <p:spPr>
          <a:xfrm>
            <a:off x="3780423" y="2012902"/>
            <a:ext cx="1151868" cy="680956"/>
          </a:xfrm>
          <a:prstGeom prst="rect">
            <a:avLst/>
          </a:prstGeom>
          <a:noFill/>
          <a:ln>
            <a:solidFill>
              <a:schemeClr val="tx1"/>
            </a:solidFill>
          </a:ln>
        </p:spPr>
        <p:txBody>
          <a:bodyPr wrap="square" rtlCol="0">
            <a:spAutoFit/>
          </a:bodyPr>
          <a:lstStyle/>
          <a:p>
            <a:pPr algn="l" defTabSz="647670" rtl="0"/>
            <a:r>
              <a:rPr lang="da-DK" sz="1275" kern="1200" dirty="0">
                <a:solidFill>
                  <a:srgbClr val="000000"/>
                </a:solidFill>
                <a:latin typeface="Gill Sans MT" panose="020B0502020104020203"/>
                <a:ea typeface="+mn-ea"/>
                <a:cs typeface="+mn-cs"/>
              </a:rPr>
              <a:t>2) Pitch and feedback from sparring </a:t>
            </a:r>
            <a:r>
              <a:rPr lang="da-DK" sz="1275" kern="1200" dirty="0" err="1">
                <a:solidFill>
                  <a:srgbClr val="000000"/>
                </a:solidFill>
                <a:latin typeface="Gill Sans MT" panose="020B0502020104020203"/>
                <a:ea typeface="+mn-ea"/>
                <a:cs typeface="+mn-cs"/>
              </a:rPr>
              <a:t>group</a:t>
            </a:r>
            <a:endParaRPr lang="da-DK" sz="1275" kern="1200" dirty="0">
              <a:solidFill>
                <a:srgbClr val="000000"/>
              </a:solidFill>
              <a:latin typeface="Gill Sans MT" panose="020B0502020104020203"/>
              <a:ea typeface="+mn-ea"/>
              <a:cs typeface="+mn-cs"/>
            </a:endParaRPr>
          </a:p>
        </p:txBody>
      </p:sp>
      <p:sp>
        <p:nvSpPr>
          <p:cNvPr id="11" name="Tekstfelt 10">
            <a:extLst>
              <a:ext uri="{FF2B5EF4-FFF2-40B4-BE49-F238E27FC236}">
                <a16:creationId xmlns:a16="http://schemas.microsoft.com/office/drawing/2014/main" id="{B770520B-6714-C827-3B33-D067FFFCB160}"/>
              </a:ext>
            </a:extLst>
          </p:cNvPr>
          <p:cNvSpPr txBox="1"/>
          <p:nvPr/>
        </p:nvSpPr>
        <p:spPr>
          <a:xfrm>
            <a:off x="5744902" y="1261468"/>
            <a:ext cx="1832407" cy="484748"/>
          </a:xfrm>
          <a:prstGeom prst="rect">
            <a:avLst/>
          </a:prstGeom>
          <a:noFill/>
        </p:spPr>
        <p:txBody>
          <a:bodyPr wrap="square" rtlCol="0">
            <a:spAutoFit/>
          </a:bodyPr>
          <a:lstStyle/>
          <a:p>
            <a:pPr algn="l" defTabSz="647670" rtl="0"/>
            <a:r>
              <a:rPr lang="da-DK" sz="1275" kern="1200" dirty="0">
                <a:solidFill>
                  <a:srgbClr val="000000"/>
                </a:solidFill>
                <a:latin typeface="Gill Sans MT" panose="020B0502020104020203"/>
                <a:ea typeface="+mn-ea"/>
                <a:cs typeface="+mn-cs"/>
              </a:rPr>
              <a:t>3)</a:t>
            </a:r>
            <a:r>
              <a:rPr lang="en-US" sz="1275" kern="1200" dirty="0">
                <a:solidFill>
                  <a:srgbClr val="000000"/>
                </a:solidFill>
                <a:latin typeface="Gill Sans MT" panose="020B0502020104020203"/>
                <a:ea typeface="+mn-ea"/>
                <a:cs typeface="+mn-cs"/>
              </a:rPr>
              <a:t> Further development and process description</a:t>
            </a:r>
            <a:endParaRPr lang="da-DK" sz="1275" kern="1200" dirty="0">
              <a:solidFill>
                <a:srgbClr val="000000"/>
              </a:solidFill>
              <a:latin typeface="Gill Sans MT" panose="020B0502020104020203"/>
              <a:ea typeface="+mn-ea"/>
              <a:cs typeface="+mn-cs"/>
            </a:endParaRPr>
          </a:p>
        </p:txBody>
      </p:sp>
      <p:sp>
        <p:nvSpPr>
          <p:cNvPr id="3" name="TextBox 11">
            <a:extLst>
              <a:ext uri="{FF2B5EF4-FFF2-40B4-BE49-F238E27FC236}">
                <a16:creationId xmlns:a16="http://schemas.microsoft.com/office/drawing/2014/main" id="{4C308705-FA31-CFF4-8317-03C07F170E71}"/>
              </a:ext>
            </a:extLst>
          </p:cNvPr>
          <p:cNvSpPr txBox="1"/>
          <p:nvPr/>
        </p:nvSpPr>
        <p:spPr>
          <a:xfrm>
            <a:off x="0" y="4607451"/>
            <a:ext cx="3548043" cy="288541"/>
          </a:xfrm>
          <a:prstGeom prst="rect">
            <a:avLst/>
          </a:prstGeom>
          <a:noFill/>
        </p:spPr>
        <p:txBody>
          <a:bodyPr wrap="square" rtlCol="0">
            <a:spAutoFit/>
          </a:bodyPr>
          <a:ls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647670"/>
            <a:r>
              <a:rPr lang="da-DK" sz="1275" dirty="0">
                <a:solidFill>
                  <a:srgbClr val="000000"/>
                </a:solidFill>
                <a:latin typeface="Calibri" panose="020F0502020204030204" pitchFamily="34" charset="0"/>
                <a:ea typeface="Calibri" panose="020F0502020204030204" pitchFamily="34" charset="0"/>
                <a:cs typeface="Calibri" panose="020F0502020204030204" pitchFamily="34" charset="0"/>
              </a:rPr>
              <a:t>Jens Dolin, Institut for Naturfagenes Didaktik, KU</a:t>
            </a:r>
          </a:p>
        </p:txBody>
      </p:sp>
      <p:sp>
        <p:nvSpPr>
          <p:cNvPr id="4" name="Tekstfelt 9">
            <a:extLst>
              <a:ext uri="{FF2B5EF4-FFF2-40B4-BE49-F238E27FC236}">
                <a16:creationId xmlns:a16="http://schemas.microsoft.com/office/drawing/2014/main" id="{0170D2A1-C367-BA42-8EF6-56C74BF926F5}"/>
              </a:ext>
            </a:extLst>
          </p:cNvPr>
          <p:cNvSpPr txBox="1"/>
          <p:nvPr/>
        </p:nvSpPr>
        <p:spPr>
          <a:xfrm>
            <a:off x="7016193" y="3890653"/>
            <a:ext cx="1503052" cy="680956"/>
          </a:xfrm>
          <a:prstGeom prst="rect">
            <a:avLst/>
          </a:prstGeom>
          <a:noFill/>
          <a:ln>
            <a:solidFill>
              <a:schemeClr val="tx1"/>
            </a:solidFill>
          </a:ln>
        </p:spPr>
        <p:txBody>
          <a:bodyPr wrap="square" rtlCol="0">
            <a:spAutoFit/>
          </a:bodyPr>
          <a:lstStyle/>
          <a:p>
            <a:pPr algn="l" defTabSz="647670" rtl="0"/>
            <a:r>
              <a:rPr lang="da-DK" sz="1275" kern="1200" dirty="0">
                <a:solidFill>
                  <a:srgbClr val="000000"/>
                </a:solidFill>
                <a:latin typeface="Gill Sans MT" panose="020B0502020104020203"/>
                <a:ea typeface="+mn-ea"/>
                <a:cs typeface="+mn-cs"/>
              </a:rPr>
              <a:t>4) </a:t>
            </a:r>
            <a:r>
              <a:rPr lang="da-DK" sz="1275" kern="1200" dirty="0" err="1">
                <a:solidFill>
                  <a:srgbClr val="000000"/>
                </a:solidFill>
                <a:latin typeface="Gill Sans MT" panose="020B0502020104020203"/>
                <a:ea typeface="+mn-ea"/>
                <a:cs typeface="+mn-cs"/>
              </a:rPr>
              <a:t>Up-load</a:t>
            </a:r>
            <a:r>
              <a:rPr lang="da-DK" sz="1275" kern="1200" dirty="0">
                <a:solidFill>
                  <a:srgbClr val="000000"/>
                </a:solidFill>
                <a:latin typeface="Gill Sans MT" panose="020B0502020104020203"/>
                <a:ea typeface="+mn-ea"/>
                <a:cs typeface="+mn-cs"/>
              </a:rPr>
              <a:t> to padlet.</a:t>
            </a:r>
          </a:p>
          <a:p>
            <a:pPr algn="l" defTabSz="647670" rtl="0"/>
            <a:r>
              <a:rPr lang="da-DK" sz="1275" kern="1200" dirty="0">
                <a:solidFill>
                  <a:srgbClr val="000000"/>
                </a:solidFill>
                <a:latin typeface="Gill Sans MT" panose="020B0502020104020203"/>
                <a:ea typeface="+mn-ea"/>
                <a:cs typeface="+mn-cs"/>
              </a:rPr>
              <a:t>Present in </a:t>
            </a:r>
            <a:r>
              <a:rPr lang="da-DK" sz="1275" kern="1200" dirty="0" err="1">
                <a:solidFill>
                  <a:srgbClr val="000000"/>
                </a:solidFill>
                <a:latin typeface="Gill Sans MT" panose="020B0502020104020203"/>
                <a:ea typeface="+mn-ea"/>
                <a:cs typeface="+mn-cs"/>
              </a:rPr>
              <a:t>plenary</a:t>
            </a:r>
            <a:endParaRPr lang="da-DK" sz="1275" kern="1200" dirty="0">
              <a:solidFill>
                <a:srgbClr val="000000"/>
              </a:solidFill>
              <a:latin typeface="Gill Sans MT" panose="020B0502020104020203"/>
              <a:ea typeface="+mn-ea"/>
              <a:cs typeface="+mn-cs"/>
            </a:endParaRPr>
          </a:p>
        </p:txBody>
      </p:sp>
    </p:spTree>
    <p:extLst>
      <p:ext uri="{BB962C8B-B14F-4D97-AF65-F5344CB8AC3E}">
        <p14:creationId xmlns:p14="http://schemas.microsoft.com/office/powerpoint/2010/main" val="41851139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A365612-5E34-6CB2-312E-94CDB0E56F99}"/>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1278ADA6-2960-340F-8536-7E73C3A5F5A1}"/>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BAE211EC-9095-3AFF-ABA3-2A464A9C39D9}"/>
              </a:ext>
            </a:extLst>
          </p:cNvPr>
          <p:cNvSpPr txBox="1">
            <a:spLocks noGrp="1"/>
          </p:cNvSpPr>
          <p:nvPr>
            <p:ph type="title"/>
          </p:nvPr>
        </p:nvSpPr>
        <p:spPr>
          <a:xfrm>
            <a:off x="830395" y="1307269"/>
            <a:ext cx="6856365" cy="1243930"/>
          </a:xfrm>
          <a:prstGeom prst="rect">
            <a:avLst/>
          </a:prstGeom>
        </p:spPr>
        <p:txBody>
          <a:bodyPr vert="horz" wrap="square" lIns="0" tIns="12700" rIns="0" bIns="0" rtlCol="0">
            <a:spAutoFit/>
          </a:bodyPr>
          <a:lstStyle/>
          <a:p>
            <a:pPr marL="12700" algn="ctr">
              <a:lnSpc>
                <a:spcPct val="100000"/>
              </a:lnSpc>
              <a:spcBef>
                <a:spcPts val="100"/>
              </a:spcBef>
            </a:pPr>
            <a:r>
              <a:rPr lang="en-GB" spc="-55" noProof="0" dirty="0"/>
              <a:t>LUNCH</a:t>
            </a:r>
            <a:br>
              <a:rPr lang="en-GB" spc="-55" noProof="0" dirty="0"/>
            </a:br>
            <a:endParaRPr lang="en-GB" sz="3200" spc="-55" noProof="0" dirty="0"/>
          </a:p>
        </p:txBody>
      </p:sp>
      <p:pic>
        <p:nvPicPr>
          <p:cNvPr id="9" name="Grafik 8">
            <a:extLst>
              <a:ext uri="{FF2B5EF4-FFF2-40B4-BE49-F238E27FC236}">
                <a16:creationId xmlns:a16="http://schemas.microsoft.com/office/drawing/2014/main" id="{1948F851-F4DD-9A13-7AC9-83745AF7ED2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pic>
        <p:nvPicPr>
          <p:cNvPr id="5" name="Grafik 4" descr="Indkøbs pose kontur">
            <a:extLst>
              <a:ext uri="{FF2B5EF4-FFF2-40B4-BE49-F238E27FC236}">
                <a16:creationId xmlns:a16="http://schemas.microsoft.com/office/drawing/2014/main" id="{AB3516B7-84AB-097E-5FFF-A9B2F0A4B1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511567" y="2279474"/>
            <a:ext cx="1578994" cy="1578994"/>
          </a:xfrm>
          <a:prstGeom prst="rect">
            <a:avLst/>
          </a:prstGeom>
        </p:spPr>
      </p:pic>
    </p:spTree>
    <p:extLst>
      <p:ext uri="{BB962C8B-B14F-4D97-AF65-F5344CB8AC3E}">
        <p14:creationId xmlns:p14="http://schemas.microsoft.com/office/powerpoint/2010/main" val="38861016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BD824FC-7920-62A1-80AE-4C06314B79C8}"/>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84CB3F08-58F6-E903-A653-D5F222DC9CC5}"/>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ED64CC1B-191E-F271-BEB3-7EDCC0B1F97F}"/>
              </a:ext>
            </a:extLst>
          </p:cNvPr>
          <p:cNvSpPr txBox="1">
            <a:spLocks noGrp="1"/>
          </p:cNvSpPr>
          <p:nvPr>
            <p:ph type="title"/>
          </p:nvPr>
        </p:nvSpPr>
        <p:spPr>
          <a:xfrm>
            <a:off x="813617" y="1147878"/>
            <a:ext cx="6856365" cy="1982594"/>
          </a:xfrm>
          <a:prstGeom prst="rect">
            <a:avLst/>
          </a:prstGeom>
        </p:spPr>
        <p:txBody>
          <a:bodyPr vert="horz" wrap="square" lIns="0" tIns="12700" rIns="0" bIns="0" rtlCol="0">
            <a:spAutoFit/>
          </a:bodyPr>
          <a:lstStyle/>
          <a:p>
            <a:pPr marL="12700" algn="ctr">
              <a:lnSpc>
                <a:spcPct val="100000"/>
              </a:lnSpc>
              <a:spcBef>
                <a:spcPts val="100"/>
              </a:spcBef>
            </a:pPr>
            <a:r>
              <a:rPr lang="en-GB" spc="-55" noProof="0" dirty="0"/>
              <a:t>EXPERIENCES FROM PREVIOUS COURSES</a:t>
            </a:r>
            <a:br>
              <a:rPr lang="en-GB" spc="-55" noProof="0" dirty="0"/>
            </a:br>
            <a:r>
              <a:rPr lang="en-GB" sz="3200" i="1" spc="-55" noProof="0" dirty="0"/>
              <a:t>(</a:t>
            </a:r>
            <a:r>
              <a:rPr lang="en-GB" sz="3200" i="1" spc="-55" dirty="0"/>
              <a:t>M</a:t>
            </a:r>
            <a:r>
              <a:rPr lang="en-GB" sz="3200" i="1" spc="-55" noProof="0" dirty="0" err="1"/>
              <a:t>aths</a:t>
            </a:r>
            <a:r>
              <a:rPr lang="en-GB" sz="3200" i="1" spc="-55" noProof="0" dirty="0"/>
              <a:t>, </a:t>
            </a:r>
            <a:r>
              <a:rPr lang="en-GB" sz="3200" i="1" spc="-55" dirty="0"/>
              <a:t>Chemistry</a:t>
            </a:r>
            <a:r>
              <a:rPr lang="en-GB" sz="3200" i="1" spc="-55" noProof="0" dirty="0"/>
              <a:t>, Physics, P.E)</a:t>
            </a:r>
            <a:endParaRPr lang="en-GB" sz="3200" spc="-55" noProof="0" dirty="0"/>
          </a:p>
        </p:txBody>
      </p:sp>
      <p:pic>
        <p:nvPicPr>
          <p:cNvPr id="9" name="Grafik 8">
            <a:extLst>
              <a:ext uri="{FF2B5EF4-FFF2-40B4-BE49-F238E27FC236}">
                <a16:creationId xmlns:a16="http://schemas.microsoft.com/office/drawing/2014/main" id="{9125734E-A02C-99A7-E47E-B64F4EC9F7D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Tree>
    <p:extLst>
      <p:ext uri="{BB962C8B-B14F-4D97-AF65-F5344CB8AC3E}">
        <p14:creationId xmlns:p14="http://schemas.microsoft.com/office/powerpoint/2010/main" val="2413943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kstfelt 5">
            <a:extLst>
              <a:ext uri="{FF2B5EF4-FFF2-40B4-BE49-F238E27FC236}">
                <a16:creationId xmlns:a16="http://schemas.microsoft.com/office/drawing/2014/main" id="{72963D40-8A97-BD77-F709-014EEFD48E97}"/>
              </a:ext>
            </a:extLst>
          </p:cNvPr>
          <p:cNvSpPr txBox="1"/>
          <p:nvPr/>
        </p:nvSpPr>
        <p:spPr>
          <a:xfrm>
            <a:off x="155121" y="169437"/>
            <a:ext cx="8093414" cy="369332"/>
          </a:xfrm>
          <a:prstGeom prst="rect">
            <a:avLst/>
          </a:prstGeom>
          <a:noFill/>
        </p:spPr>
        <p:txBody>
          <a:bodyPr wrap="square" rtlCol="0">
            <a:spAutoFit/>
          </a:bodyPr>
          <a:lstStyle/>
          <a:p>
            <a:r>
              <a:rPr lang="en-GB" b="1" noProof="0" dirty="0">
                <a:latin typeface="Garamond" panose="02020404030301010803" pitchFamily="18" charset="0"/>
              </a:rPr>
              <a:t>EXPERIENCES</a:t>
            </a:r>
          </a:p>
        </p:txBody>
      </p:sp>
      <p:sp>
        <p:nvSpPr>
          <p:cNvPr id="2" name="Ellipse 1">
            <a:extLst>
              <a:ext uri="{FF2B5EF4-FFF2-40B4-BE49-F238E27FC236}">
                <a16:creationId xmlns:a16="http://schemas.microsoft.com/office/drawing/2014/main" id="{C1B600CA-F3E3-95F0-AEA2-12A5CEF98E21}"/>
              </a:ext>
            </a:extLst>
          </p:cNvPr>
          <p:cNvSpPr/>
          <p:nvPr/>
        </p:nvSpPr>
        <p:spPr>
          <a:xfrm>
            <a:off x="3209467" y="2946865"/>
            <a:ext cx="1984723" cy="1858756"/>
          </a:xfrm>
          <a:prstGeom prst="ellipse">
            <a:avLst/>
          </a:prstGeom>
          <a:solidFill>
            <a:srgbClr val="EDEADF"/>
          </a:solidFill>
          <a:ln>
            <a:solidFill>
              <a:srgbClr val="5E88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sz="1600" dirty="0">
                <a:solidFill>
                  <a:schemeClr val="tx1"/>
                </a:solidFill>
                <a:latin typeface="Garamond" panose="02020404030301010803" pitchFamily="18" charset="0"/>
              </a:rPr>
              <a:t>Please introduce the didactic framework early in the process</a:t>
            </a:r>
          </a:p>
        </p:txBody>
      </p:sp>
      <p:sp>
        <p:nvSpPr>
          <p:cNvPr id="5" name="Ellipse 4">
            <a:extLst>
              <a:ext uri="{FF2B5EF4-FFF2-40B4-BE49-F238E27FC236}">
                <a16:creationId xmlns:a16="http://schemas.microsoft.com/office/drawing/2014/main" id="{5F70741B-23FC-6952-C99A-E7B08A98A3B7}"/>
              </a:ext>
            </a:extLst>
          </p:cNvPr>
          <p:cNvSpPr/>
          <p:nvPr/>
        </p:nvSpPr>
        <p:spPr>
          <a:xfrm>
            <a:off x="73720" y="2189526"/>
            <a:ext cx="2778537" cy="2616093"/>
          </a:xfrm>
          <a:prstGeom prst="ellipse">
            <a:avLst/>
          </a:prstGeom>
          <a:solidFill>
            <a:srgbClr val="EDEADF"/>
          </a:solidFill>
          <a:ln>
            <a:solidFill>
              <a:srgbClr val="5E88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sz="1600" dirty="0">
                <a:solidFill>
                  <a:schemeClr val="tx1"/>
                </a:solidFill>
                <a:latin typeface="Garamond" panose="02020404030301010803" pitchFamily="18" charset="0"/>
              </a:rPr>
              <a:t>Clear expectations: Participants do not bring home finished material but must develop ideas for new courses together with the other participants</a:t>
            </a:r>
          </a:p>
        </p:txBody>
      </p:sp>
      <p:sp>
        <p:nvSpPr>
          <p:cNvPr id="11" name="Ellipse 10">
            <a:extLst>
              <a:ext uri="{FF2B5EF4-FFF2-40B4-BE49-F238E27FC236}">
                <a16:creationId xmlns:a16="http://schemas.microsoft.com/office/drawing/2014/main" id="{9FD4D19F-7A53-170C-A9FA-782C5FB1A3F6}"/>
              </a:ext>
            </a:extLst>
          </p:cNvPr>
          <p:cNvSpPr/>
          <p:nvPr/>
        </p:nvSpPr>
        <p:spPr>
          <a:xfrm>
            <a:off x="2097564" y="231249"/>
            <a:ext cx="2470509" cy="2428294"/>
          </a:xfrm>
          <a:prstGeom prst="ellipse">
            <a:avLst/>
          </a:prstGeom>
          <a:solidFill>
            <a:srgbClr val="EDEADF"/>
          </a:solidFill>
          <a:ln>
            <a:solidFill>
              <a:srgbClr val="5E88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sz="1500" dirty="0">
                <a:solidFill>
                  <a:schemeClr val="tx1"/>
                </a:solidFill>
                <a:latin typeface="Garamond" panose="02020404030301010803" pitchFamily="18" charset="0"/>
              </a:rPr>
              <a:t>Difficult to find the right level: “Too difficult to translate for the students…but it must not be too easy for the high school teachers either”</a:t>
            </a:r>
          </a:p>
        </p:txBody>
      </p:sp>
      <p:sp>
        <p:nvSpPr>
          <p:cNvPr id="7" name="Ellipse 6">
            <a:extLst>
              <a:ext uri="{FF2B5EF4-FFF2-40B4-BE49-F238E27FC236}">
                <a16:creationId xmlns:a16="http://schemas.microsoft.com/office/drawing/2014/main" id="{AA6F711C-0E67-4391-B03E-9BEC3B82A46E}"/>
              </a:ext>
            </a:extLst>
          </p:cNvPr>
          <p:cNvSpPr/>
          <p:nvPr/>
        </p:nvSpPr>
        <p:spPr>
          <a:xfrm>
            <a:off x="5738508" y="2659543"/>
            <a:ext cx="2362816" cy="2080632"/>
          </a:xfrm>
          <a:prstGeom prst="ellipse">
            <a:avLst/>
          </a:prstGeom>
          <a:solidFill>
            <a:srgbClr val="EDEADF"/>
          </a:solidFill>
          <a:ln>
            <a:solidFill>
              <a:srgbClr val="5E88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sz="1600" dirty="0">
                <a:solidFill>
                  <a:schemeClr val="tx1"/>
                </a:solidFill>
                <a:latin typeface="Garamond" panose="02020404030301010803" pitchFamily="18" charset="0"/>
              </a:rPr>
              <a:t>Feel free to use elements from the didactic framework in teaching the subject modules 'Walk-the-talk'</a:t>
            </a:r>
          </a:p>
        </p:txBody>
      </p:sp>
      <p:sp>
        <p:nvSpPr>
          <p:cNvPr id="3" name="Ellipse 1">
            <a:extLst>
              <a:ext uri="{FF2B5EF4-FFF2-40B4-BE49-F238E27FC236}">
                <a16:creationId xmlns:a16="http://schemas.microsoft.com/office/drawing/2014/main" id="{CEACFB05-0DC1-B8EC-9B00-F78D77A1EA16}"/>
              </a:ext>
            </a:extLst>
          </p:cNvPr>
          <p:cNvSpPr/>
          <p:nvPr/>
        </p:nvSpPr>
        <p:spPr>
          <a:xfrm>
            <a:off x="6538436" y="231249"/>
            <a:ext cx="1901371" cy="1767771"/>
          </a:xfrm>
          <a:prstGeom prst="ellipse">
            <a:avLst/>
          </a:prstGeom>
          <a:solidFill>
            <a:srgbClr val="EDEADF"/>
          </a:solidFill>
          <a:ln>
            <a:solidFill>
              <a:srgbClr val="5E88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rtl="0"/>
            <a:endParaRPr lang="en-US" sz="1600" dirty="0">
              <a:solidFill>
                <a:schemeClr val="tx1"/>
              </a:solidFill>
              <a:latin typeface="Garamond" panose="02020404030301010803" pitchFamily="18" charset="0"/>
            </a:endParaRPr>
          </a:p>
          <a:p>
            <a:pPr rtl="0"/>
            <a:endParaRPr lang="en-US" sz="1600" dirty="0">
              <a:solidFill>
                <a:schemeClr val="tx1"/>
              </a:solidFill>
              <a:latin typeface="Garamond" panose="02020404030301010803" pitchFamily="18" charset="0"/>
            </a:endParaRPr>
          </a:p>
          <a:p>
            <a:pPr algn="ctr" rtl="0"/>
            <a:r>
              <a:rPr lang="en-US" sz="1600" dirty="0">
                <a:solidFill>
                  <a:schemeClr val="tx1"/>
                </a:solidFill>
                <a:latin typeface="Garamond" panose="02020404030301010803" pitchFamily="18" charset="0"/>
              </a:rPr>
              <a:t>Avoid involving too much ‘hard’ programming/coding</a:t>
            </a:r>
          </a:p>
          <a:p>
            <a:br>
              <a:rPr lang="en-US" sz="1600" dirty="0"/>
            </a:br>
            <a:endParaRPr lang="en-GB" sz="1600" noProof="0" dirty="0"/>
          </a:p>
        </p:txBody>
      </p:sp>
      <p:sp>
        <p:nvSpPr>
          <p:cNvPr id="4" name="Ellipse 1">
            <a:extLst>
              <a:ext uri="{FF2B5EF4-FFF2-40B4-BE49-F238E27FC236}">
                <a16:creationId xmlns:a16="http://schemas.microsoft.com/office/drawing/2014/main" id="{B513F8B9-C82F-92D5-ADCB-CA6B491AB4F3}"/>
              </a:ext>
            </a:extLst>
          </p:cNvPr>
          <p:cNvSpPr/>
          <p:nvPr/>
        </p:nvSpPr>
        <p:spPr>
          <a:xfrm>
            <a:off x="4663034" y="1094421"/>
            <a:ext cx="1984723" cy="1858756"/>
          </a:xfrm>
          <a:prstGeom prst="ellipse">
            <a:avLst/>
          </a:prstGeom>
          <a:solidFill>
            <a:srgbClr val="EDEADF"/>
          </a:solidFill>
          <a:ln>
            <a:solidFill>
              <a:srgbClr val="5E887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rtl="0"/>
            <a:r>
              <a:rPr lang="en-US" sz="1600" dirty="0">
                <a:solidFill>
                  <a:schemeClr val="tx1"/>
                </a:solidFill>
                <a:latin typeface="Garamond" panose="02020404030301010803" pitchFamily="18" charset="0"/>
              </a:rPr>
              <a:t>Participants will have new and high-level research as a starting point</a:t>
            </a:r>
          </a:p>
        </p:txBody>
      </p:sp>
    </p:spTree>
    <p:extLst>
      <p:ext uri="{BB962C8B-B14F-4D97-AF65-F5344CB8AC3E}">
        <p14:creationId xmlns:p14="http://schemas.microsoft.com/office/powerpoint/2010/main" val="12492793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0C126-E40F-8482-09E8-C5CC71520FC9}"/>
            </a:ext>
          </a:extLst>
        </p:cNvPr>
        <p:cNvGrpSpPr/>
        <p:nvPr/>
      </p:nvGrpSpPr>
      <p:grpSpPr>
        <a:xfrm>
          <a:off x="0" y="0"/>
          <a:ext cx="0" cy="0"/>
          <a:chOff x="0" y="0"/>
          <a:chExt cx="0" cy="0"/>
        </a:xfrm>
      </p:grpSpPr>
      <p:sp>
        <p:nvSpPr>
          <p:cNvPr id="12" name="object 2">
            <a:extLst>
              <a:ext uri="{FF2B5EF4-FFF2-40B4-BE49-F238E27FC236}">
                <a16:creationId xmlns:a16="http://schemas.microsoft.com/office/drawing/2014/main" id="{2DE7B074-998C-7509-4FA7-C274EAD7EF2E}"/>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3" name="Grafik 12">
            <a:extLst>
              <a:ext uri="{FF2B5EF4-FFF2-40B4-BE49-F238E27FC236}">
                <a16:creationId xmlns:a16="http://schemas.microsoft.com/office/drawing/2014/main" id="{340C4761-1F48-ED08-399E-66469F237F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2" name="Tekstfelt 1">
            <a:extLst>
              <a:ext uri="{FF2B5EF4-FFF2-40B4-BE49-F238E27FC236}">
                <a16:creationId xmlns:a16="http://schemas.microsoft.com/office/drawing/2014/main" id="{8054F680-B141-E728-C2E2-902A36A48E13}"/>
              </a:ext>
            </a:extLst>
          </p:cNvPr>
          <p:cNvSpPr txBox="1"/>
          <p:nvPr/>
        </p:nvSpPr>
        <p:spPr>
          <a:xfrm>
            <a:off x="301556" y="296694"/>
            <a:ext cx="5280093" cy="923330"/>
          </a:xfrm>
          <a:prstGeom prst="rect">
            <a:avLst/>
          </a:prstGeom>
          <a:noFill/>
        </p:spPr>
        <p:txBody>
          <a:bodyPr wrap="square" rtlCol="0">
            <a:spAutoFit/>
          </a:bodyPr>
          <a:lstStyle/>
          <a:p>
            <a:r>
              <a:rPr lang="en-GB" b="1" noProof="0" dirty="0">
                <a:latin typeface="Garamond" panose="02020404030301010803" pitchFamily="18" charset="0"/>
              </a:rPr>
              <a:t>LEARNING PLATFORM:</a:t>
            </a:r>
          </a:p>
          <a:p>
            <a:r>
              <a:rPr lang="en-GB" b="1" noProof="0" dirty="0">
                <a:latin typeface="Garamond" panose="02020404030301010803" pitchFamily="18" charset="0"/>
              </a:rPr>
              <a:t>PADLET</a:t>
            </a:r>
          </a:p>
          <a:p>
            <a:r>
              <a:rPr lang="en-GB" b="1" noProof="0" dirty="0">
                <a:latin typeface="Garamond" panose="02020404030301010803" pitchFamily="18" charset="0"/>
              </a:rPr>
              <a:t>MODULE 1-3</a:t>
            </a:r>
          </a:p>
        </p:txBody>
      </p:sp>
      <p:sp>
        <p:nvSpPr>
          <p:cNvPr id="4" name="TextBox 3">
            <a:extLst>
              <a:ext uri="{FF2B5EF4-FFF2-40B4-BE49-F238E27FC236}">
                <a16:creationId xmlns:a16="http://schemas.microsoft.com/office/drawing/2014/main" id="{FAAFBECB-6490-D752-1418-B8C7FEC38596}"/>
              </a:ext>
            </a:extLst>
          </p:cNvPr>
          <p:cNvSpPr txBox="1"/>
          <p:nvPr/>
        </p:nvSpPr>
        <p:spPr>
          <a:xfrm>
            <a:off x="311725" y="1264458"/>
            <a:ext cx="2563091" cy="307777"/>
          </a:xfrm>
          <a:prstGeom prst="rect">
            <a:avLst/>
          </a:prstGeom>
          <a:noFill/>
        </p:spPr>
        <p:txBody>
          <a:bodyPr wrap="square" rtlCol="0">
            <a:spAutoFit/>
          </a:bodyPr>
          <a:lstStyle/>
          <a:p>
            <a:r>
              <a:rPr lang="en-GB" sz="1400" noProof="0" dirty="0">
                <a:latin typeface="Garamond" panose="02020404030301010803" pitchFamily="18" charset="0"/>
              </a:rPr>
              <a:t>Herning Gymnasium: </a:t>
            </a:r>
            <a:r>
              <a:rPr lang="en-GB" sz="1400" noProof="0" dirty="0">
                <a:latin typeface="Garamond" panose="02020404030301010803" pitchFamily="18" charset="0"/>
                <a:hlinkClick r:id="rId4"/>
              </a:rPr>
              <a:t>Front page</a:t>
            </a:r>
            <a:endParaRPr lang="en-GB" sz="1400" noProof="0" dirty="0">
              <a:latin typeface="Garamond" panose="02020404030301010803" pitchFamily="18" charset="0"/>
            </a:endParaRPr>
          </a:p>
        </p:txBody>
      </p:sp>
      <p:sp>
        <p:nvSpPr>
          <p:cNvPr id="6" name="TextBox 5">
            <a:extLst>
              <a:ext uri="{FF2B5EF4-FFF2-40B4-BE49-F238E27FC236}">
                <a16:creationId xmlns:a16="http://schemas.microsoft.com/office/drawing/2014/main" id="{DA6E3A4C-48E4-D5A4-2D4B-2F5314644B25}"/>
              </a:ext>
            </a:extLst>
          </p:cNvPr>
          <p:cNvSpPr txBox="1"/>
          <p:nvPr/>
        </p:nvSpPr>
        <p:spPr>
          <a:xfrm>
            <a:off x="301556" y="2170440"/>
            <a:ext cx="2447637" cy="523220"/>
          </a:xfrm>
          <a:prstGeom prst="rect">
            <a:avLst/>
          </a:prstGeom>
          <a:noFill/>
        </p:spPr>
        <p:txBody>
          <a:bodyPr wrap="square" rtlCol="0">
            <a:spAutoFit/>
          </a:bodyPr>
          <a:lstStyle/>
          <a:p>
            <a:r>
              <a:rPr lang="en-GB" sz="1400" noProof="0" dirty="0" err="1">
                <a:latin typeface="Garamond" panose="02020404030301010803" pitchFamily="18" charset="0"/>
              </a:rPr>
              <a:t>Mulernes</a:t>
            </a:r>
            <a:r>
              <a:rPr lang="en-GB" sz="1400" noProof="0" dirty="0">
                <a:latin typeface="Garamond" panose="02020404030301010803" pitchFamily="18" charset="0"/>
              </a:rPr>
              <a:t> </a:t>
            </a:r>
            <a:r>
              <a:rPr lang="en-GB" sz="1400" noProof="0" dirty="0" err="1">
                <a:latin typeface="Garamond" panose="02020404030301010803" pitchFamily="18" charset="0"/>
              </a:rPr>
              <a:t>Legatskole</a:t>
            </a:r>
            <a:r>
              <a:rPr lang="en-GB" sz="1400" noProof="0" dirty="0">
                <a:latin typeface="Garamond" panose="02020404030301010803" pitchFamily="18" charset="0"/>
              </a:rPr>
              <a:t>: </a:t>
            </a:r>
            <a:r>
              <a:rPr lang="en-GB" sz="1400" noProof="0" dirty="0">
                <a:latin typeface="Garamond" panose="02020404030301010803" pitchFamily="18" charset="0"/>
                <a:hlinkClick r:id="rId5"/>
              </a:rPr>
              <a:t>Front Page</a:t>
            </a:r>
            <a:endParaRPr lang="en-GB" sz="1400" noProof="0" dirty="0">
              <a:latin typeface="Garamond" panose="02020404030301010803" pitchFamily="18" charset="0"/>
            </a:endParaRPr>
          </a:p>
        </p:txBody>
      </p:sp>
      <p:sp>
        <p:nvSpPr>
          <p:cNvPr id="7" name="TextBox 6">
            <a:extLst>
              <a:ext uri="{FF2B5EF4-FFF2-40B4-BE49-F238E27FC236}">
                <a16:creationId xmlns:a16="http://schemas.microsoft.com/office/drawing/2014/main" id="{3ADD2DDE-0A29-EA5F-5972-C50B0CD22C36}"/>
              </a:ext>
            </a:extLst>
          </p:cNvPr>
          <p:cNvSpPr txBox="1"/>
          <p:nvPr/>
        </p:nvSpPr>
        <p:spPr>
          <a:xfrm>
            <a:off x="301556" y="3453363"/>
            <a:ext cx="2824020" cy="523220"/>
          </a:xfrm>
          <a:prstGeom prst="rect">
            <a:avLst/>
          </a:prstGeom>
          <a:noFill/>
        </p:spPr>
        <p:txBody>
          <a:bodyPr wrap="square" rtlCol="0">
            <a:spAutoFit/>
          </a:bodyPr>
          <a:lstStyle/>
          <a:p>
            <a:r>
              <a:rPr lang="en-GB" sz="1400" noProof="0" dirty="0" err="1">
                <a:latin typeface="Garamond" panose="02020404030301010803" pitchFamily="18" charset="0"/>
              </a:rPr>
              <a:t>Sukkertoppen</a:t>
            </a:r>
            <a:r>
              <a:rPr lang="en-GB" sz="1400" noProof="0" dirty="0">
                <a:latin typeface="Garamond" panose="02020404030301010803" pitchFamily="18" charset="0"/>
              </a:rPr>
              <a:t> Gymnasium: </a:t>
            </a:r>
            <a:r>
              <a:rPr lang="en-GB" sz="1400" noProof="0" dirty="0">
                <a:latin typeface="Garamond" panose="02020404030301010803" pitchFamily="18" charset="0"/>
                <a:hlinkClick r:id="rId6"/>
              </a:rPr>
              <a:t>Front Page</a:t>
            </a:r>
            <a:endParaRPr lang="en-GB" sz="1400" noProof="0" dirty="0">
              <a:latin typeface="Garamond" panose="02020404030301010803" pitchFamily="18" charset="0"/>
            </a:endParaRPr>
          </a:p>
        </p:txBody>
      </p:sp>
      <p:pic>
        <p:nvPicPr>
          <p:cNvPr id="3" name="Picture 2">
            <a:extLst>
              <a:ext uri="{FF2B5EF4-FFF2-40B4-BE49-F238E27FC236}">
                <a16:creationId xmlns:a16="http://schemas.microsoft.com/office/drawing/2014/main" id="{C5484F1E-ACD0-569B-9D76-571877FD415F}"/>
              </a:ext>
            </a:extLst>
          </p:cNvPr>
          <p:cNvPicPr>
            <a:picLocks noChangeAspect="1"/>
          </p:cNvPicPr>
          <p:nvPr/>
        </p:nvPicPr>
        <p:blipFill>
          <a:blip r:embed="rId7"/>
          <a:stretch>
            <a:fillRect/>
          </a:stretch>
        </p:blipFill>
        <p:spPr>
          <a:xfrm>
            <a:off x="3762918" y="0"/>
            <a:ext cx="4873082" cy="4864100"/>
          </a:xfrm>
          <a:prstGeom prst="rect">
            <a:avLst/>
          </a:prstGeom>
        </p:spPr>
      </p:pic>
    </p:spTree>
    <p:extLst>
      <p:ext uri="{BB962C8B-B14F-4D97-AF65-F5344CB8AC3E}">
        <p14:creationId xmlns:p14="http://schemas.microsoft.com/office/powerpoint/2010/main" val="4013572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36186BA-57A1-4248-1D9B-210E9F5A87EA}"/>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9E908F29-9603-42D1-1C74-8F50FB326DDE}"/>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73375CC6-5936-CB39-6170-ACE9F4B7DD4F}"/>
              </a:ext>
            </a:extLst>
          </p:cNvPr>
          <p:cNvSpPr txBox="1">
            <a:spLocks noGrp="1"/>
          </p:cNvSpPr>
          <p:nvPr>
            <p:ph type="title"/>
          </p:nvPr>
        </p:nvSpPr>
        <p:spPr>
          <a:xfrm>
            <a:off x="889817" y="948310"/>
            <a:ext cx="6856365" cy="2967479"/>
          </a:xfrm>
          <a:prstGeom prst="rect">
            <a:avLst/>
          </a:prstGeom>
        </p:spPr>
        <p:txBody>
          <a:bodyPr vert="horz" wrap="square" lIns="0" tIns="12700" rIns="0" bIns="0" rtlCol="0">
            <a:spAutoFit/>
          </a:bodyPr>
          <a:lstStyle/>
          <a:p>
            <a:pPr marL="12700" algn="ctr">
              <a:lnSpc>
                <a:spcPct val="100000"/>
              </a:lnSpc>
              <a:spcBef>
                <a:spcPts val="100"/>
              </a:spcBef>
            </a:pPr>
            <a:r>
              <a:rPr lang="en-GB" spc="-55" noProof="0" dirty="0"/>
              <a:t>THE THREE MODULES – THOUGHTS AND INPUT</a:t>
            </a:r>
          </a:p>
        </p:txBody>
      </p:sp>
      <p:pic>
        <p:nvPicPr>
          <p:cNvPr id="9" name="Grafik 8">
            <a:extLst>
              <a:ext uri="{FF2B5EF4-FFF2-40B4-BE49-F238E27FC236}">
                <a16:creationId xmlns:a16="http://schemas.microsoft.com/office/drawing/2014/main" id="{CD266712-144D-9D0C-78F9-08816CBE3B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Tree>
    <p:extLst>
      <p:ext uri="{BB962C8B-B14F-4D97-AF65-F5344CB8AC3E}">
        <p14:creationId xmlns:p14="http://schemas.microsoft.com/office/powerpoint/2010/main" val="14338143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F4F36D0-59D5-80B5-1925-C48FD9C5FC81}"/>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4313253D-1CE1-55E8-ED71-E5945E5BBC8E}"/>
              </a:ext>
            </a:extLst>
          </p:cNvPr>
          <p:cNvSpPr/>
          <p:nvPr/>
        </p:nvSpPr>
        <p:spPr>
          <a:xfrm>
            <a:off x="-254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1CF17EDA-E7CF-3387-F726-0CA373ECB431}"/>
              </a:ext>
            </a:extLst>
          </p:cNvPr>
          <p:cNvSpPr txBox="1">
            <a:spLocks noGrp="1"/>
          </p:cNvSpPr>
          <p:nvPr>
            <p:ph type="title"/>
          </p:nvPr>
        </p:nvSpPr>
        <p:spPr>
          <a:xfrm>
            <a:off x="888545" y="1066899"/>
            <a:ext cx="6856365" cy="505267"/>
          </a:xfrm>
          <a:prstGeom prst="rect">
            <a:avLst/>
          </a:prstGeom>
        </p:spPr>
        <p:txBody>
          <a:bodyPr vert="horz" wrap="square" lIns="0" tIns="12700" rIns="0" bIns="0" rtlCol="0">
            <a:spAutoFit/>
          </a:bodyPr>
          <a:lstStyle/>
          <a:p>
            <a:pPr marL="12700" algn="ctr">
              <a:lnSpc>
                <a:spcPct val="100000"/>
              </a:lnSpc>
              <a:spcBef>
                <a:spcPts val="100"/>
              </a:spcBef>
            </a:pPr>
            <a:r>
              <a:rPr lang="en-GB" sz="3200" spc="-55" dirty="0"/>
              <a:t>Cryptography</a:t>
            </a:r>
            <a:endParaRPr lang="en-GB" sz="3200" spc="-55" noProof="0" dirty="0"/>
          </a:p>
        </p:txBody>
      </p:sp>
      <p:pic>
        <p:nvPicPr>
          <p:cNvPr id="9" name="Grafik 8">
            <a:extLst>
              <a:ext uri="{FF2B5EF4-FFF2-40B4-BE49-F238E27FC236}">
                <a16:creationId xmlns:a16="http://schemas.microsoft.com/office/drawing/2014/main" id="{E49D3725-3232-B85E-CA69-8B6262706A9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pic>
        <p:nvPicPr>
          <p:cNvPr id="3074" name="Picture 2">
            <a:extLst>
              <a:ext uri="{FF2B5EF4-FFF2-40B4-BE49-F238E27FC236}">
                <a16:creationId xmlns:a16="http://schemas.microsoft.com/office/drawing/2014/main" id="{8255D11C-B1D7-7774-69BE-5C3490B2B1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225" b="225"/>
          <a:stretch/>
        </p:blipFill>
        <p:spPr bwMode="auto">
          <a:xfrm>
            <a:off x="3554727" y="1774781"/>
            <a:ext cx="1523999" cy="1517154"/>
          </a:xfrm>
          <a:prstGeom prst="ellipse">
            <a:avLst/>
          </a:prstGeom>
          <a:noFill/>
          <a:extLst>
            <a:ext uri="{909E8E84-426E-40DD-AFC4-6F175D3DCCD1}">
              <a14:hiddenFill xmlns:a14="http://schemas.microsoft.com/office/drawing/2010/main">
                <a:solidFill>
                  <a:srgbClr val="FFFFFF"/>
                </a:solidFill>
              </a14:hiddenFill>
            </a:ext>
          </a:extLst>
        </p:spPr>
      </p:pic>
      <p:sp>
        <p:nvSpPr>
          <p:cNvPr id="2" name="Tekstfelt 1">
            <a:extLst>
              <a:ext uri="{FF2B5EF4-FFF2-40B4-BE49-F238E27FC236}">
                <a16:creationId xmlns:a16="http://schemas.microsoft.com/office/drawing/2014/main" id="{3609740E-4A67-C432-D067-72C7F6210E86}"/>
              </a:ext>
            </a:extLst>
          </p:cNvPr>
          <p:cNvSpPr txBox="1"/>
          <p:nvPr/>
        </p:nvSpPr>
        <p:spPr>
          <a:xfrm>
            <a:off x="2941190" y="3458647"/>
            <a:ext cx="2751076" cy="584775"/>
          </a:xfrm>
          <a:prstGeom prst="rect">
            <a:avLst/>
          </a:prstGeom>
          <a:noFill/>
        </p:spPr>
        <p:txBody>
          <a:bodyPr wrap="square" rtlCol="0">
            <a:spAutoFit/>
          </a:bodyPr>
          <a:lstStyle/>
          <a:p>
            <a:pPr algn="ctr"/>
            <a:r>
              <a:rPr lang="en-GB" sz="1600" dirty="0">
                <a:latin typeface="Garamond" panose="02020404030301010803" pitchFamily="18" charset="0"/>
              </a:rPr>
              <a:t>Sara </a:t>
            </a:r>
            <a:r>
              <a:rPr lang="en-GB" sz="1600" dirty="0" err="1">
                <a:latin typeface="Garamond" panose="02020404030301010803" pitchFamily="18" charset="0"/>
              </a:rPr>
              <a:t>Gagliani</a:t>
            </a:r>
            <a:r>
              <a:rPr lang="en-GB" sz="1600" dirty="0">
                <a:latin typeface="Garamond" panose="02020404030301010803" pitchFamily="18" charset="0"/>
              </a:rPr>
              <a:t> Caputo</a:t>
            </a:r>
            <a:r>
              <a:rPr lang="en-GB" sz="1600" noProof="0" dirty="0">
                <a:latin typeface="Garamond" panose="02020404030301010803" pitchFamily="18" charset="0"/>
              </a:rPr>
              <a:t> </a:t>
            </a:r>
            <a:br>
              <a:rPr lang="en-GB" sz="1600" dirty="0">
                <a:latin typeface="Garamond" panose="02020404030301010803" pitchFamily="18" charset="0"/>
              </a:rPr>
            </a:br>
            <a:r>
              <a:rPr lang="en-GB" sz="1600" dirty="0">
                <a:latin typeface="Garamond" panose="02020404030301010803" pitchFamily="18" charset="0"/>
              </a:rPr>
              <a:t>Postdoc</a:t>
            </a:r>
            <a:endParaRPr lang="en-GB" sz="1600" noProof="0" dirty="0">
              <a:latin typeface="Garamond" panose="02020404030301010803" pitchFamily="18" charset="0"/>
            </a:endParaRPr>
          </a:p>
        </p:txBody>
      </p:sp>
    </p:spTree>
    <p:extLst>
      <p:ext uri="{BB962C8B-B14F-4D97-AF65-F5344CB8AC3E}">
        <p14:creationId xmlns:p14="http://schemas.microsoft.com/office/powerpoint/2010/main" val="9790869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353CCD-CCFC-E64F-9139-067816EBDDDC}"/>
              </a:ext>
            </a:extLst>
          </p:cNvPr>
          <p:cNvSpPr>
            <a:spLocks noGrp="1"/>
          </p:cNvSpPr>
          <p:nvPr>
            <p:ph type="ctrTitle"/>
          </p:nvPr>
        </p:nvSpPr>
        <p:spPr>
          <a:xfrm>
            <a:off x="0" y="1611865"/>
            <a:ext cx="4221296" cy="2759100"/>
          </a:xfrm>
        </p:spPr>
        <p:txBody>
          <a:bodyPr/>
          <a:lstStyle/>
          <a:p>
            <a:endParaRPr lang="en-GB" dirty="0"/>
          </a:p>
        </p:txBody>
      </p:sp>
      <p:sp>
        <p:nvSpPr>
          <p:cNvPr id="9" name="Text Placeholder 8">
            <a:extLst>
              <a:ext uri="{FF2B5EF4-FFF2-40B4-BE49-F238E27FC236}">
                <a16:creationId xmlns:a16="http://schemas.microsoft.com/office/drawing/2014/main" id="{3587BF4D-FADB-7E4A-B37D-A89E5EBBB7EF}"/>
              </a:ext>
            </a:extLst>
          </p:cNvPr>
          <p:cNvSpPr>
            <a:spLocks noGrp="1"/>
          </p:cNvSpPr>
          <p:nvPr>
            <p:ph type="body" sz="quarter" idx="13"/>
          </p:nvPr>
        </p:nvSpPr>
        <p:spPr>
          <a:xfrm>
            <a:off x="416057" y="3266519"/>
            <a:ext cx="3503876" cy="637334"/>
          </a:xfrm>
        </p:spPr>
        <p:txBody>
          <a:bodyPr/>
          <a:lstStyle/>
          <a:p>
            <a:r>
              <a:rPr lang="en-GB" dirty="0"/>
              <a:t>2026-05-25</a:t>
            </a:r>
          </a:p>
        </p:txBody>
      </p:sp>
      <p:sp>
        <p:nvSpPr>
          <p:cNvPr id="10" name="Text Placeholder 9">
            <a:extLst>
              <a:ext uri="{FF2B5EF4-FFF2-40B4-BE49-F238E27FC236}">
                <a16:creationId xmlns:a16="http://schemas.microsoft.com/office/drawing/2014/main" id="{64E2B609-DC97-CE46-A633-94242427B761}"/>
              </a:ext>
            </a:extLst>
          </p:cNvPr>
          <p:cNvSpPr>
            <a:spLocks noGrp="1"/>
          </p:cNvSpPr>
          <p:nvPr>
            <p:ph type="body" sz="quarter" idx="14"/>
          </p:nvPr>
        </p:nvSpPr>
        <p:spPr/>
        <p:txBody>
          <a:bodyPr/>
          <a:lstStyle/>
          <a:p>
            <a:r>
              <a:rPr lang="en-GB" dirty="0"/>
              <a:t>Cryptography – </a:t>
            </a:r>
          </a:p>
          <a:p>
            <a:r>
              <a:rPr lang="en-GB" dirty="0"/>
              <a:t>STEM Academy</a:t>
            </a:r>
          </a:p>
        </p:txBody>
      </p:sp>
      <p:sp>
        <p:nvSpPr>
          <p:cNvPr id="2" name="Text Placeholder 9">
            <a:extLst>
              <a:ext uri="{FF2B5EF4-FFF2-40B4-BE49-F238E27FC236}">
                <a16:creationId xmlns:a16="http://schemas.microsoft.com/office/drawing/2014/main" id="{A2F9D355-C49B-1A6F-BF5F-68DD6CC0E92F}"/>
              </a:ext>
            </a:extLst>
          </p:cNvPr>
          <p:cNvSpPr txBox="1">
            <a:spLocks/>
          </p:cNvSpPr>
          <p:nvPr/>
        </p:nvSpPr>
        <p:spPr>
          <a:xfrm>
            <a:off x="416057" y="2799408"/>
            <a:ext cx="3503876" cy="78577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buFont typeface="Arial" panose="020B0604020202020204" pitchFamily="34" charset="0"/>
              <a:buNone/>
              <a:defRPr lang="da-DK" sz="3600" b="0" i="0" kern="1200" spc="60" baseline="0">
                <a:solidFill>
                  <a:schemeClr val="accent1"/>
                </a:solidFill>
                <a:latin typeface="+mj-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defTabSz="647670"/>
            <a:r>
              <a:rPr lang="en-GB" sz="1700" spc="42" dirty="0">
                <a:solidFill>
                  <a:srgbClr val="000000"/>
                </a:solidFill>
                <a:latin typeface="Microsoft New Tai Lue"/>
              </a:rPr>
              <a:t>Sara Gagliani Caputo</a:t>
            </a:r>
          </a:p>
        </p:txBody>
      </p:sp>
    </p:spTree>
    <p:extLst>
      <p:ext uri="{BB962C8B-B14F-4D97-AF65-F5344CB8AC3E}">
        <p14:creationId xmlns:p14="http://schemas.microsoft.com/office/powerpoint/2010/main" val="14294619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E27E9-16A0-5B67-F84B-E4653C7DEE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6FD1A9-DB5E-36EA-C4AC-1EBAEA2E6F49}"/>
              </a:ext>
            </a:extLst>
          </p:cNvPr>
          <p:cNvSpPr>
            <a:spLocks noGrp="1"/>
          </p:cNvSpPr>
          <p:nvPr>
            <p:ph type="title"/>
          </p:nvPr>
        </p:nvSpPr>
        <p:spPr/>
        <p:txBody>
          <a:bodyPr/>
          <a:lstStyle/>
          <a:p>
            <a:r>
              <a:rPr lang="en-GB">
                <a:ea typeface="Open Sans Extrabold"/>
                <a:cs typeface="Microsoft New Tai Lue"/>
              </a:rPr>
              <a:t>About Me</a:t>
            </a:r>
            <a:endParaRPr lang="en-GB"/>
          </a:p>
        </p:txBody>
      </p:sp>
      <p:sp>
        <p:nvSpPr>
          <p:cNvPr id="5" name="Content Placeholder 4">
            <a:extLst>
              <a:ext uri="{FF2B5EF4-FFF2-40B4-BE49-F238E27FC236}">
                <a16:creationId xmlns:a16="http://schemas.microsoft.com/office/drawing/2014/main" id="{DCCDB3BC-C4F9-328C-B9FA-15ED5BF62290}"/>
              </a:ext>
            </a:extLst>
          </p:cNvPr>
          <p:cNvSpPr>
            <a:spLocks noGrp="1"/>
          </p:cNvSpPr>
          <p:nvPr>
            <p:ph idx="1"/>
          </p:nvPr>
        </p:nvSpPr>
        <p:spPr>
          <a:xfrm>
            <a:off x="417182" y="1054563"/>
            <a:ext cx="5515751" cy="3368102"/>
          </a:xfrm>
        </p:spPr>
        <p:txBody>
          <a:bodyPr vert="horz" wrap="square" lIns="0" tIns="0" rIns="0" bIns="0" rtlCol="0" anchor="t">
            <a:spAutoFit/>
          </a:bodyPr>
          <a:lstStyle/>
          <a:p>
            <a:pPr marL="254570" indent="-254570" algn="just"/>
            <a:r>
              <a:rPr lang="it-IT" dirty="0">
                <a:solidFill>
                  <a:srgbClr val="000000"/>
                </a:solidFill>
                <a:cs typeface="Microsoft New Tai Lue"/>
              </a:rPr>
              <a:t>BSc and MSc in Mathematics </a:t>
            </a:r>
            <a:r>
              <a:rPr lang="it-IT" sz="1275" dirty="0">
                <a:solidFill>
                  <a:srgbClr val="000000"/>
                </a:solidFill>
                <a:cs typeface="Microsoft New Tai Lue"/>
              </a:rPr>
              <a:t>(Sapienza University of Rome)</a:t>
            </a:r>
            <a:endParaRPr lang="da-DK" dirty="0"/>
          </a:p>
          <a:p>
            <a:pPr marL="254570" indent="-254570" algn="just"/>
            <a:r>
              <a:rPr lang="en-US" dirty="0">
                <a:solidFill>
                  <a:srgbClr val="000000"/>
                </a:solidFill>
                <a:cs typeface="Microsoft New Tai Lue"/>
              </a:rPr>
              <a:t>PhD in Mathematics Education </a:t>
            </a:r>
            <a:r>
              <a:rPr lang="en-US" sz="1275" dirty="0">
                <a:solidFill>
                  <a:srgbClr val="000000"/>
                </a:solidFill>
                <a:cs typeface="Microsoft New Tai Lue"/>
              </a:rPr>
              <a:t>(University of Milan)</a:t>
            </a:r>
          </a:p>
          <a:p>
            <a:pPr marL="508948" lvl="1" indent="-254570" algn="just">
              <a:buFont typeface="Courier New" panose="02070309020205020404" pitchFamily="49" charset="0"/>
              <a:buChar char="o"/>
            </a:pPr>
            <a:r>
              <a:rPr lang="en-US" dirty="0">
                <a:solidFill>
                  <a:srgbClr val="000000"/>
                </a:solidFill>
                <a:ea typeface="+mn-lt"/>
                <a:cs typeface="Microsoft New Tai Lue"/>
              </a:rPr>
              <a:t>Design of Digital Mathematical Discussion</a:t>
            </a:r>
          </a:p>
          <a:p>
            <a:pPr marL="508948" lvl="1" indent="-254570" algn="just">
              <a:buFont typeface="Courier New" panose="02070309020205020404" pitchFamily="49" charset="0"/>
              <a:buChar char="o"/>
            </a:pPr>
            <a:r>
              <a:rPr lang="en-US" dirty="0">
                <a:solidFill>
                  <a:srgbClr val="000000"/>
                </a:solidFill>
                <a:ea typeface="+mn-lt"/>
                <a:cs typeface="Microsoft New Tai Lue"/>
              </a:rPr>
              <a:t>Students’ collaborative processes and development of collective algebraic thinking</a:t>
            </a:r>
          </a:p>
          <a:p>
            <a:pPr marL="254570" indent="-254570" algn="just">
              <a:defRPr/>
            </a:pPr>
            <a:r>
              <a:rPr lang="en-US" dirty="0">
                <a:solidFill>
                  <a:srgbClr val="000000"/>
                </a:solidFill>
                <a:ea typeface="+mn-lt"/>
                <a:cs typeface="Microsoft New Tai Lue"/>
              </a:rPr>
              <a:t>Postdoc in Mathematics Education </a:t>
            </a:r>
            <a:r>
              <a:rPr lang="en-US" sz="1275" dirty="0">
                <a:solidFill>
                  <a:srgbClr val="000000"/>
                </a:solidFill>
                <a:latin typeface="Microsoft New Tai Lue"/>
                <a:cs typeface="Microsoft New Tai Lue"/>
              </a:rPr>
              <a:t>(University of Milan)</a:t>
            </a:r>
            <a:endParaRPr lang="en-US" dirty="0">
              <a:solidFill>
                <a:srgbClr val="000000"/>
              </a:solidFill>
              <a:ea typeface="+mn-lt"/>
              <a:cs typeface="Microsoft New Tai Lue"/>
            </a:endParaRPr>
          </a:p>
          <a:p>
            <a:pPr lvl="1" algn="just">
              <a:buFont typeface="Courier New" panose="02070309020205020404" pitchFamily="49" charset="0"/>
              <a:buChar char="o"/>
            </a:pPr>
            <a:r>
              <a:rPr lang="en-US" dirty="0">
                <a:solidFill>
                  <a:srgbClr val="000000"/>
                </a:solidFill>
                <a:ea typeface="+mn-lt"/>
                <a:cs typeface="Microsoft New Tai Lue"/>
              </a:rPr>
              <a:t>Professional development courses for teachers on mathematical discussion</a:t>
            </a:r>
          </a:p>
          <a:p>
            <a:pPr lvl="1" algn="just">
              <a:buFont typeface="Courier New" panose="02070309020205020404" pitchFamily="49" charset="0"/>
              <a:buChar char="o"/>
            </a:pPr>
            <a:r>
              <a:rPr lang="en-US" dirty="0">
                <a:solidFill>
                  <a:srgbClr val="000000"/>
                </a:solidFill>
                <a:ea typeface="+mn-lt"/>
                <a:cs typeface="Microsoft New Tai Lue"/>
              </a:rPr>
              <a:t>Teacher’s scaffolding in Digital Mathematical Discussion</a:t>
            </a:r>
          </a:p>
          <a:p>
            <a:pPr algn="just"/>
            <a:r>
              <a:rPr lang="en-US" dirty="0">
                <a:solidFill>
                  <a:srgbClr val="000000"/>
                </a:solidFill>
                <a:ea typeface="+mn-lt"/>
                <a:cs typeface="Microsoft New Tai Lue"/>
              </a:rPr>
              <a:t>Postdoc in CSCW </a:t>
            </a:r>
            <a:r>
              <a:rPr lang="en-US" sz="1275" dirty="0">
                <a:solidFill>
                  <a:srgbClr val="000000"/>
                </a:solidFill>
                <a:latin typeface="Microsoft New Tai Lue"/>
                <a:cs typeface="Microsoft New Tai Lue"/>
              </a:rPr>
              <a:t>(DIKU)</a:t>
            </a:r>
          </a:p>
          <a:p>
            <a:pPr marL="497254" lvl="1" indent="-242876" algn="just">
              <a:buFont typeface="Courier New" panose="02070309020205020404" pitchFamily="49" charset="0"/>
              <a:buChar char="o"/>
            </a:pPr>
            <a:r>
              <a:rPr lang="en-US" dirty="0">
                <a:solidFill>
                  <a:srgbClr val="000000"/>
                </a:solidFill>
                <a:ea typeface="+mn-lt"/>
                <a:cs typeface="Microsoft New Tai Lue"/>
              </a:rPr>
              <a:t>Neurodiversity (and gender) in Computer Science</a:t>
            </a:r>
          </a:p>
          <a:p>
            <a:pPr marL="497254" lvl="1" indent="-242876" algn="just">
              <a:buFont typeface="Courier New" panose="02070309020205020404" pitchFamily="49" charset="0"/>
              <a:buChar char="o"/>
            </a:pPr>
            <a:r>
              <a:rPr lang="en-US" dirty="0">
                <a:solidFill>
                  <a:srgbClr val="000000"/>
                </a:solidFill>
                <a:ea typeface="+mn-lt"/>
                <a:cs typeface="Microsoft New Tai Lue"/>
              </a:rPr>
              <a:t>Supervision processes in CS Bachelor and Master projects</a:t>
            </a:r>
          </a:p>
        </p:txBody>
      </p:sp>
      <p:sp>
        <p:nvSpPr>
          <p:cNvPr id="3" name="Slide Number Placeholder 2">
            <a:extLst>
              <a:ext uri="{FF2B5EF4-FFF2-40B4-BE49-F238E27FC236}">
                <a16:creationId xmlns:a16="http://schemas.microsoft.com/office/drawing/2014/main" id="{1239AABA-C63E-FE96-9B8C-B9B64F339BD3}"/>
              </a:ext>
            </a:extLst>
          </p:cNvPr>
          <p:cNvSpPr>
            <a:spLocks noGrp="1"/>
          </p:cNvSpPr>
          <p:nvPr>
            <p:ph type="sldNum" sz="quarter" idx="12"/>
          </p:nvPr>
        </p:nvSpPr>
        <p:spPr/>
        <p:txBody>
          <a:bodyPr/>
          <a:lstStyle/>
          <a:p>
            <a:pPr defTabSz="647670" rtl="0"/>
            <a:fld id="{091A926C-488A-4E3E-9C21-57CAA120E114}" type="slidenum">
              <a:rPr lang="en-GB" kern="1200">
                <a:latin typeface="Microsoft New Tai Lue"/>
                <a:ea typeface="+mn-ea"/>
                <a:cs typeface="+mn-cs"/>
              </a:rPr>
              <a:pPr defTabSz="647670" rtl="0"/>
              <a:t>38</a:t>
            </a:fld>
            <a:endParaRPr lang="en-GB" kern="1200">
              <a:latin typeface="Microsoft New Tai Lue"/>
              <a:ea typeface="+mn-ea"/>
              <a:cs typeface="+mn-cs"/>
            </a:endParaRPr>
          </a:p>
        </p:txBody>
      </p:sp>
      <p:pic>
        <p:nvPicPr>
          <p:cNvPr id="8" name="Picture 7">
            <a:extLst>
              <a:ext uri="{FF2B5EF4-FFF2-40B4-BE49-F238E27FC236}">
                <a16:creationId xmlns:a16="http://schemas.microsoft.com/office/drawing/2014/main" id="{7101DB8F-DABA-73D3-98C9-206C0FE3C261}"/>
              </a:ext>
            </a:extLst>
          </p:cNvPr>
          <p:cNvPicPr>
            <a:picLocks noChangeAspect="1"/>
          </p:cNvPicPr>
          <p:nvPr/>
        </p:nvPicPr>
        <p:blipFill>
          <a:blip r:embed="rId3"/>
          <a:srcRect l="10212"/>
          <a:stretch>
            <a:fillRect/>
          </a:stretch>
        </p:blipFill>
        <p:spPr>
          <a:xfrm rot="5400000">
            <a:off x="5987299" y="642997"/>
            <a:ext cx="2430545" cy="2030246"/>
          </a:xfrm>
          <a:prstGeom prst="rect">
            <a:avLst/>
          </a:prstGeom>
        </p:spPr>
      </p:pic>
    </p:spTree>
    <p:extLst>
      <p:ext uri="{BB962C8B-B14F-4D97-AF65-F5344CB8AC3E}">
        <p14:creationId xmlns:p14="http://schemas.microsoft.com/office/powerpoint/2010/main" val="1752250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fade">
                                      <p:cBhvr>
                                        <p:cTn id="18" dur="500"/>
                                        <p:tgtEl>
                                          <p:spTgt spid="5">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Effect transition="in" filter="fade">
                                      <p:cBhvr>
                                        <p:cTn id="23" dur="500"/>
                                        <p:tgtEl>
                                          <p:spTgt spid="5">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5">
                                            <p:txEl>
                                              <p:pRg st="5" end="5"/>
                                            </p:txEl>
                                          </p:spTgt>
                                        </p:tgtEl>
                                        <p:attrNameLst>
                                          <p:attrName>style.visibility</p:attrName>
                                        </p:attrNameLst>
                                      </p:cBhvr>
                                      <p:to>
                                        <p:strVal val="visible"/>
                                      </p:to>
                                    </p:set>
                                    <p:animEffect transition="in" filter="fade">
                                      <p:cBhvr>
                                        <p:cTn id="26" dur="500"/>
                                        <p:tgtEl>
                                          <p:spTgt spid="5">
                                            <p:txEl>
                                              <p:pRg st="5" end="5"/>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fade">
                                      <p:cBhvr>
                                        <p:cTn id="29" dur="500"/>
                                        <p:tgtEl>
                                          <p:spTgt spid="5">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5">
                                            <p:txEl>
                                              <p:pRg st="7" end="7"/>
                                            </p:txEl>
                                          </p:spTgt>
                                        </p:tgtEl>
                                        <p:attrNameLst>
                                          <p:attrName>style.visibility</p:attrName>
                                        </p:attrNameLst>
                                      </p:cBhvr>
                                      <p:to>
                                        <p:strVal val="visible"/>
                                      </p:to>
                                    </p:set>
                                    <p:animEffect transition="in" filter="fade">
                                      <p:cBhvr>
                                        <p:cTn id="34" dur="500"/>
                                        <p:tgtEl>
                                          <p:spTgt spid="5">
                                            <p:txEl>
                                              <p:pRg st="7" end="7"/>
                                            </p:txEl>
                                          </p:spTgt>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fade">
                                      <p:cBhvr>
                                        <p:cTn id="37" dur="500"/>
                                        <p:tgtEl>
                                          <p:spTgt spid="5">
                                            <p:txEl>
                                              <p:pRg st="8" end="8"/>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5">
                                            <p:txEl>
                                              <p:pRg st="9" end="9"/>
                                            </p:txEl>
                                          </p:spTgt>
                                        </p:tgtEl>
                                        <p:attrNameLst>
                                          <p:attrName>style.visibility</p:attrName>
                                        </p:attrNameLst>
                                      </p:cBhvr>
                                      <p:to>
                                        <p:strVal val="visible"/>
                                      </p:to>
                                    </p:set>
                                    <p:animEffect transition="in" filter="fade">
                                      <p:cBhvr>
                                        <p:cTn id="40"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4D8B7-66DA-3FE0-B32A-00AA6CD386AE}"/>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CA70A48D-7AEF-5F4A-345B-2A83027CF183}"/>
              </a:ext>
            </a:extLst>
          </p:cNvPr>
          <p:cNvSpPr/>
          <p:nvPr/>
        </p:nvSpPr>
        <p:spPr>
          <a:xfrm>
            <a:off x="641223" y="3561720"/>
            <a:ext cx="7380920" cy="894107"/>
          </a:xfrm>
          <a:prstGeom prst="rect">
            <a:avLst/>
          </a:prstGeom>
          <a:solidFill>
            <a:schemeClr val="accent6">
              <a:lumMod val="20000"/>
              <a:lumOff val="80000"/>
            </a:schemeClr>
          </a:solidFill>
          <a:ln w="6350">
            <a:solidFill>
              <a:schemeClr val="accent6"/>
            </a:solidFill>
          </a:ln>
        </p:spPr>
        <p:txBody>
          <a:bodyPr wrap="square" rtlCol="0" anchor="ctr">
            <a:noAutofit/>
          </a:bodyPr>
          <a:lstStyle/>
          <a:p>
            <a:pPr algn="l" defTabSz="647670" rtl="0"/>
            <a:endParaRPr lang="en-GB" sz="1700" kern="1200" dirty="0" err="1">
              <a:solidFill>
                <a:srgbClr val="FFFFFF"/>
              </a:solidFill>
              <a:latin typeface="Microsoft New Tai Lue"/>
              <a:ea typeface="+mn-ea"/>
              <a:cs typeface="+mn-cs"/>
            </a:endParaRPr>
          </a:p>
        </p:txBody>
      </p:sp>
      <p:sp>
        <p:nvSpPr>
          <p:cNvPr id="29" name="Rectangle 28">
            <a:extLst>
              <a:ext uri="{FF2B5EF4-FFF2-40B4-BE49-F238E27FC236}">
                <a16:creationId xmlns:a16="http://schemas.microsoft.com/office/drawing/2014/main" id="{E35B4A46-90F1-1C58-BCCA-D96DA3BD74B8}"/>
              </a:ext>
            </a:extLst>
          </p:cNvPr>
          <p:cNvSpPr/>
          <p:nvPr/>
        </p:nvSpPr>
        <p:spPr>
          <a:xfrm>
            <a:off x="641223" y="3118675"/>
            <a:ext cx="7380920" cy="376001"/>
          </a:xfrm>
          <a:prstGeom prst="rect">
            <a:avLst/>
          </a:prstGeom>
          <a:solidFill>
            <a:schemeClr val="accent4">
              <a:lumMod val="20000"/>
              <a:lumOff val="80000"/>
            </a:schemeClr>
          </a:solidFill>
          <a:ln w="6350">
            <a:solidFill>
              <a:schemeClr val="accent4"/>
            </a:solidFill>
          </a:ln>
        </p:spPr>
        <p:txBody>
          <a:bodyPr wrap="square" rtlCol="0" anchor="ctr">
            <a:noAutofit/>
          </a:bodyPr>
          <a:lstStyle/>
          <a:p>
            <a:pPr algn="l" defTabSz="647670" rtl="0"/>
            <a:endParaRPr lang="en-GB" sz="1700" kern="1200" dirty="0" err="1">
              <a:solidFill>
                <a:srgbClr val="FFFFFF"/>
              </a:solidFill>
              <a:latin typeface="Microsoft New Tai Lue"/>
              <a:ea typeface="+mn-ea"/>
              <a:cs typeface="+mn-cs"/>
            </a:endParaRPr>
          </a:p>
        </p:txBody>
      </p:sp>
      <p:sp>
        <p:nvSpPr>
          <p:cNvPr id="4" name="Title 3">
            <a:extLst>
              <a:ext uri="{FF2B5EF4-FFF2-40B4-BE49-F238E27FC236}">
                <a16:creationId xmlns:a16="http://schemas.microsoft.com/office/drawing/2014/main" id="{B13C4EBC-F1B6-858C-672F-D164C4E36082}"/>
              </a:ext>
            </a:extLst>
          </p:cNvPr>
          <p:cNvSpPr>
            <a:spLocks noGrp="1"/>
          </p:cNvSpPr>
          <p:nvPr>
            <p:ph type="title"/>
          </p:nvPr>
        </p:nvSpPr>
        <p:spPr/>
        <p:txBody>
          <a:bodyPr/>
          <a:lstStyle/>
          <a:p>
            <a:r>
              <a:rPr lang="en-GB" dirty="0">
                <a:ea typeface="Open Sans Extrabold"/>
                <a:cs typeface="Microsoft New Tai Lue"/>
              </a:rPr>
              <a:t>Proposal on cryptography for STEM Academy</a:t>
            </a:r>
            <a:endParaRPr lang="en-GB" dirty="0"/>
          </a:p>
        </p:txBody>
      </p:sp>
      <p:sp>
        <p:nvSpPr>
          <p:cNvPr id="5" name="Content Placeholder 4">
            <a:extLst>
              <a:ext uri="{FF2B5EF4-FFF2-40B4-BE49-F238E27FC236}">
                <a16:creationId xmlns:a16="http://schemas.microsoft.com/office/drawing/2014/main" id="{B1655CB2-EDA0-C856-C586-D09E411EBD6C}"/>
              </a:ext>
            </a:extLst>
          </p:cNvPr>
          <p:cNvSpPr>
            <a:spLocks noGrp="1"/>
          </p:cNvSpPr>
          <p:nvPr>
            <p:ph idx="1"/>
          </p:nvPr>
        </p:nvSpPr>
        <p:spPr>
          <a:xfrm>
            <a:off x="3580387" y="1189152"/>
            <a:ext cx="1474102" cy="261610"/>
          </a:xfrm>
        </p:spPr>
        <p:txBody>
          <a:bodyPr vert="horz" wrap="square" lIns="0" tIns="0" rIns="0" bIns="0" rtlCol="0" anchor="t">
            <a:spAutoFit/>
          </a:bodyPr>
          <a:lstStyle/>
          <a:p>
            <a:pPr marL="0" indent="0" algn="ctr">
              <a:buNone/>
            </a:pPr>
            <a:r>
              <a:rPr lang="it-IT" dirty="0">
                <a:solidFill>
                  <a:srgbClr val="000000"/>
                </a:solidFill>
                <a:cs typeface="Microsoft New Tai Lue"/>
              </a:rPr>
              <a:t>Cryptography</a:t>
            </a:r>
            <a:endParaRPr lang="da-DK" dirty="0"/>
          </a:p>
        </p:txBody>
      </p:sp>
      <p:sp>
        <p:nvSpPr>
          <p:cNvPr id="3" name="Slide Number Placeholder 2">
            <a:extLst>
              <a:ext uri="{FF2B5EF4-FFF2-40B4-BE49-F238E27FC236}">
                <a16:creationId xmlns:a16="http://schemas.microsoft.com/office/drawing/2014/main" id="{2F2D7E87-0C00-E51E-1D0A-A2D82CBEF8F3}"/>
              </a:ext>
            </a:extLst>
          </p:cNvPr>
          <p:cNvSpPr>
            <a:spLocks noGrp="1"/>
          </p:cNvSpPr>
          <p:nvPr>
            <p:ph type="sldNum" sz="quarter" idx="12"/>
          </p:nvPr>
        </p:nvSpPr>
        <p:spPr/>
        <p:txBody>
          <a:bodyPr/>
          <a:lstStyle/>
          <a:p>
            <a:pPr defTabSz="647670" rtl="0"/>
            <a:fld id="{091A926C-488A-4E3E-9C21-57CAA120E114}" type="slidenum">
              <a:rPr lang="en-GB" kern="1200">
                <a:latin typeface="Microsoft New Tai Lue"/>
                <a:ea typeface="+mn-ea"/>
                <a:cs typeface="+mn-cs"/>
              </a:rPr>
              <a:pPr defTabSz="647670" rtl="0"/>
              <a:t>39</a:t>
            </a:fld>
            <a:endParaRPr lang="en-GB" kern="1200">
              <a:latin typeface="Microsoft New Tai Lue"/>
              <a:ea typeface="+mn-ea"/>
              <a:cs typeface="+mn-cs"/>
            </a:endParaRPr>
          </a:p>
        </p:txBody>
      </p:sp>
      <p:sp>
        <p:nvSpPr>
          <p:cNvPr id="2" name="Content Placeholder 4">
            <a:extLst>
              <a:ext uri="{FF2B5EF4-FFF2-40B4-BE49-F238E27FC236}">
                <a16:creationId xmlns:a16="http://schemas.microsoft.com/office/drawing/2014/main" id="{679BED91-CF12-9D61-FF0F-80F763AADF6D}"/>
              </a:ext>
            </a:extLst>
          </p:cNvPr>
          <p:cNvSpPr txBox="1">
            <a:spLocks/>
          </p:cNvSpPr>
          <p:nvPr/>
        </p:nvSpPr>
        <p:spPr>
          <a:xfrm>
            <a:off x="1015787" y="2391715"/>
            <a:ext cx="1474102" cy="612988"/>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700" spc="42" dirty="0">
                <a:solidFill>
                  <a:srgbClr val="000000"/>
                </a:solidFill>
                <a:latin typeface="Microsoft New Tai Lue"/>
                <a:cs typeface="Microsoft New Tai Lue"/>
              </a:rPr>
              <a:t>Symmetric</a:t>
            </a:r>
          </a:p>
          <a:p>
            <a:pPr marL="0" indent="0" algn="ctr" defTabSz="647670">
              <a:spcBef>
                <a:spcPts val="708"/>
              </a:spcBef>
              <a:buNone/>
            </a:pPr>
            <a:r>
              <a:rPr lang="it-IT" sz="1700" spc="42" dirty="0">
                <a:solidFill>
                  <a:srgbClr val="000000"/>
                </a:solidFill>
                <a:latin typeface="Microsoft New Tai Lue"/>
                <a:cs typeface="Microsoft New Tai Lue"/>
              </a:rPr>
              <a:t>(Private key)</a:t>
            </a:r>
            <a:endParaRPr lang="it-IT" sz="1700" spc="42" dirty="0">
              <a:solidFill>
                <a:srgbClr val="000000"/>
              </a:solidFill>
              <a:latin typeface="Microsoft New Tai Lue"/>
            </a:endParaRPr>
          </a:p>
        </p:txBody>
      </p:sp>
      <p:sp>
        <p:nvSpPr>
          <p:cNvPr id="7" name="Content Placeholder 4">
            <a:extLst>
              <a:ext uri="{FF2B5EF4-FFF2-40B4-BE49-F238E27FC236}">
                <a16:creationId xmlns:a16="http://schemas.microsoft.com/office/drawing/2014/main" id="{7642EF86-DB55-EEF7-59C0-4D2EBEC310B1}"/>
              </a:ext>
            </a:extLst>
          </p:cNvPr>
          <p:cNvSpPr txBox="1">
            <a:spLocks/>
          </p:cNvSpPr>
          <p:nvPr/>
        </p:nvSpPr>
        <p:spPr>
          <a:xfrm>
            <a:off x="2820036" y="1460456"/>
            <a:ext cx="2994803" cy="196208"/>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275" spc="42" dirty="0">
                <a:solidFill>
                  <a:srgbClr val="000000"/>
                </a:solidFill>
                <a:latin typeface="Microsoft New Tai Lue"/>
                <a:cs typeface="Microsoft New Tai Lue"/>
              </a:rPr>
              <a:t>Introduction and historical references</a:t>
            </a:r>
            <a:endParaRPr lang="it-IT" sz="1275" spc="42" dirty="0">
              <a:solidFill>
                <a:srgbClr val="000000"/>
              </a:solidFill>
              <a:latin typeface="Microsoft New Tai Lue"/>
            </a:endParaRPr>
          </a:p>
        </p:txBody>
      </p:sp>
      <p:sp>
        <p:nvSpPr>
          <p:cNvPr id="9" name="Content Placeholder 4">
            <a:extLst>
              <a:ext uri="{FF2B5EF4-FFF2-40B4-BE49-F238E27FC236}">
                <a16:creationId xmlns:a16="http://schemas.microsoft.com/office/drawing/2014/main" id="{8E5906A6-EFF1-02BF-728B-F5FCDF871EF0}"/>
              </a:ext>
            </a:extLst>
          </p:cNvPr>
          <p:cNvSpPr txBox="1">
            <a:spLocks/>
          </p:cNvSpPr>
          <p:nvPr/>
        </p:nvSpPr>
        <p:spPr>
          <a:xfrm>
            <a:off x="6146113" y="2391715"/>
            <a:ext cx="1474102" cy="612988"/>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700" spc="42" dirty="0">
                <a:solidFill>
                  <a:srgbClr val="000000"/>
                </a:solidFill>
                <a:latin typeface="Microsoft New Tai Lue"/>
                <a:cs typeface="Microsoft New Tai Lue"/>
              </a:rPr>
              <a:t>Asymmetric</a:t>
            </a:r>
          </a:p>
          <a:p>
            <a:pPr marL="0" indent="0" algn="ctr" defTabSz="647670">
              <a:spcBef>
                <a:spcPts val="708"/>
              </a:spcBef>
              <a:buNone/>
            </a:pPr>
            <a:r>
              <a:rPr lang="it-IT" sz="1700" spc="42" dirty="0">
                <a:solidFill>
                  <a:srgbClr val="000000"/>
                </a:solidFill>
                <a:latin typeface="Microsoft New Tai Lue"/>
                <a:cs typeface="Microsoft New Tai Lue"/>
              </a:rPr>
              <a:t>(Public key)</a:t>
            </a:r>
            <a:endParaRPr lang="it-IT" sz="1700" spc="42" dirty="0">
              <a:solidFill>
                <a:srgbClr val="000000"/>
              </a:solidFill>
              <a:latin typeface="Microsoft New Tai Lue"/>
            </a:endParaRPr>
          </a:p>
        </p:txBody>
      </p:sp>
      <p:cxnSp>
        <p:nvCxnSpPr>
          <p:cNvPr id="11" name="Straight Arrow Connector 10">
            <a:extLst>
              <a:ext uri="{FF2B5EF4-FFF2-40B4-BE49-F238E27FC236}">
                <a16:creationId xmlns:a16="http://schemas.microsoft.com/office/drawing/2014/main" id="{6D682FA9-7304-74D1-8158-2C8041B131A4}"/>
              </a:ext>
            </a:extLst>
          </p:cNvPr>
          <p:cNvCxnSpPr>
            <a:cxnSpLocks/>
            <a:stCxn id="7" idx="1"/>
            <a:endCxn id="2" idx="0"/>
          </p:cNvCxnSpPr>
          <p:nvPr/>
        </p:nvCxnSpPr>
        <p:spPr>
          <a:xfrm flipH="1">
            <a:off x="1752838" y="1558560"/>
            <a:ext cx="1067198" cy="833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C085C1ED-5415-659C-C468-7295A51C1B57}"/>
              </a:ext>
            </a:extLst>
          </p:cNvPr>
          <p:cNvCxnSpPr>
            <a:cxnSpLocks/>
            <a:stCxn id="7" idx="3"/>
            <a:endCxn id="9" idx="0"/>
          </p:cNvCxnSpPr>
          <p:nvPr/>
        </p:nvCxnSpPr>
        <p:spPr>
          <a:xfrm>
            <a:off x="5814839" y="1558560"/>
            <a:ext cx="1068325" cy="83315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Content Placeholder 4">
            <a:extLst>
              <a:ext uri="{FF2B5EF4-FFF2-40B4-BE49-F238E27FC236}">
                <a16:creationId xmlns:a16="http://schemas.microsoft.com/office/drawing/2014/main" id="{90DA58A4-EBE6-5593-C357-DBB33C7DFD91}"/>
              </a:ext>
            </a:extLst>
          </p:cNvPr>
          <p:cNvSpPr txBox="1">
            <a:spLocks/>
          </p:cNvSpPr>
          <p:nvPr/>
        </p:nvSpPr>
        <p:spPr>
          <a:xfrm>
            <a:off x="2765354" y="2530755"/>
            <a:ext cx="3105294" cy="196208"/>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275" spc="42" dirty="0">
                <a:solidFill>
                  <a:srgbClr val="000000"/>
                </a:solidFill>
                <a:latin typeface="Microsoft New Tai Lue"/>
                <a:cs typeface="Microsoft New Tai Lue"/>
              </a:rPr>
              <a:t>Principles, potentialities and limitations</a:t>
            </a:r>
            <a:endParaRPr lang="it-IT" sz="1275" spc="42" dirty="0">
              <a:solidFill>
                <a:srgbClr val="000000"/>
              </a:solidFill>
              <a:latin typeface="Microsoft New Tai Lue"/>
            </a:endParaRPr>
          </a:p>
        </p:txBody>
      </p:sp>
      <p:cxnSp>
        <p:nvCxnSpPr>
          <p:cNvPr id="19" name="Straight Arrow Connector 18">
            <a:extLst>
              <a:ext uri="{FF2B5EF4-FFF2-40B4-BE49-F238E27FC236}">
                <a16:creationId xmlns:a16="http://schemas.microsoft.com/office/drawing/2014/main" id="{CC314C64-2DD9-523E-7B3C-67B4F57815FB}"/>
              </a:ext>
            </a:extLst>
          </p:cNvPr>
          <p:cNvCxnSpPr>
            <a:cxnSpLocks/>
          </p:cNvCxnSpPr>
          <p:nvPr/>
        </p:nvCxnSpPr>
        <p:spPr>
          <a:xfrm>
            <a:off x="2687707" y="2834761"/>
            <a:ext cx="336995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1" name="Content Placeholder 4">
            <a:extLst>
              <a:ext uri="{FF2B5EF4-FFF2-40B4-BE49-F238E27FC236}">
                <a16:creationId xmlns:a16="http://schemas.microsoft.com/office/drawing/2014/main" id="{6EFD5B52-CE6D-006F-67EA-315A8AEACBDB}"/>
              </a:ext>
            </a:extLst>
          </p:cNvPr>
          <p:cNvSpPr txBox="1">
            <a:spLocks/>
          </p:cNvSpPr>
          <p:nvPr/>
        </p:nvSpPr>
        <p:spPr>
          <a:xfrm>
            <a:off x="976513" y="3209666"/>
            <a:ext cx="1552648" cy="196208"/>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275" spc="42" dirty="0">
                <a:solidFill>
                  <a:srgbClr val="000000"/>
                </a:solidFill>
                <a:latin typeface="Microsoft New Tai Lue"/>
                <a:cs typeface="Microsoft New Tai Lue"/>
              </a:rPr>
              <a:t>Caesar cypher</a:t>
            </a:r>
            <a:endParaRPr lang="it-IT" sz="1275" spc="42" dirty="0">
              <a:solidFill>
                <a:srgbClr val="000000"/>
              </a:solidFill>
              <a:latin typeface="Microsoft New Tai Lue"/>
            </a:endParaRPr>
          </a:p>
        </p:txBody>
      </p:sp>
      <p:sp>
        <p:nvSpPr>
          <p:cNvPr id="22" name="Content Placeholder 4">
            <a:extLst>
              <a:ext uri="{FF2B5EF4-FFF2-40B4-BE49-F238E27FC236}">
                <a16:creationId xmlns:a16="http://schemas.microsoft.com/office/drawing/2014/main" id="{AD1C4F56-FD56-2E80-9FA9-FF65857D61E2}"/>
              </a:ext>
            </a:extLst>
          </p:cNvPr>
          <p:cNvSpPr txBox="1">
            <a:spLocks/>
          </p:cNvSpPr>
          <p:nvPr/>
        </p:nvSpPr>
        <p:spPr>
          <a:xfrm>
            <a:off x="6106839" y="3209665"/>
            <a:ext cx="1552648" cy="196208"/>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275" spc="42" dirty="0">
                <a:solidFill>
                  <a:srgbClr val="000000"/>
                </a:solidFill>
                <a:latin typeface="Microsoft New Tai Lue"/>
                <a:cs typeface="Microsoft New Tai Lue"/>
              </a:rPr>
              <a:t>RSA</a:t>
            </a:r>
            <a:endParaRPr lang="it-IT" sz="1275" spc="42" dirty="0">
              <a:solidFill>
                <a:srgbClr val="000000"/>
              </a:solidFill>
              <a:latin typeface="Microsoft New Tai Lue"/>
            </a:endParaRPr>
          </a:p>
        </p:txBody>
      </p:sp>
      <p:sp>
        <p:nvSpPr>
          <p:cNvPr id="23" name="Content Placeholder 4">
            <a:extLst>
              <a:ext uri="{FF2B5EF4-FFF2-40B4-BE49-F238E27FC236}">
                <a16:creationId xmlns:a16="http://schemas.microsoft.com/office/drawing/2014/main" id="{CA94A0A7-A17A-1576-93CD-3645DE78D824}"/>
              </a:ext>
            </a:extLst>
          </p:cNvPr>
          <p:cNvSpPr txBox="1">
            <a:spLocks/>
          </p:cNvSpPr>
          <p:nvPr/>
        </p:nvSpPr>
        <p:spPr>
          <a:xfrm>
            <a:off x="976512" y="3674537"/>
            <a:ext cx="1552648" cy="196208"/>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275" spc="42" dirty="0">
                <a:solidFill>
                  <a:srgbClr val="000000"/>
                </a:solidFill>
                <a:latin typeface="Microsoft New Tai Lue"/>
                <a:cs typeface="Microsoft New Tai Lue"/>
              </a:rPr>
              <a:t>Modular arithmetic</a:t>
            </a:r>
            <a:endParaRPr lang="it-IT" sz="1275" spc="42" dirty="0">
              <a:solidFill>
                <a:srgbClr val="000000"/>
              </a:solidFill>
              <a:latin typeface="Microsoft New Tai Lue"/>
            </a:endParaRPr>
          </a:p>
        </p:txBody>
      </p:sp>
      <p:sp>
        <p:nvSpPr>
          <p:cNvPr id="24" name="Content Placeholder 4">
            <a:extLst>
              <a:ext uri="{FF2B5EF4-FFF2-40B4-BE49-F238E27FC236}">
                <a16:creationId xmlns:a16="http://schemas.microsoft.com/office/drawing/2014/main" id="{2D72B907-D127-7AA0-7946-B6A57E1ACCC4}"/>
              </a:ext>
            </a:extLst>
          </p:cNvPr>
          <p:cNvSpPr txBox="1">
            <a:spLocks/>
          </p:cNvSpPr>
          <p:nvPr/>
        </p:nvSpPr>
        <p:spPr>
          <a:xfrm>
            <a:off x="5814839" y="3674536"/>
            <a:ext cx="2207305" cy="678391"/>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275" spc="42" dirty="0">
                <a:solidFill>
                  <a:srgbClr val="000000"/>
                </a:solidFill>
                <a:latin typeface="Microsoft New Tai Lue"/>
                <a:cs typeface="Microsoft New Tai Lue"/>
              </a:rPr>
              <a:t>Euclidean algorithm for greatest common divisor</a:t>
            </a:r>
          </a:p>
          <a:p>
            <a:pPr marL="0" indent="0" algn="ctr" defTabSz="647670">
              <a:spcBef>
                <a:spcPts val="708"/>
              </a:spcBef>
              <a:buNone/>
            </a:pPr>
            <a:r>
              <a:rPr lang="it-IT" sz="1275" spc="42" dirty="0">
                <a:solidFill>
                  <a:srgbClr val="000000"/>
                </a:solidFill>
                <a:latin typeface="Microsoft New Tai Lue"/>
                <a:cs typeface="Microsoft New Tai Lue"/>
              </a:rPr>
              <a:t>Algebra of prime numbers</a:t>
            </a:r>
            <a:endParaRPr lang="it-IT" sz="1275" spc="42" dirty="0">
              <a:solidFill>
                <a:srgbClr val="000000"/>
              </a:solidFill>
              <a:latin typeface="Microsoft New Tai Lue"/>
            </a:endParaRPr>
          </a:p>
        </p:txBody>
      </p:sp>
      <p:sp>
        <p:nvSpPr>
          <p:cNvPr id="25" name="Content Placeholder 4">
            <a:extLst>
              <a:ext uri="{FF2B5EF4-FFF2-40B4-BE49-F238E27FC236}">
                <a16:creationId xmlns:a16="http://schemas.microsoft.com/office/drawing/2014/main" id="{C7D4C606-61FA-08D1-9792-521B1869F57D}"/>
              </a:ext>
            </a:extLst>
          </p:cNvPr>
          <p:cNvSpPr txBox="1">
            <a:spLocks/>
          </p:cNvSpPr>
          <p:nvPr/>
        </p:nvSpPr>
        <p:spPr>
          <a:xfrm>
            <a:off x="3785244" y="3209665"/>
            <a:ext cx="1064386" cy="196208"/>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275" b="1" spc="42" dirty="0">
                <a:solidFill>
                  <a:srgbClr val="000000"/>
                </a:solidFill>
                <a:latin typeface="Microsoft New Tai Lue"/>
                <a:cs typeface="Microsoft New Tai Lue"/>
              </a:rPr>
              <a:t>EXAMPLE</a:t>
            </a:r>
            <a:endParaRPr lang="it-IT" sz="1275" b="1" spc="42" dirty="0">
              <a:solidFill>
                <a:srgbClr val="000000"/>
              </a:solidFill>
              <a:latin typeface="Microsoft New Tai Lue"/>
            </a:endParaRPr>
          </a:p>
        </p:txBody>
      </p:sp>
      <p:sp>
        <p:nvSpPr>
          <p:cNvPr id="26" name="Content Placeholder 4">
            <a:extLst>
              <a:ext uri="{FF2B5EF4-FFF2-40B4-BE49-F238E27FC236}">
                <a16:creationId xmlns:a16="http://schemas.microsoft.com/office/drawing/2014/main" id="{BEE28850-9170-9258-F4EE-56F6FA66EC2C}"/>
              </a:ext>
            </a:extLst>
          </p:cNvPr>
          <p:cNvSpPr txBox="1">
            <a:spLocks/>
          </p:cNvSpPr>
          <p:nvPr/>
        </p:nvSpPr>
        <p:spPr>
          <a:xfrm>
            <a:off x="3785244" y="3674537"/>
            <a:ext cx="1064386" cy="196208"/>
          </a:xfrm>
          <a:prstGeom prst="rect">
            <a:avLst/>
          </a:prstGeom>
        </p:spPr>
        <p:txBody>
          <a:bodyPr vert="horz" wrap="square" lIns="0" tIns="0" rIns="0" bIns="0" rtlCol="0" anchor="t">
            <a:spAutoFit/>
          </a:bodyPr>
          <a:lstStyle>
            <a:lvl1pPr marL="360000" indent="-360000" algn="l" defTabSz="914400" rtl="0" eaLnBrk="1" latinLnBrk="0" hangingPunct="1">
              <a:lnSpc>
                <a:spcPct val="100000"/>
              </a:lnSpc>
              <a:spcBef>
                <a:spcPts val="1000"/>
              </a:spcBef>
              <a:buFont typeface="Arial" panose="020B0604020202020204" pitchFamily="34" charset="0"/>
              <a:buChar char="•"/>
              <a:defRPr lang="da-DK" sz="2400" b="0" i="0" kern="1200" spc="60" baseline="0" dirty="0" smtClean="0">
                <a:solidFill>
                  <a:schemeClr val="tx1"/>
                </a:solidFill>
                <a:latin typeface="+mn-lt"/>
                <a:ea typeface="+mn-ea"/>
                <a:cs typeface="Microsoft New Tai Lue" panose="020B0502040204020203" pitchFamily="34" charset="0"/>
              </a:defRPr>
            </a:lvl1pPr>
            <a:lvl2pPr marL="719138" marR="0" indent="-358775" algn="l" defTabSz="914400" rtl="0" eaLnBrk="1" fontAlgn="auto" latinLnBrk="0" hangingPunct="1">
              <a:lnSpc>
                <a:spcPct val="100000"/>
              </a:lnSpc>
              <a:spcBef>
                <a:spcPts val="500"/>
              </a:spcBef>
              <a:spcAft>
                <a:spcPts val="0"/>
              </a:spcAft>
              <a:buClrTx/>
              <a:buSzTx/>
              <a:buFont typeface="Arial" panose="020B0604020202020204" pitchFamily="34" charset="0"/>
              <a:buChar char="•"/>
              <a:tabLst/>
              <a:defRPr lang="da-DK" sz="2000" b="0" i="0" kern="1200" spc="60" baseline="0" dirty="0" smtClean="0">
                <a:solidFill>
                  <a:schemeClr val="tx1"/>
                </a:solidFill>
                <a:latin typeface="+mn-lt"/>
                <a:ea typeface="+mn-ea"/>
                <a:cs typeface="Microsoft New Tai Lue" panose="020B0502040204020203" pitchFamily="34" charset="0"/>
              </a:defRPr>
            </a:lvl2pPr>
            <a:lvl3pPr marL="1072800" indent="-352800" algn="l" defTabSz="914400" rtl="0" eaLnBrk="1" latinLnBrk="0" hangingPunct="1">
              <a:lnSpc>
                <a:spcPct val="90000"/>
              </a:lnSpc>
              <a:spcBef>
                <a:spcPts val="500"/>
              </a:spcBef>
              <a:buFont typeface="Arial" panose="020B0604020202020204" pitchFamily="34" charset="0"/>
              <a:buChar char="•"/>
              <a:defRPr lang="da-DK" sz="1800" b="0" i="0" kern="1200" baseline="0" dirty="0" smtClean="0">
                <a:solidFill>
                  <a:schemeClr val="tx1"/>
                </a:solidFill>
                <a:latin typeface="+mn-lt"/>
                <a:ea typeface="+mn-ea"/>
                <a:cs typeface="Microsoft New Tai Lue" panose="020B0502040204020203" pitchFamily="34" charset="0"/>
              </a:defRPr>
            </a:lvl3pPr>
            <a:lvl4pPr marL="719138" indent="0" algn="l" defTabSz="914400" rtl="0" eaLnBrk="1" latinLnBrk="0" hangingPunct="1">
              <a:lnSpc>
                <a:spcPct val="90000"/>
              </a:lnSpc>
              <a:spcBef>
                <a:spcPts val="500"/>
              </a:spcBef>
              <a:buFont typeface="Arial" panose="020B0604020202020204" pitchFamily="34" charset="0"/>
              <a:buNone/>
              <a:defRPr lang="da-DK" sz="1800" b="0" i="0" kern="1200">
                <a:solidFill>
                  <a:schemeClr val="tx1"/>
                </a:solidFill>
                <a:latin typeface="+mn-lt"/>
                <a:ea typeface="+mn-ea"/>
                <a:cs typeface="Microsoft New Tai Lue" panose="020B0502040204020203" pitchFamily="34" charset="0"/>
              </a:defRPr>
            </a:lvl4pPr>
            <a:lvl5pPr marL="1072800" indent="-352800" algn="l" defTabSz="914400" rtl="0" eaLnBrk="1" latinLnBrk="0" hangingPunct="1">
              <a:lnSpc>
                <a:spcPct val="90000"/>
              </a:lnSpc>
              <a:spcBef>
                <a:spcPts val="500"/>
              </a:spcBef>
              <a:buFont typeface="Arial" panose="020B0604020202020204" pitchFamily="34" charset="0"/>
              <a:buChar char="•"/>
              <a:defRPr lang="da-DK" sz="1800" b="0" i="0" kern="1200" spc="60" baseline="0" dirty="0" smtClean="0">
                <a:solidFill>
                  <a:schemeClr val="tx1"/>
                </a:solidFill>
                <a:latin typeface="+mn-lt"/>
                <a:ea typeface="+mn-ea"/>
                <a:cs typeface="Microsoft New Tai Lue" panose="020B0502040204020203" pitchFamily="34" charset="0"/>
              </a:defRPr>
            </a:lvl5pPr>
            <a:lvl6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6pPr>
            <a:lvl7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7pPr>
            <a:lvl8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8pPr>
            <a:lvl9pPr marL="1072800" indent="-352800" algn="l" defTabSz="914400" rtl="0" eaLnBrk="1" latinLnBrk="0" hangingPunct="1">
              <a:lnSpc>
                <a:spcPct val="90000"/>
              </a:lnSpc>
              <a:spcBef>
                <a:spcPts val="500"/>
              </a:spcBef>
              <a:buFont typeface="Arial" panose="020B0604020202020204" pitchFamily="34" charset="0"/>
              <a:buChar char="•"/>
              <a:defRPr lang="da-DK" sz="1800" b="0" i="0" kern="1200" dirty="0" smtClean="0">
                <a:solidFill>
                  <a:schemeClr val="tx1"/>
                </a:solidFill>
                <a:latin typeface="+mn-lt"/>
                <a:ea typeface="+mn-ea"/>
                <a:cs typeface="Microsoft New Tai Lue" panose="020B0502040204020203" pitchFamily="34" charset="0"/>
              </a:defRPr>
            </a:lvl9pPr>
          </a:lstStyle>
          <a:p>
            <a:pPr marL="0" indent="0" algn="ctr" defTabSz="647670">
              <a:spcBef>
                <a:spcPts val="708"/>
              </a:spcBef>
              <a:buNone/>
            </a:pPr>
            <a:r>
              <a:rPr lang="it-IT" sz="1275" b="1" spc="42" dirty="0">
                <a:solidFill>
                  <a:srgbClr val="000000"/>
                </a:solidFill>
                <a:latin typeface="Microsoft New Tai Lue"/>
                <a:cs typeface="Microsoft New Tai Lue"/>
              </a:rPr>
              <a:t>MATHS</a:t>
            </a:r>
            <a:endParaRPr lang="it-IT" sz="1275" b="1" spc="42" dirty="0">
              <a:solidFill>
                <a:srgbClr val="000000"/>
              </a:solidFill>
              <a:latin typeface="Microsoft New Tai Lue"/>
            </a:endParaRPr>
          </a:p>
        </p:txBody>
      </p:sp>
    </p:spTree>
    <p:extLst>
      <p:ext uri="{BB962C8B-B14F-4D97-AF65-F5344CB8AC3E}">
        <p14:creationId xmlns:p14="http://schemas.microsoft.com/office/powerpoint/2010/main" val="2010593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animEffect transition="in" filter="fade">
                                      <p:cBhvr>
                                        <p:cTn id="19" dur="500"/>
                                        <p:tgtEl>
                                          <p:spTgt spid="17">
                                            <p:txEl>
                                              <p:pRg st="0" end="0"/>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1">
                                            <p:txEl>
                                              <p:pRg st="0" end="0"/>
                                            </p:txEl>
                                          </p:spTgt>
                                        </p:tgtEl>
                                        <p:attrNameLst>
                                          <p:attrName>style.visibility</p:attrName>
                                        </p:attrNameLst>
                                      </p:cBhvr>
                                      <p:to>
                                        <p:strVal val="visible"/>
                                      </p:to>
                                    </p:set>
                                    <p:animEffect transition="in" filter="fade">
                                      <p:cBhvr>
                                        <p:cTn id="27" dur="500"/>
                                        <p:tgtEl>
                                          <p:spTgt spid="21">
                                            <p:txEl>
                                              <p:pRg st="0" end="0"/>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5">
                                            <p:txEl>
                                              <p:pRg st="0" end="0"/>
                                            </p:txEl>
                                          </p:spTgt>
                                        </p:tgtEl>
                                        <p:attrNameLst>
                                          <p:attrName>style.visibility</p:attrName>
                                        </p:attrNameLst>
                                      </p:cBhvr>
                                      <p:to>
                                        <p:strVal val="visible"/>
                                      </p:to>
                                    </p:set>
                                    <p:animEffect transition="in" filter="fade">
                                      <p:cBhvr>
                                        <p:cTn id="30" dur="500"/>
                                        <p:tgtEl>
                                          <p:spTgt spid="25">
                                            <p:txEl>
                                              <p:pRg st="0" end="0"/>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22">
                                            <p:txEl>
                                              <p:pRg st="0" end="0"/>
                                            </p:txEl>
                                          </p:spTgt>
                                        </p:tgtEl>
                                        <p:attrNameLst>
                                          <p:attrName>style.visibility</p:attrName>
                                        </p:attrNameLst>
                                      </p:cBhvr>
                                      <p:to>
                                        <p:strVal val="visible"/>
                                      </p:to>
                                    </p:set>
                                    <p:animEffect transition="in" filter="fade">
                                      <p:cBhvr>
                                        <p:cTn id="33" dur="500"/>
                                        <p:tgtEl>
                                          <p:spTgt spid="22">
                                            <p:txEl>
                                              <p:pRg st="0" end="0"/>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3">
                                            <p:txEl>
                                              <p:pRg st="0" end="0"/>
                                            </p:txEl>
                                          </p:spTgt>
                                        </p:tgtEl>
                                        <p:attrNameLst>
                                          <p:attrName>style.visibility</p:attrName>
                                        </p:attrNameLst>
                                      </p:cBhvr>
                                      <p:to>
                                        <p:strVal val="visible"/>
                                      </p:to>
                                    </p:set>
                                    <p:animEffect transition="in" filter="fade">
                                      <p:cBhvr>
                                        <p:cTn id="41" dur="500"/>
                                        <p:tgtEl>
                                          <p:spTgt spid="23">
                                            <p:txEl>
                                              <p:pRg st="0" end="0"/>
                                            </p:txEl>
                                          </p:spTgt>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6">
                                            <p:txEl>
                                              <p:pRg st="0" end="0"/>
                                            </p:txEl>
                                          </p:spTgt>
                                        </p:tgtEl>
                                        <p:attrNameLst>
                                          <p:attrName>style.visibility</p:attrName>
                                        </p:attrNameLst>
                                      </p:cBhvr>
                                      <p:to>
                                        <p:strVal val="visible"/>
                                      </p:to>
                                    </p:set>
                                    <p:animEffect transition="in" filter="fade">
                                      <p:cBhvr>
                                        <p:cTn id="44" dur="500"/>
                                        <p:tgtEl>
                                          <p:spTgt spid="26">
                                            <p:txEl>
                                              <p:pRg st="0" end="0"/>
                                            </p:txEl>
                                          </p:spTgt>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4">
                                            <p:txEl>
                                              <p:pRg st="0" end="0"/>
                                            </p:txEl>
                                          </p:spTgt>
                                        </p:tgtEl>
                                        <p:attrNameLst>
                                          <p:attrName>style.visibility</p:attrName>
                                        </p:attrNameLst>
                                      </p:cBhvr>
                                      <p:to>
                                        <p:strVal val="visible"/>
                                      </p:to>
                                    </p:set>
                                    <p:animEffect transition="in" filter="fade">
                                      <p:cBhvr>
                                        <p:cTn id="47" dur="500"/>
                                        <p:tgtEl>
                                          <p:spTgt spid="24">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xEl>
                                              <p:pRg st="1" end="1"/>
                                            </p:txEl>
                                          </p:spTgt>
                                        </p:tgtEl>
                                        <p:attrNameLst>
                                          <p:attrName>style.visibility</p:attrName>
                                        </p:attrNameLst>
                                      </p:cBhvr>
                                      <p:to>
                                        <p:strVal val="visible"/>
                                      </p:to>
                                    </p:set>
                                    <p:animEffect transition="in" filter="fade">
                                      <p:cBhvr>
                                        <p:cTn id="50" dur="500"/>
                                        <p:tgtEl>
                                          <p:spTgt spid="24">
                                            <p:txEl>
                                              <p:pRg st="1" end="1"/>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9" grpId="0" animBg="1"/>
      <p:bldP spid="2" grpId="0"/>
      <p:bldP spid="9" grpId="0"/>
      <p:bldP spid="17" grpId="0" build="allAtOnce"/>
      <p:bldP spid="21" grpId="0" build="allAtOnce"/>
      <p:bldP spid="22" grpId="0" build="allAtOnce"/>
      <p:bldP spid="23" grpId="0" build="allAtOnce"/>
      <p:bldP spid="24" grpId="0" build="allAtOnce"/>
      <p:bldP spid="25" grpId="0" build="allAtOnce"/>
      <p:bldP spid="26" grpId="0" build="allAtOnce"/>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8E00A341-03CE-1382-B2EE-CC0F1CC5F856}"/>
            </a:ext>
          </a:extLst>
        </p:cNvPr>
        <p:cNvGrpSpPr/>
        <p:nvPr/>
      </p:nvGrpSpPr>
      <p:grpSpPr>
        <a:xfrm>
          <a:off x="0" y="0"/>
          <a:ext cx="0" cy="0"/>
          <a:chOff x="0" y="0"/>
          <a:chExt cx="0" cy="0"/>
        </a:xfrm>
      </p:grpSpPr>
      <p:sp>
        <p:nvSpPr>
          <p:cNvPr id="2" name="Pladsholder til slidenummer 1">
            <a:extLst>
              <a:ext uri="{FF2B5EF4-FFF2-40B4-BE49-F238E27FC236}">
                <a16:creationId xmlns:a16="http://schemas.microsoft.com/office/drawing/2014/main" id="{6179B3BE-1139-DFD3-7528-4C2799D2C06D}"/>
              </a:ext>
            </a:extLst>
          </p:cNvPr>
          <p:cNvSpPr>
            <a:spLocks noGrp="1"/>
          </p:cNvSpPr>
          <p:nvPr>
            <p:ph type="sldNum" sz="quarter" idx="12"/>
          </p:nvPr>
        </p:nvSpPr>
        <p:spPr/>
        <p:txBody>
          <a:bodyPr/>
          <a:lstStyle/>
          <a:p>
            <a:pPr defTabSz="647670" rtl="0"/>
            <a:fld id="{091A926C-488A-4E3E-9C21-57CAA120E114}" type="slidenum">
              <a:rPr lang="en-GB" kern="1200">
                <a:latin typeface="Microsoft New Tai Lue"/>
                <a:ea typeface="+mn-ea"/>
                <a:cs typeface="+mn-cs"/>
              </a:rPr>
              <a:pPr defTabSz="647670" rtl="0"/>
              <a:t>40</a:t>
            </a:fld>
            <a:endParaRPr lang="en-GB" kern="1200">
              <a:latin typeface="Microsoft New Tai Lue"/>
              <a:ea typeface="+mn-ea"/>
              <a:cs typeface="+mn-cs"/>
            </a:endParaRPr>
          </a:p>
        </p:txBody>
      </p:sp>
      <p:sp>
        <p:nvSpPr>
          <p:cNvPr id="3" name="Text Placeholder 2">
            <a:extLst>
              <a:ext uri="{FF2B5EF4-FFF2-40B4-BE49-F238E27FC236}">
                <a16:creationId xmlns:a16="http://schemas.microsoft.com/office/drawing/2014/main" id="{8DA219B8-9B36-D81B-90ED-9C18825A89D9}"/>
              </a:ext>
            </a:extLst>
          </p:cNvPr>
          <p:cNvSpPr>
            <a:spLocks noGrp="1"/>
          </p:cNvSpPr>
          <p:nvPr>
            <p:ph type="body" sz="quarter" idx="13"/>
          </p:nvPr>
        </p:nvSpPr>
        <p:spPr>
          <a:xfrm>
            <a:off x="0" y="527455"/>
            <a:ext cx="8636000" cy="676817"/>
          </a:xfrm>
        </p:spPr>
        <p:txBody>
          <a:bodyPr/>
          <a:lstStyle/>
          <a:p>
            <a:r>
              <a:rPr lang="en-US" sz="3542" dirty="0"/>
              <a:t>Question hints</a:t>
            </a:r>
            <a:endParaRPr lang="en-GB" sz="3542" dirty="0"/>
          </a:p>
        </p:txBody>
      </p:sp>
      <p:sp>
        <p:nvSpPr>
          <p:cNvPr id="6" name="Text Placeholder 5">
            <a:extLst>
              <a:ext uri="{FF2B5EF4-FFF2-40B4-BE49-F238E27FC236}">
                <a16:creationId xmlns:a16="http://schemas.microsoft.com/office/drawing/2014/main" id="{63D844D3-52D5-C365-0250-A3159A3AF02F}"/>
              </a:ext>
            </a:extLst>
          </p:cNvPr>
          <p:cNvSpPr>
            <a:spLocks noGrp="1"/>
          </p:cNvSpPr>
          <p:nvPr>
            <p:ph type="body" sz="quarter" idx="15"/>
          </p:nvPr>
        </p:nvSpPr>
        <p:spPr>
          <a:xfrm>
            <a:off x="253683" y="1542584"/>
            <a:ext cx="8128635" cy="676817"/>
          </a:xfrm>
        </p:spPr>
        <p:txBody>
          <a:bodyPr/>
          <a:lstStyle/>
          <a:p>
            <a:pPr marL="404793" indent="-404793" algn="just">
              <a:buFont typeface="Arial" panose="020B0604020202020204" pitchFamily="34" charset="0"/>
              <a:buChar char="•"/>
            </a:pPr>
            <a:r>
              <a:rPr lang="en-GB" sz="2550" dirty="0"/>
              <a:t>What are the mathematical </a:t>
            </a:r>
            <a:r>
              <a:rPr lang="en-GB" sz="2550" dirty="0" err="1"/>
              <a:t>compentences</a:t>
            </a:r>
            <a:r>
              <a:rPr lang="en-GB" sz="2550" dirty="0"/>
              <a:t> I can assume the teachers will have?</a:t>
            </a:r>
          </a:p>
          <a:p>
            <a:pPr marL="404793" indent="-404793" algn="just">
              <a:buFont typeface="Arial" panose="020B0604020202020204" pitchFamily="34" charset="0"/>
              <a:buChar char="•"/>
            </a:pPr>
            <a:r>
              <a:rPr lang="en-GB" sz="2550" dirty="0"/>
              <a:t>What about these topics can be relevant for teachers to be taught in their classrooms?</a:t>
            </a:r>
          </a:p>
          <a:p>
            <a:pPr marL="404793" indent="-404793" algn="just">
              <a:buFont typeface="Arial" panose="020B0604020202020204" pitchFamily="34" charset="0"/>
              <a:buChar char="•"/>
            </a:pPr>
            <a:r>
              <a:rPr lang="en-GB" sz="2550" dirty="0"/>
              <a:t>Which theoretical and mathematical knowledge can be useful for the other activities?</a:t>
            </a:r>
          </a:p>
        </p:txBody>
      </p:sp>
    </p:spTree>
    <p:extLst>
      <p:ext uri="{BB962C8B-B14F-4D97-AF65-F5344CB8AC3E}">
        <p14:creationId xmlns:p14="http://schemas.microsoft.com/office/powerpoint/2010/main" val="291292786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98409F2-76D1-3A6F-1203-B84AE2AAFDC0}"/>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2A7B76B7-AA1D-F13D-67F5-33035E47E009}"/>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0" name="Grafik 9">
            <a:extLst>
              <a:ext uri="{FF2B5EF4-FFF2-40B4-BE49-F238E27FC236}">
                <a16:creationId xmlns:a16="http://schemas.microsoft.com/office/drawing/2014/main" id="{F15C62F4-47D7-8694-C575-24E922A8BD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6" name="Tekstfelt 5">
            <a:extLst>
              <a:ext uri="{FF2B5EF4-FFF2-40B4-BE49-F238E27FC236}">
                <a16:creationId xmlns:a16="http://schemas.microsoft.com/office/drawing/2014/main" id="{57036CEC-E2A2-6254-1C59-9FCB9C8B4E52}"/>
              </a:ext>
            </a:extLst>
          </p:cNvPr>
          <p:cNvSpPr txBox="1"/>
          <p:nvPr/>
        </p:nvSpPr>
        <p:spPr>
          <a:xfrm>
            <a:off x="301556" y="302632"/>
            <a:ext cx="8334444" cy="369332"/>
          </a:xfrm>
          <a:prstGeom prst="rect">
            <a:avLst/>
          </a:prstGeom>
          <a:noFill/>
        </p:spPr>
        <p:txBody>
          <a:bodyPr wrap="square" rtlCol="0">
            <a:spAutoFit/>
          </a:bodyPr>
          <a:lstStyle/>
          <a:p>
            <a:r>
              <a:rPr lang="en-GB" b="1" noProof="0" dirty="0">
                <a:latin typeface="Garamond" panose="02020404030301010803" pitchFamily="18" charset="0"/>
              </a:rPr>
              <a:t>PANEL MEETING – COMMENTS ON ‘CRYPTOGRAPHY</a:t>
            </a:r>
            <a:r>
              <a:rPr lang="en-GB" b="1" spc="-55" noProof="0" dirty="0">
                <a:latin typeface="Garamond" panose="02020404030301010803" pitchFamily="18" charset="0"/>
              </a:rPr>
              <a:t>’</a:t>
            </a:r>
            <a:r>
              <a:rPr lang="en-GB" b="1" noProof="0" dirty="0">
                <a:latin typeface="Garamond" panose="02020404030301010803" pitchFamily="18" charset="0"/>
              </a:rPr>
              <a:t> </a:t>
            </a:r>
          </a:p>
        </p:txBody>
      </p:sp>
      <p:pic>
        <p:nvPicPr>
          <p:cNvPr id="18" name="Grafik 17" descr="Cloud Computing med massiv udfyldning">
            <a:extLst>
              <a:ext uri="{FF2B5EF4-FFF2-40B4-BE49-F238E27FC236}">
                <a16:creationId xmlns:a16="http://schemas.microsoft.com/office/drawing/2014/main" id="{FD790DA5-7120-9D26-2C6C-72F941DB2AC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5633" y="2599917"/>
            <a:ext cx="565949" cy="565949"/>
          </a:xfrm>
          <a:prstGeom prst="rect">
            <a:avLst/>
          </a:prstGeom>
        </p:spPr>
      </p:pic>
      <p:sp>
        <p:nvSpPr>
          <p:cNvPr id="7" name="Rectangle 1">
            <a:extLst>
              <a:ext uri="{FF2B5EF4-FFF2-40B4-BE49-F238E27FC236}">
                <a16:creationId xmlns:a16="http://schemas.microsoft.com/office/drawing/2014/main" id="{126E6460-DF6E-82C9-5629-54548EAE37D9}"/>
              </a:ext>
            </a:extLst>
          </p:cNvPr>
          <p:cNvSpPr>
            <a:spLocks noChangeArrowheads="1"/>
          </p:cNvSpPr>
          <p:nvPr/>
        </p:nvSpPr>
        <p:spPr bwMode="auto">
          <a:xfrm>
            <a:off x="622300" y="1857375"/>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3C3BE9D0-56F6-3694-3807-68F5832C7493}"/>
              </a:ext>
            </a:extLst>
          </p:cNvPr>
          <p:cNvSpPr>
            <a:spLocks noChangeArrowheads="1"/>
          </p:cNvSpPr>
          <p:nvPr/>
        </p:nvSpPr>
        <p:spPr bwMode="auto">
          <a:xfrm>
            <a:off x="622300" y="1706563"/>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D53A483F-B0D4-931D-3F97-A4B870C15E12}"/>
              </a:ext>
            </a:extLst>
          </p:cNvPr>
          <p:cNvSpPr txBox="1"/>
          <p:nvPr/>
        </p:nvSpPr>
        <p:spPr>
          <a:xfrm>
            <a:off x="365115" y="784035"/>
            <a:ext cx="8086437" cy="3539430"/>
          </a:xfrm>
          <a:prstGeom prst="rect">
            <a:avLst/>
          </a:prstGeom>
          <a:noFill/>
        </p:spPr>
        <p:txBody>
          <a:bodyPr wrap="square" rtlCol="0">
            <a:spAutoFit/>
          </a:bodyPr>
          <a:lstStyle/>
          <a:p>
            <a:pPr marL="285750" indent="-285750">
              <a:buFont typeface="Arial" panose="020B0604020202020204" pitchFamily="34" charset="0"/>
              <a:buChar char="•"/>
            </a:pPr>
            <a:r>
              <a:rPr lang="en-GB" sz="1600" noProof="0" dirty="0">
                <a:latin typeface="Garamond" panose="02020404030301010803" pitchFamily="18" charset="0"/>
              </a:rPr>
              <a:t>Well known theme in STX schools, often used in SRP papers</a:t>
            </a:r>
            <a:br>
              <a:rPr lang="en-GB" sz="1600" noProof="0" dirty="0">
                <a:latin typeface="Garamond" panose="02020404030301010803" pitchFamily="18" charset="0"/>
              </a:rPr>
            </a:br>
            <a:endParaRPr lang="en-GB" sz="1600" noProof="0" dirty="0">
              <a:latin typeface="Garamond" panose="02020404030301010803" pitchFamily="18" charset="0"/>
            </a:endParaRPr>
          </a:p>
          <a:p>
            <a:pPr marL="285750" indent="-285750">
              <a:buFont typeface="Arial" panose="020B0604020202020204" pitchFamily="34" charset="0"/>
              <a:buChar char="•"/>
            </a:pPr>
            <a:r>
              <a:rPr lang="en-GB" sz="1600" dirty="0">
                <a:latin typeface="Garamond" panose="02020404030301010803" pitchFamily="18" charset="0"/>
              </a:rPr>
              <a:t>Concrete processes using symmetrical/ asymmetrical keys</a:t>
            </a:r>
            <a:br>
              <a:rPr lang="en-GB" sz="1600" dirty="0">
                <a:latin typeface="Garamond" panose="02020404030301010803" pitchFamily="18" charset="0"/>
              </a:rPr>
            </a:br>
            <a:endParaRPr lang="en-GB" sz="1600" dirty="0">
              <a:latin typeface="Garamond" panose="02020404030301010803" pitchFamily="18" charset="0"/>
            </a:endParaRPr>
          </a:p>
          <a:p>
            <a:pPr marL="285750" indent="-285750">
              <a:buFont typeface="Arial" panose="020B0604020202020204" pitchFamily="34" charset="0"/>
              <a:buChar char="•"/>
            </a:pPr>
            <a:r>
              <a:rPr lang="en-GB" sz="1600" noProof="0" dirty="0">
                <a:latin typeface="Garamond" panose="02020404030301010803" pitchFamily="18" charset="0"/>
              </a:rPr>
              <a:t>Works with the informatics guidelines</a:t>
            </a:r>
            <a:br>
              <a:rPr lang="en-GB" sz="1600" noProof="0" dirty="0">
                <a:latin typeface="Garamond" panose="02020404030301010803" pitchFamily="18" charset="0"/>
              </a:rPr>
            </a:br>
            <a:endParaRPr lang="en-GB" sz="1600" noProof="0" dirty="0">
              <a:latin typeface="Garamond" panose="02020404030301010803" pitchFamily="18" charset="0"/>
            </a:endParaRPr>
          </a:p>
          <a:p>
            <a:pPr marL="285750" indent="-285750">
              <a:buFont typeface="Arial" panose="020B0604020202020204" pitchFamily="34" charset="0"/>
              <a:buChar char="•"/>
            </a:pPr>
            <a:r>
              <a:rPr lang="en-GB" sz="1600" dirty="0">
                <a:latin typeface="Garamond" panose="02020404030301010803" pitchFamily="18" charset="0"/>
              </a:rPr>
              <a:t>Could likely work on A-level courses</a:t>
            </a:r>
          </a:p>
          <a:p>
            <a:endParaRPr lang="en-GB" sz="1600" noProof="0" dirty="0">
              <a:latin typeface="Garamond" panose="02020404030301010803" pitchFamily="18" charset="0"/>
            </a:endParaRPr>
          </a:p>
          <a:p>
            <a:endParaRPr lang="en-GB" sz="1600" dirty="0">
              <a:latin typeface="Garamond" panose="02020404030301010803" pitchFamily="18" charset="0"/>
            </a:endParaRPr>
          </a:p>
          <a:p>
            <a:endParaRPr lang="en-GB" sz="1600" noProof="0" dirty="0">
              <a:latin typeface="Garamond" panose="02020404030301010803" pitchFamily="18" charset="0"/>
            </a:endParaRPr>
          </a:p>
          <a:p>
            <a:endParaRPr lang="en-GB" sz="1600" dirty="0">
              <a:latin typeface="Garamond" panose="02020404030301010803" pitchFamily="18" charset="0"/>
            </a:endParaRPr>
          </a:p>
          <a:p>
            <a:endParaRPr lang="en-GB" sz="1600" noProof="0" dirty="0">
              <a:latin typeface="Garamond" panose="02020404030301010803" pitchFamily="18" charset="0"/>
            </a:endParaRPr>
          </a:p>
          <a:p>
            <a:endParaRPr lang="en-GB" sz="1600" dirty="0">
              <a:latin typeface="Garamond" panose="02020404030301010803" pitchFamily="18" charset="0"/>
            </a:endParaRPr>
          </a:p>
          <a:p>
            <a:r>
              <a:rPr lang="en-GB" sz="1600" i="1" noProof="0" dirty="0">
                <a:latin typeface="Garamond" panose="02020404030301010803" pitchFamily="18" charset="0"/>
              </a:rPr>
              <a:t>Note: The theme at the panel </a:t>
            </a:r>
            <a:r>
              <a:rPr lang="en-GB" sz="1600" i="1" noProof="0" dirty="0" err="1">
                <a:latin typeface="Garamond" panose="02020404030301010803" pitchFamily="18" charset="0"/>
              </a:rPr>
              <a:t>meetin</a:t>
            </a:r>
            <a:r>
              <a:rPr lang="en-GB" sz="1600" i="1" dirty="0">
                <a:latin typeface="Garamond" panose="02020404030301010803" pitchFamily="18" charset="0"/>
              </a:rPr>
              <a:t>g was cryptography and data security</a:t>
            </a:r>
            <a:endParaRPr lang="en-GB" sz="1600" i="1" noProof="0" dirty="0">
              <a:latin typeface="Garamond" panose="02020404030301010803" pitchFamily="18" charset="0"/>
            </a:endParaRPr>
          </a:p>
        </p:txBody>
      </p:sp>
    </p:spTree>
    <p:extLst>
      <p:ext uri="{BB962C8B-B14F-4D97-AF65-F5344CB8AC3E}">
        <p14:creationId xmlns:p14="http://schemas.microsoft.com/office/powerpoint/2010/main" val="3050057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4DEB96B-27B2-9B84-5F85-30FA3D7FC2C2}"/>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7158CF14-9DBB-052C-2A5E-281B184EC2CF}"/>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7051B95E-AA36-3B01-E22B-081B2DC5CA33}"/>
              </a:ext>
            </a:extLst>
          </p:cNvPr>
          <p:cNvSpPr txBox="1">
            <a:spLocks noGrp="1"/>
          </p:cNvSpPr>
          <p:nvPr>
            <p:ph type="title"/>
          </p:nvPr>
        </p:nvSpPr>
        <p:spPr>
          <a:xfrm>
            <a:off x="968024" y="863012"/>
            <a:ext cx="6856365" cy="505267"/>
          </a:xfrm>
          <a:prstGeom prst="rect">
            <a:avLst/>
          </a:prstGeom>
        </p:spPr>
        <p:txBody>
          <a:bodyPr vert="horz" wrap="square" lIns="0" tIns="12700" rIns="0" bIns="0" rtlCol="0">
            <a:spAutoFit/>
          </a:bodyPr>
          <a:lstStyle/>
          <a:p>
            <a:pPr marL="12700" algn="ctr">
              <a:lnSpc>
                <a:spcPct val="100000"/>
              </a:lnSpc>
              <a:spcBef>
                <a:spcPts val="100"/>
              </a:spcBef>
            </a:pPr>
            <a:r>
              <a:rPr lang="en-GB" sz="3200" spc="-55" noProof="0" dirty="0"/>
              <a:t>INTERNET OF THINGS</a:t>
            </a:r>
          </a:p>
        </p:txBody>
      </p:sp>
      <p:pic>
        <p:nvPicPr>
          <p:cNvPr id="9" name="Grafik 8">
            <a:extLst>
              <a:ext uri="{FF2B5EF4-FFF2-40B4-BE49-F238E27FC236}">
                <a16:creationId xmlns:a16="http://schemas.microsoft.com/office/drawing/2014/main" id="{B9C4CD58-CF90-7786-3F66-E6FAB3124C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2" name="Tekstfelt 1">
            <a:extLst>
              <a:ext uri="{FF2B5EF4-FFF2-40B4-BE49-F238E27FC236}">
                <a16:creationId xmlns:a16="http://schemas.microsoft.com/office/drawing/2014/main" id="{1F90FD1A-C11A-3024-8C00-881576AAA11D}"/>
              </a:ext>
            </a:extLst>
          </p:cNvPr>
          <p:cNvSpPr txBox="1"/>
          <p:nvPr/>
        </p:nvSpPr>
        <p:spPr>
          <a:xfrm>
            <a:off x="3348380" y="3326544"/>
            <a:ext cx="2095652" cy="584775"/>
          </a:xfrm>
          <a:prstGeom prst="rect">
            <a:avLst/>
          </a:prstGeom>
          <a:noFill/>
        </p:spPr>
        <p:txBody>
          <a:bodyPr wrap="square" rtlCol="0">
            <a:spAutoFit/>
          </a:bodyPr>
          <a:lstStyle/>
          <a:p>
            <a:pPr algn="ctr"/>
            <a:r>
              <a:rPr lang="en-GB" sz="1600" dirty="0">
                <a:solidFill>
                  <a:srgbClr val="252525"/>
                </a:solidFill>
                <a:latin typeface="Garamond" panose="02020404030301010803" pitchFamily="18" charset="0"/>
              </a:rPr>
              <a:t>Daniel </a:t>
            </a:r>
            <a:r>
              <a:rPr lang="en-GB" sz="1600" dirty="0" err="1">
                <a:solidFill>
                  <a:srgbClr val="252525"/>
                </a:solidFill>
                <a:latin typeface="Garamond" panose="02020404030301010803" pitchFamily="18" charset="0"/>
              </a:rPr>
              <a:t>Spikol</a:t>
            </a:r>
            <a:r>
              <a:rPr lang="en-GB" sz="1600" dirty="0">
                <a:solidFill>
                  <a:srgbClr val="252525"/>
                </a:solidFill>
                <a:latin typeface="Garamond" panose="02020404030301010803" pitchFamily="18" charset="0"/>
              </a:rPr>
              <a:t> </a:t>
            </a:r>
            <a:br>
              <a:rPr lang="en-GB" sz="1600" dirty="0">
                <a:solidFill>
                  <a:srgbClr val="252525"/>
                </a:solidFill>
                <a:latin typeface="Garamond" panose="02020404030301010803" pitchFamily="18" charset="0"/>
              </a:rPr>
            </a:br>
            <a:r>
              <a:rPr lang="en-GB" sz="1600" dirty="0">
                <a:solidFill>
                  <a:srgbClr val="252525"/>
                </a:solidFill>
                <a:latin typeface="Garamond" panose="02020404030301010803" pitchFamily="18" charset="0"/>
              </a:rPr>
              <a:t>Associate Professor</a:t>
            </a:r>
            <a:endParaRPr lang="en-GB" sz="1600" noProof="0" dirty="0">
              <a:latin typeface="Garamond" panose="02020404030301010803" pitchFamily="18" charset="0"/>
            </a:endParaRPr>
          </a:p>
        </p:txBody>
      </p:sp>
      <p:pic>
        <p:nvPicPr>
          <p:cNvPr id="4098" name="Picture 2">
            <a:extLst>
              <a:ext uri="{FF2B5EF4-FFF2-40B4-BE49-F238E27FC236}">
                <a16:creationId xmlns:a16="http://schemas.microsoft.com/office/drawing/2014/main" id="{78423B2C-E3A2-6BAD-04F6-DED6941F3E8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p:blipFill>
        <p:spPr bwMode="auto">
          <a:xfrm>
            <a:off x="3556600" y="1670650"/>
            <a:ext cx="1522799" cy="1522800"/>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69862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EBCC878-DDE1-0AD7-6065-D305FA608A44}"/>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C21AD1DC-49E6-EB62-4B55-DCE1F7A1E54D}"/>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0" name="Grafik 9">
            <a:extLst>
              <a:ext uri="{FF2B5EF4-FFF2-40B4-BE49-F238E27FC236}">
                <a16:creationId xmlns:a16="http://schemas.microsoft.com/office/drawing/2014/main" id="{ABC165A3-D824-25A4-B262-C75014C30D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6" name="Tekstfelt 5">
            <a:extLst>
              <a:ext uri="{FF2B5EF4-FFF2-40B4-BE49-F238E27FC236}">
                <a16:creationId xmlns:a16="http://schemas.microsoft.com/office/drawing/2014/main" id="{0D10E484-28D1-7252-7468-B816B4F7A76B}"/>
              </a:ext>
            </a:extLst>
          </p:cNvPr>
          <p:cNvSpPr txBox="1"/>
          <p:nvPr/>
        </p:nvSpPr>
        <p:spPr>
          <a:xfrm>
            <a:off x="265140" y="296694"/>
            <a:ext cx="6901775" cy="369332"/>
          </a:xfrm>
          <a:prstGeom prst="rect">
            <a:avLst/>
          </a:prstGeom>
          <a:noFill/>
        </p:spPr>
        <p:txBody>
          <a:bodyPr wrap="square" rtlCol="0">
            <a:spAutoFit/>
          </a:bodyPr>
          <a:lstStyle/>
          <a:p>
            <a:r>
              <a:rPr lang="en-GB" b="1" noProof="0" dirty="0">
                <a:latin typeface="Garamond" panose="02020404030301010803" pitchFamily="18" charset="0"/>
              </a:rPr>
              <a:t>PANEL MEETING – COMMENTS ON ‘</a:t>
            </a:r>
            <a:r>
              <a:rPr lang="en-GB" b="1" spc="-55" noProof="0" dirty="0">
                <a:latin typeface="Garamond" panose="02020404030301010803" pitchFamily="18" charset="0"/>
              </a:rPr>
              <a:t>INTERNET OF THINGS’</a:t>
            </a:r>
            <a:endParaRPr lang="en-GB" b="1" noProof="0" dirty="0">
              <a:latin typeface="Garamond" panose="02020404030301010803" pitchFamily="18" charset="0"/>
            </a:endParaRPr>
          </a:p>
        </p:txBody>
      </p:sp>
      <p:pic>
        <p:nvPicPr>
          <p:cNvPr id="18" name="Grafik 17" descr="Cloud Computing med massiv udfyldning">
            <a:extLst>
              <a:ext uri="{FF2B5EF4-FFF2-40B4-BE49-F238E27FC236}">
                <a16:creationId xmlns:a16="http://schemas.microsoft.com/office/drawing/2014/main" id="{38F47840-6C0D-466F-3B69-BB30A0A4A21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5633" y="2599917"/>
            <a:ext cx="565949" cy="565949"/>
          </a:xfrm>
          <a:prstGeom prst="rect">
            <a:avLst/>
          </a:prstGeom>
        </p:spPr>
      </p:pic>
      <p:sp>
        <p:nvSpPr>
          <p:cNvPr id="7" name="Rectangle 1">
            <a:extLst>
              <a:ext uri="{FF2B5EF4-FFF2-40B4-BE49-F238E27FC236}">
                <a16:creationId xmlns:a16="http://schemas.microsoft.com/office/drawing/2014/main" id="{D0DE1ED4-2D61-E401-F174-2E382D076E35}"/>
              </a:ext>
            </a:extLst>
          </p:cNvPr>
          <p:cNvSpPr>
            <a:spLocks noChangeArrowheads="1"/>
          </p:cNvSpPr>
          <p:nvPr/>
        </p:nvSpPr>
        <p:spPr bwMode="auto">
          <a:xfrm>
            <a:off x="622300" y="1857375"/>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B19EBE80-1B5D-C473-41B2-0FF6FC53545A}"/>
              </a:ext>
            </a:extLst>
          </p:cNvPr>
          <p:cNvSpPr>
            <a:spLocks noChangeArrowheads="1"/>
          </p:cNvSpPr>
          <p:nvPr/>
        </p:nvSpPr>
        <p:spPr bwMode="auto">
          <a:xfrm>
            <a:off x="622300" y="1706563"/>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B33E7AB6-321C-62C9-D4AD-DFD441BA699B}"/>
              </a:ext>
            </a:extLst>
          </p:cNvPr>
          <p:cNvSpPr txBox="1"/>
          <p:nvPr/>
        </p:nvSpPr>
        <p:spPr>
          <a:xfrm>
            <a:off x="378691" y="1011382"/>
            <a:ext cx="8072861" cy="3293209"/>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Garamond" panose="02020404030301010803" pitchFamily="18" charset="0"/>
              </a:rPr>
              <a:t>Could work well as a multidisciplinary project in maths and physics</a:t>
            </a:r>
            <a:br>
              <a:rPr lang="en-GB" sz="1600" dirty="0">
                <a:latin typeface="Garamond" panose="02020404030301010803" pitchFamily="18" charset="0"/>
              </a:rPr>
            </a:br>
            <a:endParaRPr lang="en-GB" sz="1600" dirty="0">
              <a:latin typeface="Garamond" panose="02020404030301010803" pitchFamily="18" charset="0"/>
            </a:endParaRPr>
          </a:p>
          <a:p>
            <a:pPr marL="285750" indent="-285750">
              <a:buFont typeface="Arial" panose="020B0604020202020204" pitchFamily="34" charset="0"/>
              <a:buChar char="•"/>
            </a:pPr>
            <a:r>
              <a:rPr lang="en-GB" sz="1600" noProof="0" dirty="0">
                <a:latin typeface="Garamond" panose="02020404030301010803" pitchFamily="18" charset="0"/>
              </a:rPr>
              <a:t>Arduino already known and use</a:t>
            </a:r>
            <a:r>
              <a:rPr lang="en-GB" sz="1600" dirty="0">
                <a:latin typeface="Garamond" panose="02020404030301010803" pitchFamily="18" charset="0"/>
              </a:rPr>
              <a:t>d, but there Is a lack of after-education for it </a:t>
            </a:r>
            <a:br>
              <a:rPr lang="en-GB" sz="1600" dirty="0">
                <a:latin typeface="Garamond" panose="02020404030301010803" pitchFamily="18" charset="0"/>
              </a:rPr>
            </a:br>
            <a:endParaRPr lang="en-GB" sz="1600" dirty="0">
              <a:latin typeface="Garamond" panose="02020404030301010803" pitchFamily="18" charset="0"/>
            </a:endParaRPr>
          </a:p>
          <a:p>
            <a:pPr marL="285750" indent="-285750">
              <a:buFont typeface="Arial" panose="020B0604020202020204" pitchFamily="34" charset="0"/>
              <a:buChar char="•"/>
            </a:pPr>
            <a:r>
              <a:rPr lang="en-GB" sz="1600" dirty="0">
                <a:latin typeface="Garamond" panose="02020404030301010803" pitchFamily="18" charset="0"/>
              </a:rPr>
              <a:t>Works for problem-orientated and practical multidisciplinary subjects</a:t>
            </a:r>
            <a:br>
              <a:rPr lang="en-GB" sz="1600" dirty="0">
                <a:latin typeface="Garamond" panose="02020404030301010803" pitchFamily="18" charset="0"/>
              </a:rPr>
            </a:br>
            <a:endParaRPr lang="en-GB" sz="1600" dirty="0">
              <a:latin typeface="Garamond" panose="02020404030301010803" pitchFamily="18" charset="0"/>
            </a:endParaRPr>
          </a:p>
          <a:p>
            <a:pPr marL="285750" indent="-285750">
              <a:buFont typeface="Arial" panose="020B0604020202020204" pitchFamily="34" charset="0"/>
              <a:buChar char="•"/>
            </a:pPr>
            <a:r>
              <a:rPr lang="en-GB" sz="1600" noProof="0" dirty="0">
                <a:latin typeface="Garamond" panose="02020404030301010803" pitchFamily="18" charset="0"/>
              </a:rPr>
              <a:t>Works well in general for multidisciplinary STEM </a:t>
            </a:r>
          </a:p>
          <a:p>
            <a:endParaRPr lang="en-GB" sz="1600" dirty="0">
              <a:latin typeface="Garamond" panose="02020404030301010803" pitchFamily="18" charset="0"/>
            </a:endParaRPr>
          </a:p>
          <a:p>
            <a:endParaRPr lang="en-GB" sz="1600" noProof="0" dirty="0">
              <a:latin typeface="Garamond" panose="02020404030301010803" pitchFamily="18" charset="0"/>
            </a:endParaRPr>
          </a:p>
          <a:p>
            <a:endParaRPr lang="en-GB" sz="1600" dirty="0">
              <a:latin typeface="Garamond" panose="02020404030301010803" pitchFamily="18" charset="0"/>
            </a:endParaRPr>
          </a:p>
          <a:p>
            <a:endParaRPr lang="en-GB" sz="1600" noProof="0" dirty="0">
              <a:latin typeface="Garamond" panose="02020404030301010803" pitchFamily="18" charset="0"/>
            </a:endParaRPr>
          </a:p>
          <a:p>
            <a:endParaRPr lang="en-GB" sz="1600" dirty="0">
              <a:latin typeface="Garamond" panose="02020404030301010803" pitchFamily="18" charset="0"/>
            </a:endParaRPr>
          </a:p>
          <a:p>
            <a:r>
              <a:rPr lang="en-GB" sz="1600" i="1" noProof="0" dirty="0">
                <a:latin typeface="Garamond" panose="02020404030301010803" pitchFamily="18" charset="0"/>
              </a:rPr>
              <a:t>(Note: In the Panel meeting the course was called Mobile Computing and IoT</a:t>
            </a:r>
            <a:r>
              <a:rPr lang="en-GB" sz="1600" i="1" noProof="0">
                <a:latin typeface="Garamond" panose="02020404030301010803" pitchFamily="18" charset="0"/>
              </a:rPr>
              <a:t>)</a:t>
            </a:r>
            <a:endParaRPr lang="en-GB" sz="1600" i="1" noProof="0" dirty="0">
              <a:latin typeface="Garamond" panose="02020404030301010803" pitchFamily="18" charset="0"/>
            </a:endParaRPr>
          </a:p>
        </p:txBody>
      </p:sp>
    </p:spTree>
    <p:extLst>
      <p:ext uri="{BB962C8B-B14F-4D97-AF65-F5344CB8AC3E}">
        <p14:creationId xmlns:p14="http://schemas.microsoft.com/office/powerpoint/2010/main" val="12087539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23841A7-9949-CDD9-1558-279BFEE96468}"/>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5F2F6CC0-B99E-9464-0AA8-3A313E88407D}"/>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83ECB1B6-A57E-A915-8611-D9111A680DB6}"/>
              </a:ext>
            </a:extLst>
          </p:cNvPr>
          <p:cNvSpPr txBox="1">
            <a:spLocks noGrp="1"/>
          </p:cNvSpPr>
          <p:nvPr>
            <p:ph type="title"/>
          </p:nvPr>
        </p:nvSpPr>
        <p:spPr>
          <a:xfrm>
            <a:off x="1012907" y="838597"/>
            <a:ext cx="6856365" cy="505267"/>
          </a:xfrm>
          <a:prstGeom prst="rect">
            <a:avLst/>
          </a:prstGeom>
        </p:spPr>
        <p:txBody>
          <a:bodyPr vert="horz" wrap="square" lIns="0" tIns="12700" rIns="0" bIns="0" rtlCol="0">
            <a:spAutoFit/>
          </a:bodyPr>
          <a:lstStyle/>
          <a:p>
            <a:pPr marL="12700" algn="ctr">
              <a:lnSpc>
                <a:spcPct val="100000"/>
              </a:lnSpc>
              <a:spcBef>
                <a:spcPts val="100"/>
              </a:spcBef>
            </a:pPr>
            <a:r>
              <a:rPr lang="en-GB" sz="3200" spc="-55" noProof="0" dirty="0"/>
              <a:t>MOBILE COMPUTING</a:t>
            </a:r>
          </a:p>
        </p:txBody>
      </p:sp>
      <p:pic>
        <p:nvPicPr>
          <p:cNvPr id="9" name="Grafik 8">
            <a:extLst>
              <a:ext uri="{FF2B5EF4-FFF2-40B4-BE49-F238E27FC236}">
                <a16:creationId xmlns:a16="http://schemas.microsoft.com/office/drawing/2014/main" id="{BBC961ED-339B-FA04-1AB9-2EB985E839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pic>
        <p:nvPicPr>
          <p:cNvPr id="5124" name="Picture 4">
            <a:extLst>
              <a:ext uri="{FF2B5EF4-FFF2-40B4-BE49-F238E27FC236}">
                <a16:creationId xmlns:a16="http://schemas.microsoft.com/office/drawing/2014/main" id="{614F1310-FDB3-E002-244C-B3F24843F8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486" b="486"/>
          <a:stretch/>
        </p:blipFill>
        <p:spPr bwMode="auto">
          <a:xfrm>
            <a:off x="3556600" y="1678055"/>
            <a:ext cx="1522800" cy="1507989"/>
          </a:xfrm>
          <a:prstGeom prst="ellipse">
            <a:avLst/>
          </a:prstGeom>
          <a:noFill/>
          <a:extLst>
            <a:ext uri="{909E8E84-426E-40DD-AFC4-6F175D3DCCD1}">
              <a14:hiddenFill xmlns:a14="http://schemas.microsoft.com/office/drawing/2010/main">
                <a:solidFill>
                  <a:srgbClr val="FFFFFF"/>
                </a:solidFill>
              </a14:hiddenFill>
            </a:ext>
          </a:extLst>
        </p:spPr>
      </p:pic>
      <p:sp>
        <p:nvSpPr>
          <p:cNvPr id="7" name="Tekstfelt 6">
            <a:extLst>
              <a:ext uri="{FF2B5EF4-FFF2-40B4-BE49-F238E27FC236}">
                <a16:creationId xmlns:a16="http://schemas.microsoft.com/office/drawing/2014/main" id="{A59E51AD-72C0-BE87-91CB-4C6883E6153B}"/>
              </a:ext>
            </a:extLst>
          </p:cNvPr>
          <p:cNvSpPr txBox="1"/>
          <p:nvPr/>
        </p:nvSpPr>
        <p:spPr>
          <a:xfrm>
            <a:off x="3066561" y="3288002"/>
            <a:ext cx="2502877" cy="830997"/>
          </a:xfrm>
          <a:prstGeom prst="rect">
            <a:avLst/>
          </a:prstGeom>
          <a:noFill/>
        </p:spPr>
        <p:txBody>
          <a:bodyPr wrap="square" rtlCol="0">
            <a:spAutoFit/>
          </a:bodyPr>
          <a:lstStyle/>
          <a:p>
            <a:pPr algn="ctr"/>
            <a:r>
              <a:rPr lang="en-GB" sz="1600" dirty="0">
                <a:latin typeface="Garamond" panose="02020404030301010803" pitchFamily="18" charset="0"/>
              </a:rPr>
              <a:t>Teresa </a:t>
            </a:r>
            <a:r>
              <a:rPr lang="en-GB" sz="1600" dirty="0" err="1">
                <a:latin typeface="Garamond" panose="02020404030301010803" pitchFamily="18" charset="0"/>
              </a:rPr>
              <a:t>Hirzle</a:t>
            </a:r>
            <a:r>
              <a:rPr lang="en-GB" sz="1600" noProof="0" dirty="0">
                <a:latin typeface="Garamond" panose="02020404030301010803" pitchFamily="18" charset="0"/>
              </a:rPr>
              <a:t> – </a:t>
            </a:r>
          </a:p>
          <a:p>
            <a:pPr algn="ctr"/>
            <a:r>
              <a:rPr lang="en-GB" sz="1600" dirty="0">
                <a:latin typeface="Garamond" panose="02020404030301010803" pitchFamily="18" charset="0"/>
              </a:rPr>
              <a:t>Tenure track Assistant Professor </a:t>
            </a:r>
            <a:endParaRPr lang="en-GB" sz="1600" noProof="0" dirty="0">
              <a:latin typeface="Garamond" panose="02020404030301010803" pitchFamily="18" charset="0"/>
            </a:endParaRPr>
          </a:p>
        </p:txBody>
      </p:sp>
    </p:spTree>
    <p:extLst>
      <p:ext uri="{BB962C8B-B14F-4D97-AF65-F5344CB8AC3E}">
        <p14:creationId xmlns:p14="http://schemas.microsoft.com/office/powerpoint/2010/main" val="36224210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664D57-B34D-7321-F63E-471588FFDC6D}"/>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6546A5C2-CB8D-838C-DCA5-EBC5DC1A5046}"/>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0" name="Grafik 9">
            <a:extLst>
              <a:ext uri="{FF2B5EF4-FFF2-40B4-BE49-F238E27FC236}">
                <a16:creationId xmlns:a16="http://schemas.microsoft.com/office/drawing/2014/main" id="{D2397735-6931-526E-A0C8-F9E15ADD82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6" name="Tekstfelt 5">
            <a:extLst>
              <a:ext uri="{FF2B5EF4-FFF2-40B4-BE49-F238E27FC236}">
                <a16:creationId xmlns:a16="http://schemas.microsoft.com/office/drawing/2014/main" id="{E7985B2E-C68A-232A-919A-732DE226CB59}"/>
              </a:ext>
            </a:extLst>
          </p:cNvPr>
          <p:cNvSpPr txBox="1"/>
          <p:nvPr/>
        </p:nvSpPr>
        <p:spPr>
          <a:xfrm>
            <a:off x="301556" y="296694"/>
            <a:ext cx="8334444" cy="369332"/>
          </a:xfrm>
          <a:prstGeom prst="rect">
            <a:avLst/>
          </a:prstGeom>
          <a:noFill/>
        </p:spPr>
        <p:txBody>
          <a:bodyPr wrap="square" rtlCol="0">
            <a:spAutoFit/>
          </a:bodyPr>
          <a:lstStyle/>
          <a:p>
            <a:r>
              <a:rPr lang="en-GB" b="1" noProof="0" dirty="0">
                <a:latin typeface="Garamond" panose="02020404030301010803" pitchFamily="18" charset="0"/>
              </a:rPr>
              <a:t>PANEL MEETING – COMMENTS ON ‘</a:t>
            </a:r>
            <a:r>
              <a:rPr lang="en-GB" b="1" spc="-55" noProof="0" dirty="0">
                <a:latin typeface="Garamond" panose="02020404030301010803" pitchFamily="18" charset="0"/>
              </a:rPr>
              <a:t>MOBILE COMPUTING</a:t>
            </a:r>
            <a:r>
              <a:rPr lang="en-GB" sz="1800" b="1" spc="-55" noProof="0" dirty="0">
                <a:latin typeface="Garamond" panose="02020404030301010803" pitchFamily="18" charset="0"/>
              </a:rPr>
              <a:t>’</a:t>
            </a:r>
            <a:endParaRPr lang="en-GB" b="1" noProof="0" dirty="0">
              <a:latin typeface="Garamond" panose="02020404030301010803" pitchFamily="18" charset="0"/>
            </a:endParaRPr>
          </a:p>
        </p:txBody>
      </p:sp>
      <p:sp>
        <p:nvSpPr>
          <p:cNvPr id="7" name="Rectangle 1">
            <a:extLst>
              <a:ext uri="{FF2B5EF4-FFF2-40B4-BE49-F238E27FC236}">
                <a16:creationId xmlns:a16="http://schemas.microsoft.com/office/drawing/2014/main" id="{BE0542A0-007F-EED5-1072-26E89BD53771}"/>
              </a:ext>
            </a:extLst>
          </p:cNvPr>
          <p:cNvSpPr>
            <a:spLocks noChangeArrowheads="1"/>
          </p:cNvSpPr>
          <p:nvPr/>
        </p:nvSpPr>
        <p:spPr bwMode="auto">
          <a:xfrm>
            <a:off x="622300" y="1857375"/>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DBC2EFFC-8F86-02DA-A5F2-EAA9573D3666}"/>
              </a:ext>
            </a:extLst>
          </p:cNvPr>
          <p:cNvSpPr>
            <a:spLocks noChangeArrowheads="1"/>
          </p:cNvSpPr>
          <p:nvPr/>
        </p:nvSpPr>
        <p:spPr bwMode="auto">
          <a:xfrm>
            <a:off x="622300" y="1706563"/>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2" name="Tekstfelt 1">
            <a:extLst>
              <a:ext uri="{FF2B5EF4-FFF2-40B4-BE49-F238E27FC236}">
                <a16:creationId xmlns:a16="http://schemas.microsoft.com/office/drawing/2014/main" id="{EAFA38B6-A107-1843-4AAC-EE3DFC0F3415}"/>
              </a:ext>
            </a:extLst>
          </p:cNvPr>
          <p:cNvSpPr txBox="1"/>
          <p:nvPr/>
        </p:nvSpPr>
        <p:spPr>
          <a:xfrm>
            <a:off x="301556" y="894382"/>
            <a:ext cx="3842552" cy="523220"/>
          </a:xfrm>
          <a:prstGeom prst="rect">
            <a:avLst/>
          </a:prstGeom>
          <a:noFill/>
        </p:spPr>
        <p:txBody>
          <a:bodyPr wrap="square" rtlCol="0">
            <a:spAutoFit/>
          </a:bodyPr>
          <a:lstStyle/>
          <a:p>
            <a:pPr marL="171450" indent="-171450" algn="l" rtl="0" fontAlgn="base">
              <a:buFont typeface="Arial" panose="020B0604020202020204" pitchFamily="34" charset="0"/>
              <a:buChar char="•"/>
            </a:pPr>
            <a:endParaRPr lang="en-GB" sz="1600" noProof="0" dirty="0">
              <a:solidFill>
                <a:srgbClr val="000000"/>
              </a:solidFill>
              <a:latin typeface="Garamond" panose="02020404030301010803" pitchFamily="18" charset="0"/>
            </a:endParaRPr>
          </a:p>
          <a:p>
            <a:pPr marL="171450" indent="-171450" algn="l" rtl="0" fontAlgn="base">
              <a:buFont typeface="Arial" panose="020B0604020202020204" pitchFamily="34" charset="0"/>
              <a:buChar char="•"/>
            </a:pPr>
            <a:endParaRPr lang="en-GB" sz="1200" b="0" i="0" noProof="0" dirty="0">
              <a:solidFill>
                <a:srgbClr val="000000"/>
              </a:solidFill>
              <a:effectLst/>
              <a:latin typeface="Garamond" panose="02020404030301010803" pitchFamily="18" charset="0"/>
            </a:endParaRPr>
          </a:p>
        </p:txBody>
      </p:sp>
      <p:sp>
        <p:nvSpPr>
          <p:cNvPr id="5" name="TextBox 4">
            <a:extLst>
              <a:ext uri="{FF2B5EF4-FFF2-40B4-BE49-F238E27FC236}">
                <a16:creationId xmlns:a16="http://schemas.microsoft.com/office/drawing/2014/main" id="{263EF1FA-9155-53EA-3651-9D26A6E71AFC}"/>
              </a:ext>
            </a:extLst>
          </p:cNvPr>
          <p:cNvSpPr txBox="1"/>
          <p:nvPr/>
        </p:nvSpPr>
        <p:spPr>
          <a:xfrm>
            <a:off x="415636" y="720436"/>
            <a:ext cx="8035916" cy="3539430"/>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Garamond" panose="02020404030301010803" pitchFamily="18" charset="0"/>
              </a:rPr>
              <a:t>Could work well as a multidisciplinary project in maths and physics</a:t>
            </a:r>
            <a:br>
              <a:rPr lang="en-GB" sz="1600" dirty="0">
                <a:latin typeface="Garamond" panose="02020404030301010803" pitchFamily="18" charset="0"/>
              </a:rPr>
            </a:br>
            <a:endParaRPr lang="en-GB" sz="1600" dirty="0">
              <a:latin typeface="Garamond" panose="02020404030301010803" pitchFamily="18" charset="0"/>
            </a:endParaRPr>
          </a:p>
          <a:p>
            <a:pPr marL="285750" indent="-285750">
              <a:buFont typeface="Arial" panose="020B0604020202020204" pitchFamily="34" charset="0"/>
              <a:buChar char="•"/>
            </a:pPr>
            <a:r>
              <a:rPr lang="en-GB" sz="1600" noProof="0" dirty="0">
                <a:latin typeface="Garamond" panose="02020404030301010803" pitchFamily="18" charset="0"/>
              </a:rPr>
              <a:t>Arduino already known and use</a:t>
            </a:r>
            <a:r>
              <a:rPr lang="en-GB" sz="1600" dirty="0">
                <a:latin typeface="Garamond" panose="02020404030301010803" pitchFamily="18" charset="0"/>
              </a:rPr>
              <a:t>d, but there Is a lack of after-education for it </a:t>
            </a:r>
            <a:br>
              <a:rPr lang="en-GB" sz="1600" dirty="0">
                <a:latin typeface="Garamond" panose="02020404030301010803" pitchFamily="18" charset="0"/>
              </a:rPr>
            </a:br>
            <a:endParaRPr lang="en-GB" sz="1600" dirty="0">
              <a:latin typeface="Garamond" panose="02020404030301010803" pitchFamily="18" charset="0"/>
            </a:endParaRPr>
          </a:p>
          <a:p>
            <a:pPr marL="285750" indent="-285750">
              <a:buFont typeface="Arial" panose="020B0604020202020204" pitchFamily="34" charset="0"/>
              <a:buChar char="•"/>
            </a:pPr>
            <a:r>
              <a:rPr lang="en-GB" sz="1600" dirty="0">
                <a:latin typeface="Garamond" panose="02020404030301010803" pitchFamily="18" charset="0"/>
              </a:rPr>
              <a:t>Works for problem-orientated and practical multidisciplinary subjects</a:t>
            </a:r>
            <a:br>
              <a:rPr lang="en-GB" sz="1600" dirty="0">
                <a:latin typeface="Garamond" panose="02020404030301010803" pitchFamily="18" charset="0"/>
              </a:rPr>
            </a:br>
            <a:endParaRPr lang="en-GB" sz="1600" dirty="0">
              <a:latin typeface="Garamond" panose="02020404030301010803" pitchFamily="18" charset="0"/>
            </a:endParaRPr>
          </a:p>
          <a:p>
            <a:pPr marL="285750" indent="-285750">
              <a:buFont typeface="Arial" panose="020B0604020202020204" pitchFamily="34" charset="0"/>
              <a:buChar char="•"/>
            </a:pPr>
            <a:r>
              <a:rPr lang="en-GB" sz="1600" noProof="0" dirty="0">
                <a:latin typeface="Garamond" panose="02020404030301010803" pitchFamily="18" charset="0"/>
              </a:rPr>
              <a:t>Works well in general for multidisciplinary STEM </a:t>
            </a:r>
          </a:p>
          <a:p>
            <a:endParaRPr lang="en-GB" sz="1600" dirty="0">
              <a:latin typeface="Garamond" panose="02020404030301010803" pitchFamily="18" charset="0"/>
            </a:endParaRPr>
          </a:p>
          <a:p>
            <a:endParaRPr lang="en-GB" sz="1600" noProof="0" dirty="0">
              <a:latin typeface="Garamond" panose="02020404030301010803" pitchFamily="18" charset="0"/>
            </a:endParaRPr>
          </a:p>
          <a:p>
            <a:endParaRPr lang="en-GB" sz="1600" dirty="0">
              <a:latin typeface="Garamond" panose="02020404030301010803" pitchFamily="18" charset="0"/>
            </a:endParaRPr>
          </a:p>
          <a:p>
            <a:endParaRPr lang="en-GB" sz="1600" noProof="0" dirty="0">
              <a:latin typeface="Garamond" panose="02020404030301010803" pitchFamily="18" charset="0"/>
            </a:endParaRPr>
          </a:p>
          <a:p>
            <a:endParaRPr lang="en-GB" sz="1600" dirty="0">
              <a:latin typeface="Garamond" panose="02020404030301010803" pitchFamily="18" charset="0"/>
            </a:endParaRPr>
          </a:p>
          <a:p>
            <a:endParaRPr lang="en-GB" sz="1600" dirty="0">
              <a:latin typeface="Garamond" panose="02020404030301010803" pitchFamily="18" charset="0"/>
            </a:endParaRPr>
          </a:p>
          <a:p>
            <a:r>
              <a:rPr lang="en-GB" sz="1600" i="1" noProof="0" dirty="0">
                <a:latin typeface="Garamond" panose="02020404030301010803" pitchFamily="18" charset="0"/>
              </a:rPr>
              <a:t>(Note: In the Panel meeting the course was called Mobile Computing and IoT</a:t>
            </a:r>
            <a:r>
              <a:rPr lang="en-GB" sz="1600" i="1" noProof="0">
                <a:latin typeface="Garamond" panose="02020404030301010803" pitchFamily="18" charset="0"/>
              </a:rPr>
              <a:t>)</a:t>
            </a:r>
            <a:endParaRPr lang="en-GB" sz="1600" i="1" noProof="0" dirty="0">
              <a:latin typeface="Garamond" panose="02020404030301010803" pitchFamily="18" charset="0"/>
            </a:endParaRPr>
          </a:p>
        </p:txBody>
      </p:sp>
    </p:spTree>
    <p:extLst>
      <p:ext uri="{BB962C8B-B14F-4D97-AF65-F5344CB8AC3E}">
        <p14:creationId xmlns:p14="http://schemas.microsoft.com/office/powerpoint/2010/main" val="38294212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19BDA68-5FB2-0137-AE02-54F6D969725E}"/>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EC9E57E7-2AF8-C89A-DFA5-B6644105FCF8}"/>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sp>
        <p:nvSpPr>
          <p:cNvPr id="3" name="object 3">
            <a:extLst>
              <a:ext uri="{FF2B5EF4-FFF2-40B4-BE49-F238E27FC236}">
                <a16:creationId xmlns:a16="http://schemas.microsoft.com/office/drawing/2014/main" id="{E55F35EC-7C93-7AD2-AEF9-8323B3EB390B}"/>
              </a:ext>
            </a:extLst>
          </p:cNvPr>
          <p:cNvSpPr txBox="1">
            <a:spLocks noGrp="1"/>
          </p:cNvSpPr>
          <p:nvPr>
            <p:ph type="title"/>
          </p:nvPr>
        </p:nvSpPr>
        <p:spPr>
          <a:xfrm>
            <a:off x="936709" y="1271498"/>
            <a:ext cx="6856365" cy="2228815"/>
          </a:xfrm>
          <a:prstGeom prst="rect">
            <a:avLst/>
          </a:prstGeom>
        </p:spPr>
        <p:txBody>
          <a:bodyPr vert="horz" wrap="square" lIns="0" tIns="12700" rIns="0" bIns="0" rtlCol="0">
            <a:spAutoFit/>
          </a:bodyPr>
          <a:lstStyle/>
          <a:p>
            <a:pPr marL="12700" algn="ctr">
              <a:lnSpc>
                <a:spcPct val="100000"/>
              </a:lnSpc>
              <a:spcBef>
                <a:spcPts val="100"/>
              </a:spcBef>
            </a:pPr>
            <a:r>
              <a:rPr lang="en-GB" spc="-55" dirty="0"/>
              <a:t>TASKS FOR THE UNIVERSITY LECTURERS</a:t>
            </a:r>
            <a:endParaRPr lang="en-GB" spc="-55" noProof="0" dirty="0"/>
          </a:p>
        </p:txBody>
      </p:sp>
      <p:pic>
        <p:nvPicPr>
          <p:cNvPr id="9" name="Grafik 8">
            <a:extLst>
              <a:ext uri="{FF2B5EF4-FFF2-40B4-BE49-F238E27FC236}">
                <a16:creationId xmlns:a16="http://schemas.microsoft.com/office/drawing/2014/main" id="{21468A42-210B-314D-08CC-19C004F238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Tree>
    <p:extLst>
      <p:ext uri="{BB962C8B-B14F-4D97-AF65-F5344CB8AC3E}">
        <p14:creationId xmlns:p14="http://schemas.microsoft.com/office/powerpoint/2010/main" val="2551892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E44C56D-4925-C389-A54B-70A8EA36C2CB}"/>
            </a:ext>
          </a:extLst>
        </p:cNvPr>
        <p:cNvGrpSpPr/>
        <p:nvPr/>
      </p:nvGrpSpPr>
      <p:grpSpPr>
        <a:xfrm>
          <a:off x="0" y="0"/>
          <a:ext cx="0" cy="0"/>
          <a:chOff x="0" y="0"/>
          <a:chExt cx="0" cy="0"/>
        </a:xfrm>
      </p:grpSpPr>
      <p:sp>
        <p:nvSpPr>
          <p:cNvPr id="3" name="object 2">
            <a:extLst>
              <a:ext uri="{FF2B5EF4-FFF2-40B4-BE49-F238E27FC236}">
                <a16:creationId xmlns:a16="http://schemas.microsoft.com/office/drawing/2014/main" id="{5351A478-439A-69B8-EEF1-2F534F7764A2}"/>
              </a:ext>
            </a:extLst>
          </p:cNvPr>
          <p:cNvSpPr/>
          <p:nvPr/>
        </p:nvSpPr>
        <p:spPr>
          <a:xfrm>
            <a:off x="0" y="4328794"/>
            <a:ext cx="8638540" cy="535306"/>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10" name="Grafik 9">
            <a:extLst>
              <a:ext uri="{FF2B5EF4-FFF2-40B4-BE49-F238E27FC236}">
                <a16:creationId xmlns:a16="http://schemas.microsoft.com/office/drawing/2014/main" id="{9605EC99-E2EB-D7EC-9878-4F86CD7485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7" name="Rectangle 1">
            <a:extLst>
              <a:ext uri="{FF2B5EF4-FFF2-40B4-BE49-F238E27FC236}">
                <a16:creationId xmlns:a16="http://schemas.microsoft.com/office/drawing/2014/main" id="{061381EE-FD41-87C8-5B3B-96CA411B0D61}"/>
              </a:ext>
            </a:extLst>
          </p:cNvPr>
          <p:cNvSpPr>
            <a:spLocks noChangeArrowheads="1"/>
          </p:cNvSpPr>
          <p:nvPr/>
        </p:nvSpPr>
        <p:spPr bwMode="auto">
          <a:xfrm>
            <a:off x="622300" y="1857375"/>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sp>
        <p:nvSpPr>
          <p:cNvPr id="15" name="Rectangle 2">
            <a:extLst>
              <a:ext uri="{FF2B5EF4-FFF2-40B4-BE49-F238E27FC236}">
                <a16:creationId xmlns:a16="http://schemas.microsoft.com/office/drawing/2014/main" id="{6715BC6B-4935-6BB2-3794-0B9DE58EF58A}"/>
              </a:ext>
            </a:extLst>
          </p:cNvPr>
          <p:cNvSpPr>
            <a:spLocks noChangeArrowheads="1"/>
          </p:cNvSpPr>
          <p:nvPr/>
        </p:nvSpPr>
        <p:spPr bwMode="auto">
          <a:xfrm>
            <a:off x="622300" y="1706563"/>
            <a:ext cx="8636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1800" b="0" i="0" u="none" strike="noStrike" cap="none" normalizeH="0" baseline="0" noProof="0" dirty="0">
                <a:ln>
                  <a:noFill/>
                </a:ln>
                <a:solidFill>
                  <a:srgbClr val="000000"/>
                </a:solidFill>
                <a:effectLst/>
                <a:latin typeface="Times New Roman" panose="02020603050405020304" pitchFamily="18" charset="0"/>
                <a:cs typeface="Times New Roman" panose="02020603050405020304" pitchFamily="18" charset="0"/>
              </a:rPr>
              <a:t> </a:t>
            </a:r>
            <a:endParaRPr kumimoji="0" lang="en-GB" sz="1800" b="0" i="0" u="none" strike="noStrike" cap="none" normalizeH="0" baseline="0" noProof="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sz="1800" b="0" i="0" u="none" strike="noStrike" cap="none" normalizeH="0" baseline="0" noProof="0" dirty="0">
              <a:ln>
                <a:noFill/>
              </a:ln>
              <a:solidFill>
                <a:schemeClr val="tx1"/>
              </a:solidFill>
              <a:effectLst/>
              <a:latin typeface="Arial" panose="020B0604020202020204" pitchFamily="34" charset="0"/>
            </a:endParaRPr>
          </a:p>
        </p:txBody>
      </p:sp>
      <p:graphicFrame>
        <p:nvGraphicFramePr>
          <p:cNvPr id="4" name="Tabel 3">
            <a:extLst>
              <a:ext uri="{FF2B5EF4-FFF2-40B4-BE49-F238E27FC236}">
                <a16:creationId xmlns:a16="http://schemas.microsoft.com/office/drawing/2014/main" id="{4BC0BD25-4B36-94B4-B339-C6C2EBD60933}"/>
              </a:ext>
            </a:extLst>
          </p:cNvPr>
          <p:cNvGraphicFramePr>
            <a:graphicFrameLocks noGrp="1"/>
          </p:cNvGraphicFramePr>
          <p:nvPr>
            <p:extLst>
              <p:ext uri="{D42A27DB-BD31-4B8C-83A1-F6EECF244321}">
                <p14:modId xmlns:p14="http://schemas.microsoft.com/office/powerpoint/2010/main" val="1807629591"/>
              </p:ext>
            </p:extLst>
          </p:nvPr>
        </p:nvGraphicFramePr>
        <p:xfrm>
          <a:off x="213869" y="347855"/>
          <a:ext cx="8208261" cy="3897842"/>
        </p:xfrm>
        <a:graphic>
          <a:graphicData uri="http://schemas.openxmlformats.org/drawingml/2006/table">
            <a:tbl>
              <a:tblPr firstRow="1" bandRow="1">
                <a:tableStyleId>{5940675A-B579-460E-94D1-54222C63F5DA}</a:tableStyleId>
              </a:tblPr>
              <a:tblGrid>
                <a:gridCol w="2736087">
                  <a:extLst>
                    <a:ext uri="{9D8B030D-6E8A-4147-A177-3AD203B41FA5}">
                      <a16:colId xmlns:a16="http://schemas.microsoft.com/office/drawing/2014/main" val="3675755094"/>
                    </a:ext>
                  </a:extLst>
                </a:gridCol>
                <a:gridCol w="2736087">
                  <a:extLst>
                    <a:ext uri="{9D8B030D-6E8A-4147-A177-3AD203B41FA5}">
                      <a16:colId xmlns:a16="http://schemas.microsoft.com/office/drawing/2014/main" val="3750208930"/>
                    </a:ext>
                  </a:extLst>
                </a:gridCol>
                <a:gridCol w="2736087">
                  <a:extLst>
                    <a:ext uri="{9D8B030D-6E8A-4147-A177-3AD203B41FA5}">
                      <a16:colId xmlns:a16="http://schemas.microsoft.com/office/drawing/2014/main" val="2046064230"/>
                    </a:ext>
                  </a:extLst>
                </a:gridCol>
              </a:tblGrid>
              <a:tr h="752012">
                <a:tc>
                  <a:txBody>
                    <a:bodyPr/>
                    <a:lstStyle/>
                    <a:p>
                      <a:pPr algn="ctr"/>
                      <a:r>
                        <a:rPr lang="en-GB" sz="1600" b="1" noProof="0" dirty="0">
                          <a:solidFill>
                            <a:schemeClr val="bg1"/>
                          </a:solidFill>
                          <a:latin typeface="Garamond" panose="02020404030301010803" pitchFamily="18" charset="0"/>
                        </a:rPr>
                        <a:t>BEFORE</a:t>
                      </a:r>
                    </a:p>
                    <a:p>
                      <a:pPr algn="ctr"/>
                      <a:r>
                        <a:rPr lang="en-GB" sz="1400" b="0" i="0" noProof="0" dirty="0">
                          <a:solidFill>
                            <a:schemeClr val="bg1"/>
                          </a:solidFill>
                          <a:latin typeface="Garamond" panose="02020404030301010803" pitchFamily="18" charset="0"/>
                        </a:rPr>
                        <a:t>Your first academic module</a:t>
                      </a:r>
                    </a:p>
                  </a:txBody>
                  <a:tcPr>
                    <a:solidFill>
                      <a:srgbClr val="5E8872"/>
                    </a:solidFill>
                  </a:tcPr>
                </a:tc>
                <a:tc>
                  <a:txBody>
                    <a:bodyPr/>
                    <a:lstStyle/>
                    <a:p>
                      <a:pPr algn="ctr"/>
                      <a:r>
                        <a:rPr lang="en-GB" sz="1600" b="1" noProof="0" dirty="0">
                          <a:solidFill>
                            <a:schemeClr val="bg1"/>
                          </a:solidFill>
                          <a:latin typeface="Garamond" panose="02020404030301010803" pitchFamily="18" charset="0"/>
                        </a:rPr>
                        <a:t>DURING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noProof="0" dirty="0">
                          <a:solidFill>
                            <a:schemeClr val="bg1"/>
                          </a:solidFill>
                          <a:latin typeface="Garamond" panose="02020404030301010803" pitchFamily="18" charset="0"/>
                        </a:rPr>
                        <a:t>The execution of your module at each of the three locations</a:t>
                      </a:r>
                      <a:endParaRPr lang="en-GB" sz="1400" b="1" i="0" noProof="0" dirty="0">
                        <a:solidFill>
                          <a:schemeClr val="bg1"/>
                        </a:solidFill>
                        <a:latin typeface="Garamond" panose="02020404030301010803" pitchFamily="18" charset="0"/>
                      </a:endParaRPr>
                    </a:p>
                  </a:txBody>
                  <a:tcPr>
                    <a:solidFill>
                      <a:srgbClr val="5E8872"/>
                    </a:solidFill>
                  </a:tcPr>
                </a:tc>
                <a:tc>
                  <a:txBody>
                    <a:bodyPr/>
                    <a:lstStyle/>
                    <a:p>
                      <a:pPr algn="ctr"/>
                      <a:r>
                        <a:rPr lang="en-GB" sz="1600" b="1" noProof="0" dirty="0">
                          <a:solidFill>
                            <a:schemeClr val="bg1"/>
                          </a:solidFill>
                          <a:latin typeface="Garamond" panose="02020404030301010803" pitchFamily="18" charset="0"/>
                        </a:rPr>
                        <a:t>AFTER</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1400" b="0" i="0" noProof="0" dirty="0">
                          <a:solidFill>
                            <a:schemeClr val="bg1"/>
                          </a:solidFill>
                          <a:latin typeface="Garamond" panose="02020404030301010803" pitchFamily="18" charset="0"/>
                        </a:rPr>
                        <a:t>Executing all 3 of your modules</a:t>
                      </a:r>
                    </a:p>
                    <a:p>
                      <a:pPr algn="ctr"/>
                      <a:endParaRPr lang="en-GB" sz="1600" b="1" noProof="0" dirty="0">
                        <a:solidFill>
                          <a:schemeClr val="bg1"/>
                        </a:solidFill>
                        <a:latin typeface="Garamond" panose="02020404030301010803" pitchFamily="18" charset="0"/>
                      </a:endParaRPr>
                    </a:p>
                  </a:txBody>
                  <a:tcPr>
                    <a:solidFill>
                      <a:srgbClr val="5E8872"/>
                    </a:solidFill>
                  </a:tcPr>
                </a:tc>
                <a:extLst>
                  <a:ext uri="{0D108BD9-81ED-4DB2-BD59-A6C34878D82A}">
                    <a16:rowId xmlns:a16="http://schemas.microsoft.com/office/drawing/2014/main" val="4152017042"/>
                  </a:ext>
                </a:extLst>
              </a:tr>
              <a:tr h="3105362">
                <a:tc>
                  <a:txBody>
                    <a:bodyPr/>
                    <a:lstStyle/>
                    <a:p>
                      <a:pPr marL="342900" lvl="0" indent="-342900">
                        <a:lnSpc>
                          <a:spcPct val="107000"/>
                        </a:lnSpc>
                        <a:buFont typeface="Symbol" panose="05050102010706020507" pitchFamily="18" charset="2"/>
                        <a:buChar char=""/>
                      </a:pPr>
                      <a: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Prepare module, block 1, 2 and 3</a:t>
                      </a:r>
                    </a:p>
                    <a:p>
                      <a:pPr marL="342900" lvl="0" indent="-342900">
                        <a:lnSpc>
                          <a:spcPct val="107000"/>
                        </a:lnSpc>
                        <a:buFont typeface="Symbol" panose="05050102010706020507" pitchFamily="18" charset="2"/>
                        <a:buChar char=""/>
                      </a:pPr>
                      <a:endParaRPr lang="en-GB" sz="1400" noProof="0" dirty="0">
                        <a:solidFill>
                          <a:schemeClr val="tx1"/>
                        </a:solidFill>
                        <a:latin typeface="Garamond" panose="02020404030301010803" pitchFamily="18"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The material that are to be used during the module must be uploaded to Padlet min. 10 days before</a:t>
                      </a:r>
                      <a:b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br>
                      <a:r>
                        <a:rPr lang="en-GB" sz="1400" i="1"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(Send to Sara who will upload onto the Padlet)</a:t>
                      </a:r>
                    </a:p>
                    <a:p>
                      <a:pPr marL="342900" lvl="0" indent="-342900">
                        <a:lnSpc>
                          <a:spcPct val="107000"/>
                        </a:lnSpc>
                        <a:buFont typeface="Symbol" panose="05050102010706020507" pitchFamily="18" charset="2"/>
                        <a:buChar char=""/>
                      </a:pPr>
                      <a:endParaRPr lang="en-GB" sz="1400" i="1"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Informal </a:t>
                      </a:r>
                      <a:r>
                        <a:rPr lang="en-GB" sz="1400" noProof="0" dirty="0">
                          <a:solidFill>
                            <a:schemeClr val="tx1"/>
                          </a:solidFill>
                          <a:latin typeface="Garamond" panose="02020404030301010803" pitchFamily="18" charset="0"/>
                          <a:ea typeface="Calibri" panose="020F0502020204030204" pitchFamily="34" charset="0"/>
                          <a:cs typeface="Arial" panose="020B0604020202020204" pitchFamily="34" charset="0"/>
                        </a:rPr>
                        <a:t>dialogue</a:t>
                      </a:r>
                      <a: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 with Sara Boline Lise Ingvartsen</a:t>
                      </a:r>
                      <a:endParaRPr lang="en-GB" sz="1400" noProof="0" dirty="0">
                        <a:latin typeface="Garamond" panose="02020404030301010803" pitchFamily="18" charset="0"/>
                      </a:endParaRPr>
                    </a:p>
                  </a:txBody>
                  <a:tcPr/>
                </a:tc>
                <a:tc>
                  <a:txBody>
                    <a:bodyPr/>
                    <a:lstStyle/>
                    <a:p>
                      <a:pPr marL="342900" lvl="0" indent="-342900">
                        <a:lnSpc>
                          <a:spcPct val="107000"/>
                        </a:lnSpc>
                        <a:buFont typeface="Symbol" panose="05050102010706020507" pitchFamily="18" charset="2"/>
                        <a:buChar char=""/>
                      </a:pPr>
                      <a: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Make any </a:t>
                      </a:r>
                      <a:r>
                        <a:rPr lang="en-GB" sz="1400" noProof="0" dirty="0" err="1">
                          <a:solidFill>
                            <a:schemeClr val="tx1"/>
                          </a:solidFill>
                          <a:effectLst/>
                          <a:latin typeface="Garamond" panose="02020404030301010803" pitchFamily="18" charset="0"/>
                          <a:ea typeface="Calibri" panose="020F0502020204030204" pitchFamily="34" charset="0"/>
                          <a:cs typeface="Arial" panose="020B0604020202020204" pitchFamily="34" charset="0"/>
                        </a:rPr>
                        <a:t>neccssary</a:t>
                      </a:r>
                      <a: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 changes to the PowerPoint, material etc. </a:t>
                      </a:r>
                      <a:r>
                        <a:rPr lang="en-GB" sz="1400" i="1"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(Updates slides are to be sent to Sara)</a:t>
                      </a:r>
                    </a:p>
                    <a:p>
                      <a:pPr marL="342900" lvl="0" indent="-342900">
                        <a:lnSpc>
                          <a:spcPct val="107000"/>
                        </a:lnSpc>
                        <a:buFont typeface="Symbol" panose="05050102010706020507" pitchFamily="18" charset="2"/>
                        <a:buChar char=""/>
                      </a:pPr>
                      <a:endParaRPr lang="en-GB" sz="1400" noProof="0" dirty="0">
                        <a:solidFill>
                          <a:schemeClr val="tx1"/>
                        </a:solidFill>
                        <a:latin typeface="Garamond" panose="02020404030301010803" pitchFamily="18"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r>
                        <a:rPr lang="en-GB" sz="1400" noProof="0" dirty="0">
                          <a:solidFill>
                            <a:schemeClr val="tx1"/>
                          </a:solidFill>
                          <a:latin typeface="Garamond" panose="02020404030301010803" pitchFamily="18" charset="0"/>
                          <a:ea typeface="Calibri" panose="020F0502020204030204" pitchFamily="34" charset="0"/>
                          <a:cs typeface="Arial" panose="020B0604020202020204" pitchFamily="34" charset="0"/>
                        </a:rPr>
                        <a:t>If needed, Informal dialogue with Sara Boline Lise Ingvartsen</a:t>
                      </a:r>
                      <a:endParaRPr lang="en-GB" sz="1400" b="0" i="0" noProof="0" dirty="0">
                        <a:solidFill>
                          <a:schemeClr val="tx1"/>
                        </a:solidFill>
                        <a:latin typeface="Garamond" panose="02020404030301010803" pitchFamily="18" charset="0"/>
                        <a:ea typeface="Calibri" panose="020F0502020204030204" pitchFamily="34" charset="0"/>
                        <a:cs typeface="Arial" panose="020B0604020202020204" pitchFamily="34" charset="0"/>
                      </a:endParaRPr>
                    </a:p>
                    <a:p>
                      <a:pPr marL="342900" lvl="0" indent="-342900">
                        <a:lnSpc>
                          <a:spcPct val="107000"/>
                        </a:lnSpc>
                        <a:buFont typeface="Symbol" panose="05050102010706020507" pitchFamily="18" charset="2"/>
                        <a:buChar char=""/>
                      </a:pPr>
                      <a:endParaRPr lang="en-GB" sz="1400" noProof="0" dirty="0">
                        <a:solidFill>
                          <a:schemeClr val="tx1"/>
                        </a:solidFill>
                        <a:latin typeface="Garamond" panose="02020404030301010803" pitchFamily="18" charset="0"/>
                        <a:ea typeface="Calibri" panose="020F0502020204030204" pitchFamily="34" charset="0"/>
                        <a:cs typeface="Arial" panose="020B0604020202020204" pitchFamily="34" charset="0"/>
                      </a:endParaRPr>
                    </a:p>
                    <a:p>
                      <a:pPr marL="342900" marR="0" lvl="0" indent="-342900" defTabSz="914400" eaLnBrk="1" fontAlgn="auto" latinLnBrk="0" hangingPunct="1">
                        <a:lnSpc>
                          <a:spcPct val="107000"/>
                        </a:lnSpc>
                        <a:spcBef>
                          <a:spcPts val="0"/>
                        </a:spcBef>
                        <a:spcAft>
                          <a:spcPts val="0"/>
                        </a:spcAft>
                        <a:buClrTx/>
                        <a:buSzTx/>
                        <a:buFont typeface="Symbol" panose="05050102010706020507" pitchFamily="18" charset="2"/>
                        <a:buChar char=""/>
                        <a:tabLst/>
                        <a:defRPr/>
                      </a:pPr>
                      <a: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If necessary, answer any questions asked by the participants on Padlet </a:t>
                      </a:r>
                      <a:r>
                        <a:rPr lang="en-GB" sz="1400" i="1"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(Sara will coordinate)</a:t>
                      </a:r>
                      <a:endParaRPr lang="en-GB" sz="1400" noProof="0" dirty="0">
                        <a:latin typeface="Garamond" panose="02020404030301010803"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Written evaluation of your module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400" noProof="0" dirty="0">
                          <a:solidFill>
                            <a:schemeClr val="tx1"/>
                          </a:solidFill>
                          <a:effectLst/>
                          <a:latin typeface="Garamond" panose="02020404030301010803" pitchFamily="18" charset="0"/>
                          <a:ea typeface="Calibri" panose="020F0502020204030204" pitchFamily="34" charset="0"/>
                          <a:cs typeface="Arial" panose="020B0604020202020204" pitchFamily="34" charset="0"/>
                        </a:rPr>
                        <a:t>Final evaluation of the whole of STEM Academy (2027)</a:t>
                      </a:r>
                      <a:endParaRPr lang="en-GB" sz="1400" noProof="0" dirty="0">
                        <a:solidFill>
                          <a:srgbClr val="FF0000"/>
                        </a:solidFill>
                        <a:effectLst/>
                        <a:latin typeface="Garamond" panose="02020404030301010803" pitchFamily="18" charset="0"/>
                        <a:ea typeface="Calibri" panose="020F0502020204030204" pitchFamily="34" charset="0"/>
                        <a:cs typeface="Arial" panose="020B0604020202020204" pitchFamily="34" charset="0"/>
                      </a:endParaRPr>
                    </a:p>
                    <a:p>
                      <a:endParaRPr lang="en-GB" sz="1400" noProof="0" dirty="0">
                        <a:latin typeface="Garamond" panose="02020404030301010803" pitchFamily="18" charset="0"/>
                      </a:endParaRPr>
                    </a:p>
                  </a:txBody>
                  <a:tcPr/>
                </a:tc>
                <a:extLst>
                  <a:ext uri="{0D108BD9-81ED-4DB2-BD59-A6C34878D82A}">
                    <a16:rowId xmlns:a16="http://schemas.microsoft.com/office/drawing/2014/main" val="1712668259"/>
                  </a:ext>
                </a:extLst>
              </a:tr>
            </a:tbl>
          </a:graphicData>
        </a:graphic>
      </p:graphicFrame>
    </p:spTree>
    <p:extLst>
      <p:ext uri="{BB962C8B-B14F-4D97-AF65-F5344CB8AC3E}">
        <p14:creationId xmlns:p14="http://schemas.microsoft.com/office/powerpoint/2010/main" val="29170520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C41E7CF-CD92-1C96-86C5-1689B6F9BD8A}"/>
              </a:ext>
            </a:extLst>
          </p:cNvPr>
          <p:cNvPicPr>
            <a:picLocks noChangeAspect="1"/>
          </p:cNvPicPr>
          <p:nvPr/>
        </p:nvPicPr>
        <p:blipFill>
          <a:blip r:embed="rId3"/>
          <a:stretch>
            <a:fillRect/>
          </a:stretch>
        </p:blipFill>
        <p:spPr>
          <a:xfrm>
            <a:off x="1889746" y="419060"/>
            <a:ext cx="6624141" cy="4256440"/>
          </a:xfrm>
          <a:prstGeom prst="rect">
            <a:avLst/>
          </a:prstGeom>
        </p:spPr>
      </p:pic>
      <p:sp>
        <p:nvSpPr>
          <p:cNvPr id="6" name="Rektangel 5">
            <a:extLst>
              <a:ext uri="{FF2B5EF4-FFF2-40B4-BE49-F238E27FC236}">
                <a16:creationId xmlns:a16="http://schemas.microsoft.com/office/drawing/2014/main" id="{D1362B7E-1C37-DC55-A6D7-70C2F98D49DD}"/>
              </a:ext>
            </a:extLst>
          </p:cNvPr>
          <p:cNvSpPr/>
          <p:nvPr/>
        </p:nvSpPr>
        <p:spPr>
          <a:xfrm>
            <a:off x="4318000" y="3464440"/>
            <a:ext cx="883816" cy="122944"/>
          </a:xfrm>
          <a:prstGeom prst="rect">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noProof="0" dirty="0">
                <a:latin typeface="Garamond"/>
              </a:rPr>
              <a:t>Day 1 S &amp; D</a:t>
            </a:r>
          </a:p>
        </p:txBody>
      </p:sp>
      <p:sp>
        <p:nvSpPr>
          <p:cNvPr id="13" name="Rektangel 12">
            <a:extLst>
              <a:ext uri="{FF2B5EF4-FFF2-40B4-BE49-F238E27FC236}">
                <a16:creationId xmlns:a16="http://schemas.microsoft.com/office/drawing/2014/main" id="{50E87CF8-6A62-F660-7B67-4FCA0F9D226A}"/>
              </a:ext>
            </a:extLst>
          </p:cNvPr>
          <p:cNvSpPr/>
          <p:nvPr/>
        </p:nvSpPr>
        <p:spPr>
          <a:xfrm>
            <a:off x="5446968" y="3056731"/>
            <a:ext cx="834502" cy="13342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noProof="0" dirty="0">
                <a:latin typeface="Garamond" panose="02020404030301010803" pitchFamily="18" charset="0"/>
              </a:rPr>
              <a:t>Day 2: T &amp; J</a:t>
            </a:r>
          </a:p>
        </p:txBody>
      </p:sp>
      <p:sp>
        <p:nvSpPr>
          <p:cNvPr id="14" name="Rektangel 13">
            <a:extLst>
              <a:ext uri="{FF2B5EF4-FFF2-40B4-BE49-F238E27FC236}">
                <a16:creationId xmlns:a16="http://schemas.microsoft.com/office/drawing/2014/main" id="{C850CE10-93BB-BCFE-B3F3-05384D77A188}"/>
              </a:ext>
            </a:extLst>
          </p:cNvPr>
          <p:cNvSpPr/>
          <p:nvPr/>
        </p:nvSpPr>
        <p:spPr>
          <a:xfrm>
            <a:off x="4350718" y="4073043"/>
            <a:ext cx="851098" cy="12294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noProof="0" dirty="0">
                <a:latin typeface="Garamond"/>
              </a:rPr>
              <a:t>Day 1 S &amp; D</a:t>
            </a:r>
            <a:endParaRPr lang="en-GB" sz="800" b="1" noProof="0" dirty="0">
              <a:latin typeface="Garamond" panose="02020404030301010803" pitchFamily="18" charset="0"/>
            </a:endParaRPr>
          </a:p>
        </p:txBody>
      </p:sp>
      <p:sp>
        <p:nvSpPr>
          <p:cNvPr id="18" name="Rektangel 17">
            <a:extLst>
              <a:ext uri="{FF2B5EF4-FFF2-40B4-BE49-F238E27FC236}">
                <a16:creationId xmlns:a16="http://schemas.microsoft.com/office/drawing/2014/main" id="{24FA152E-009C-7516-CDFE-F107E9FE9506}"/>
              </a:ext>
            </a:extLst>
          </p:cNvPr>
          <p:cNvSpPr/>
          <p:nvPr/>
        </p:nvSpPr>
        <p:spPr>
          <a:xfrm>
            <a:off x="122113" y="419060"/>
            <a:ext cx="1676400" cy="1219200"/>
          </a:xfrm>
          <a:prstGeom prst="rect">
            <a:avLst/>
          </a:prstGeom>
          <a:solidFill>
            <a:schemeClr val="bg1"/>
          </a:solidFill>
          <a:ln>
            <a:solidFill>
              <a:srgbClr val="EDEAD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0" name="Rektangel 19">
            <a:extLst>
              <a:ext uri="{FF2B5EF4-FFF2-40B4-BE49-F238E27FC236}">
                <a16:creationId xmlns:a16="http://schemas.microsoft.com/office/drawing/2014/main" id="{2580D497-7C53-18EB-F60E-5AA120FFADC1}"/>
              </a:ext>
            </a:extLst>
          </p:cNvPr>
          <p:cNvSpPr/>
          <p:nvPr/>
        </p:nvSpPr>
        <p:spPr>
          <a:xfrm>
            <a:off x="297675" y="1224642"/>
            <a:ext cx="262522" cy="1482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dirty="0">
              <a:latin typeface="Garamond" panose="02020404030301010803" pitchFamily="18" charset="0"/>
            </a:endParaRPr>
          </a:p>
        </p:txBody>
      </p:sp>
      <p:sp>
        <p:nvSpPr>
          <p:cNvPr id="21" name="Rektangel 20">
            <a:extLst>
              <a:ext uri="{FF2B5EF4-FFF2-40B4-BE49-F238E27FC236}">
                <a16:creationId xmlns:a16="http://schemas.microsoft.com/office/drawing/2014/main" id="{C658D192-1B03-82B4-0AF6-762A7E8489C3}"/>
              </a:ext>
            </a:extLst>
          </p:cNvPr>
          <p:cNvSpPr/>
          <p:nvPr/>
        </p:nvSpPr>
        <p:spPr>
          <a:xfrm>
            <a:off x="290713" y="880460"/>
            <a:ext cx="262522" cy="1482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dirty="0">
              <a:latin typeface="Garamond" panose="02020404030301010803" pitchFamily="18" charset="0"/>
            </a:endParaRPr>
          </a:p>
        </p:txBody>
      </p:sp>
      <p:sp>
        <p:nvSpPr>
          <p:cNvPr id="22" name="Rektangel 21">
            <a:extLst>
              <a:ext uri="{FF2B5EF4-FFF2-40B4-BE49-F238E27FC236}">
                <a16:creationId xmlns:a16="http://schemas.microsoft.com/office/drawing/2014/main" id="{F2A304CD-47BB-F532-4D51-CF4347583A20}"/>
              </a:ext>
            </a:extLst>
          </p:cNvPr>
          <p:cNvSpPr/>
          <p:nvPr/>
        </p:nvSpPr>
        <p:spPr>
          <a:xfrm>
            <a:off x="294677" y="536278"/>
            <a:ext cx="262522" cy="148200"/>
          </a:xfrm>
          <a:prstGeom prst="rect">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200" noProof="0" dirty="0">
              <a:latin typeface="Garamond" panose="02020404030301010803" pitchFamily="18" charset="0"/>
            </a:endParaRPr>
          </a:p>
        </p:txBody>
      </p:sp>
      <p:sp>
        <p:nvSpPr>
          <p:cNvPr id="23" name="Tekstfelt 22">
            <a:extLst>
              <a:ext uri="{FF2B5EF4-FFF2-40B4-BE49-F238E27FC236}">
                <a16:creationId xmlns:a16="http://schemas.microsoft.com/office/drawing/2014/main" id="{5CD361EF-4828-DBF5-CDA0-35A9257199B4}"/>
              </a:ext>
            </a:extLst>
          </p:cNvPr>
          <p:cNvSpPr txBox="1"/>
          <p:nvPr/>
        </p:nvSpPr>
        <p:spPr>
          <a:xfrm>
            <a:off x="560197" y="454389"/>
            <a:ext cx="762000" cy="307777"/>
          </a:xfrm>
          <a:prstGeom prst="rect">
            <a:avLst/>
          </a:prstGeom>
          <a:noFill/>
        </p:spPr>
        <p:txBody>
          <a:bodyPr wrap="square" rtlCol="0">
            <a:spAutoFit/>
          </a:bodyPr>
          <a:lstStyle/>
          <a:p>
            <a:r>
              <a:rPr lang="en-GB" sz="1400" noProof="0" dirty="0">
                <a:latin typeface="Garamond" panose="02020404030301010803" pitchFamily="18" charset="0"/>
              </a:rPr>
              <a:t>Odense</a:t>
            </a:r>
          </a:p>
        </p:txBody>
      </p:sp>
      <p:sp>
        <p:nvSpPr>
          <p:cNvPr id="24" name="Tekstfelt 23">
            <a:extLst>
              <a:ext uri="{FF2B5EF4-FFF2-40B4-BE49-F238E27FC236}">
                <a16:creationId xmlns:a16="http://schemas.microsoft.com/office/drawing/2014/main" id="{F3CB325C-9BEF-AC80-52F1-36466122E313}"/>
              </a:ext>
            </a:extLst>
          </p:cNvPr>
          <p:cNvSpPr txBox="1"/>
          <p:nvPr/>
        </p:nvSpPr>
        <p:spPr>
          <a:xfrm>
            <a:off x="568664" y="797495"/>
            <a:ext cx="1072662" cy="307777"/>
          </a:xfrm>
          <a:prstGeom prst="rect">
            <a:avLst/>
          </a:prstGeom>
          <a:noFill/>
        </p:spPr>
        <p:txBody>
          <a:bodyPr wrap="square" rtlCol="0">
            <a:spAutoFit/>
          </a:bodyPr>
          <a:lstStyle/>
          <a:p>
            <a:r>
              <a:rPr lang="en-GB" sz="1400" dirty="0">
                <a:latin typeface="Garamond" panose="02020404030301010803" pitchFamily="18" charset="0"/>
              </a:rPr>
              <a:t>Copenhagen</a:t>
            </a:r>
            <a:endParaRPr lang="en-GB" sz="1400" noProof="0" dirty="0">
              <a:latin typeface="Garamond" panose="02020404030301010803" pitchFamily="18" charset="0"/>
            </a:endParaRPr>
          </a:p>
        </p:txBody>
      </p:sp>
      <p:sp>
        <p:nvSpPr>
          <p:cNvPr id="25" name="Tekstfelt 24">
            <a:extLst>
              <a:ext uri="{FF2B5EF4-FFF2-40B4-BE49-F238E27FC236}">
                <a16:creationId xmlns:a16="http://schemas.microsoft.com/office/drawing/2014/main" id="{0DF3E4F6-0E9B-8933-F0E0-8EF18ABDB0DA}"/>
              </a:ext>
            </a:extLst>
          </p:cNvPr>
          <p:cNvSpPr txBox="1"/>
          <p:nvPr/>
        </p:nvSpPr>
        <p:spPr>
          <a:xfrm>
            <a:off x="560197" y="1140601"/>
            <a:ext cx="1072662" cy="307777"/>
          </a:xfrm>
          <a:prstGeom prst="rect">
            <a:avLst/>
          </a:prstGeom>
          <a:noFill/>
        </p:spPr>
        <p:txBody>
          <a:bodyPr wrap="square" rtlCol="0">
            <a:spAutoFit/>
          </a:bodyPr>
          <a:lstStyle/>
          <a:p>
            <a:r>
              <a:rPr lang="en-GB" sz="1400" noProof="0" dirty="0">
                <a:latin typeface="Garamond" panose="02020404030301010803" pitchFamily="18" charset="0"/>
              </a:rPr>
              <a:t>Herning</a:t>
            </a:r>
          </a:p>
        </p:txBody>
      </p:sp>
      <p:sp>
        <p:nvSpPr>
          <p:cNvPr id="27" name="Rektangel 26">
            <a:extLst>
              <a:ext uri="{FF2B5EF4-FFF2-40B4-BE49-F238E27FC236}">
                <a16:creationId xmlns:a16="http://schemas.microsoft.com/office/drawing/2014/main" id="{8CA5F8C3-98FE-4BAB-9FD4-582A67B5742D}"/>
              </a:ext>
            </a:extLst>
          </p:cNvPr>
          <p:cNvSpPr/>
          <p:nvPr/>
        </p:nvSpPr>
        <p:spPr>
          <a:xfrm>
            <a:off x="5446969" y="3313103"/>
            <a:ext cx="834502" cy="133428"/>
          </a:xfrm>
          <a:prstGeom prst="rect">
            <a:avLst/>
          </a:prstGeom>
          <a:solidFill>
            <a:srgbClr val="5E88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noProof="0" dirty="0">
                <a:latin typeface="Garamond" panose="02020404030301010803" pitchFamily="18" charset="0"/>
              </a:rPr>
              <a:t>Day 2 T &amp; J</a:t>
            </a:r>
          </a:p>
        </p:txBody>
      </p:sp>
      <p:sp>
        <p:nvSpPr>
          <p:cNvPr id="30" name="Rektangel 29">
            <a:extLst>
              <a:ext uri="{FF2B5EF4-FFF2-40B4-BE49-F238E27FC236}">
                <a16:creationId xmlns:a16="http://schemas.microsoft.com/office/drawing/2014/main" id="{B7343C1D-492D-4C5A-800A-628EEB6FC969}"/>
              </a:ext>
            </a:extLst>
          </p:cNvPr>
          <p:cNvSpPr/>
          <p:nvPr/>
        </p:nvSpPr>
        <p:spPr>
          <a:xfrm>
            <a:off x="4318000" y="3190159"/>
            <a:ext cx="883816" cy="1229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800" b="1" noProof="0" dirty="0">
                <a:latin typeface="Garamond"/>
              </a:rPr>
              <a:t>Day 1 S &amp; D</a:t>
            </a:r>
            <a:endParaRPr lang="en-GB" sz="800" b="1" noProof="0" dirty="0">
              <a:latin typeface="Garamond" panose="02020404030301010803" pitchFamily="18" charset="0"/>
            </a:endParaRPr>
          </a:p>
        </p:txBody>
      </p:sp>
      <p:sp>
        <p:nvSpPr>
          <p:cNvPr id="31" name="Rektangel 30">
            <a:extLst>
              <a:ext uri="{FF2B5EF4-FFF2-40B4-BE49-F238E27FC236}">
                <a16:creationId xmlns:a16="http://schemas.microsoft.com/office/drawing/2014/main" id="{938CE5BB-642D-44DF-B5AA-86B78FD6355B}"/>
              </a:ext>
            </a:extLst>
          </p:cNvPr>
          <p:cNvSpPr/>
          <p:nvPr/>
        </p:nvSpPr>
        <p:spPr>
          <a:xfrm>
            <a:off x="5446968" y="3975567"/>
            <a:ext cx="834502" cy="9961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b="1" noProof="0" dirty="0">
                <a:latin typeface="Garamond" panose="02020404030301010803" pitchFamily="18" charset="0"/>
              </a:rPr>
              <a:t>Day 2 T &amp; J</a:t>
            </a:r>
          </a:p>
        </p:txBody>
      </p:sp>
    </p:spTree>
    <p:extLst>
      <p:ext uri="{BB962C8B-B14F-4D97-AF65-F5344CB8AC3E}">
        <p14:creationId xmlns:p14="http://schemas.microsoft.com/office/powerpoint/2010/main" val="36392577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4989B2A-8D7F-68C2-EF88-EB0BA8E41205}"/>
            </a:ext>
          </a:extLst>
        </p:cNvPr>
        <p:cNvGrpSpPr/>
        <p:nvPr/>
      </p:nvGrpSpPr>
      <p:grpSpPr>
        <a:xfrm>
          <a:off x="0" y="0"/>
          <a:ext cx="0" cy="0"/>
          <a:chOff x="0" y="0"/>
          <a:chExt cx="0" cy="0"/>
        </a:xfrm>
      </p:grpSpPr>
      <p:sp>
        <p:nvSpPr>
          <p:cNvPr id="4" name="object 2">
            <a:extLst>
              <a:ext uri="{FF2B5EF4-FFF2-40B4-BE49-F238E27FC236}">
                <a16:creationId xmlns:a16="http://schemas.microsoft.com/office/drawing/2014/main" id="{66CD1615-29C2-270E-11F2-783FFD5A7C8B}"/>
              </a:ext>
            </a:extLst>
          </p:cNvPr>
          <p:cNvSpPr/>
          <p:nvPr/>
        </p:nvSpPr>
        <p:spPr>
          <a:xfrm>
            <a:off x="0" y="0"/>
            <a:ext cx="8638540" cy="4864100"/>
          </a:xfrm>
          <a:custGeom>
            <a:avLst/>
            <a:gdLst/>
            <a:ahLst/>
            <a:cxnLst/>
            <a:rect l="l" t="t" r="r" b="b"/>
            <a:pathLst>
              <a:path w="8638540" h="4860290">
                <a:moveTo>
                  <a:pt x="8638222" y="0"/>
                </a:moveTo>
                <a:lnTo>
                  <a:pt x="0" y="0"/>
                </a:lnTo>
                <a:lnTo>
                  <a:pt x="0" y="4859997"/>
                </a:lnTo>
                <a:lnTo>
                  <a:pt x="8638222" y="4859997"/>
                </a:lnTo>
                <a:lnTo>
                  <a:pt x="8638222" y="0"/>
                </a:lnTo>
                <a:close/>
              </a:path>
            </a:pathLst>
          </a:custGeom>
          <a:solidFill>
            <a:srgbClr val="EDEADF"/>
          </a:solidFill>
        </p:spPr>
        <p:txBody>
          <a:bodyPr wrap="square" lIns="0" tIns="0" rIns="0" bIns="0" rtlCol="0"/>
          <a:lstStyle/>
          <a:p>
            <a:endParaRPr lang="en-GB" noProof="0" dirty="0"/>
          </a:p>
        </p:txBody>
      </p:sp>
      <p:pic>
        <p:nvPicPr>
          <p:cNvPr id="9" name="Grafik 8">
            <a:extLst>
              <a:ext uri="{FF2B5EF4-FFF2-40B4-BE49-F238E27FC236}">
                <a16:creationId xmlns:a16="http://schemas.microsoft.com/office/drawing/2014/main" id="{DF33D240-3414-27FF-DF9E-ABEA672260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43758" y="4430939"/>
            <a:ext cx="1007794" cy="248400"/>
          </a:xfrm>
          <a:prstGeom prst="rect">
            <a:avLst/>
          </a:prstGeom>
        </p:spPr>
      </p:pic>
      <p:sp>
        <p:nvSpPr>
          <p:cNvPr id="5" name="Titel 4">
            <a:extLst>
              <a:ext uri="{FF2B5EF4-FFF2-40B4-BE49-F238E27FC236}">
                <a16:creationId xmlns:a16="http://schemas.microsoft.com/office/drawing/2014/main" id="{A56F6E42-7590-BEE0-FB0C-9D1E1816E150}"/>
              </a:ext>
            </a:extLst>
          </p:cNvPr>
          <p:cNvSpPr>
            <a:spLocks noGrp="1"/>
          </p:cNvSpPr>
          <p:nvPr>
            <p:ph type="title"/>
          </p:nvPr>
        </p:nvSpPr>
        <p:spPr/>
        <p:txBody>
          <a:bodyPr/>
          <a:lstStyle/>
          <a:p>
            <a:endParaRPr lang="en-GB" noProof="0" dirty="0"/>
          </a:p>
        </p:txBody>
      </p:sp>
      <p:pic>
        <p:nvPicPr>
          <p:cNvPr id="6" name="Picture 5">
            <a:extLst>
              <a:ext uri="{FF2B5EF4-FFF2-40B4-BE49-F238E27FC236}">
                <a16:creationId xmlns:a16="http://schemas.microsoft.com/office/drawing/2014/main" id="{DE8A96F0-A083-449F-A706-024A55C4EB87}"/>
              </a:ext>
            </a:extLst>
          </p:cNvPr>
          <p:cNvPicPr>
            <a:picLocks noChangeAspect="1"/>
          </p:cNvPicPr>
          <p:nvPr/>
        </p:nvPicPr>
        <p:blipFill>
          <a:blip r:embed="rId4"/>
          <a:stretch>
            <a:fillRect/>
          </a:stretch>
        </p:blipFill>
        <p:spPr>
          <a:xfrm>
            <a:off x="2199064" y="0"/>
            <a:ext cx="4237871" cy="4864100"/>
          </a:xfrm>
          <a:prstGeom prst="rect">
            <a:avLst/>
          </a:prstGeom>
        </p:spPr>
      </p:pic>
    </p:spTree>
    <p:extLst>
      <p:ext uri="{BB962C8B-B14F-4D97-AF65-F5344CB8AC3E}">
        <p14:creationId xmlns:p14="http://schemas.microsoft.com/office/powerpoint/2010/main" val="2673044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3.xml><?xml version="1.0" encoding="utf-8"?>
<a:theme xmlns:a="http://schemas.openxmlformats.org/drawingml/2006/main" name="Brugerdefineret design">
  <a:themeElements>
    <a:clrScheme name="KU 2023">
      <a:dk1>
        <a:srgbClr val="000000"/>
      </a:dk1>
      <a:lt1>
        <a:srgbClr val="FFFFFF"/>
      </a:lt1>
      <a:dk2>
        <a:srgbClr val="6E6E6E"/>
      </a:dk2>
      <a:lt2>
        <a:srgbClr val="E7E6E6"/>
      </a:lt2>
      <a:accent1>
        <a:srgbClr val="A31D20"/>
      </a:accent1>
      <a:accent2>
        <a:srgbClr val="7B7B7B"/>
      </a:accent2>
      <a:accent3>
        <a:srgbClr val="C73028"/>
      </a:accent3>
      <a:accent4>
        <a:srgbClr val="415570"/>
      </a:accent4>
      <a:accent5>
        <a:srgbClr val="197F8E"/>
      </a:accent5>
      <a:accent6>
        <a:srgbClr val="4B8324"/>
      </a:accent6>
      <a:hlink>
        <a:srgbClr val="A31D20"/>
      </a:hlink>
      <a:folHlink>
        <a:srgbClr val="000000"/>
      </a:folHlink>
    </a:clrScheme>
    <a:fontScheme name="Københavns Universitet">
      <a:majorFont>
        <a:latin typeface="Microsoft New Tai Lue"/>
        <a:ea typeface=""/>
        <a:cs typeface=""/>
      </a:majorFont>
      <a:minorFont>
        <a:latin typeface="Microsoft New Tai Lue"/>
        <a:ea typeface=""/>
        <a:cs typeface=""/>
      </a:minorFont>
    </a:fontScheme>
    <a:fmtScheme name="Kont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a:solidFill>
            <a:schemeClr val="accent1"/>
          </a:solidFill>
        </a:ln>
      </a:spPr>
      <a:bodyPr wrap="square" rtlCol="0" anchor="ctr">
        <a:noAutofit/>
      </a:bodyPr>
      <a:lstStyle>
        <a:defPPr algn="l">
          <a:defRPr sz="2400" dirty="0" err="1" smtClean="0">
            <a:solidFill>
              <a:schemeClr val="bg1"/>
            </a:solidFill>
          </a:defRPr>
        </a:defPPr>
      </a:lstStyle>
    </a:spDef>
    <a:txDef>
      <a:spPr/>
      <a:bodyPr vert="horz" wrap="square" lIns="0" tIns="0" rIns="0" bIns="0" rtlCol="0" anchor="t" anchorCtr="0">
        <a:spAutoFit/>
      </a:bodyPr>
      <a:lstStyle>
        <a:defPPr marL="0" marR="0" indent="0" algn="l" defTabSz="914400" rtl="0" eaLnBrk="1" fontAlgn="auto" latinLnBrk="0" hangingPunct="1">
          <a:lnSpc>
            <a:spcPct val="100000"/>
          </a:lnSpc>
          <a:spcBef>
            <a:spcPct val="0"/>
          </a:spcBef>
          <a:spcAft>
            <a:spcPts val="0"/>
          </a:spcAft>
          <a:buClrTx/>
          <a:buSzTx/>
          <a:buFontTx/>
          <a:buNone/>
          <a:tabLst/>
          <a:defRPr sz="2400" b="0" dirty="0" smtClean="0">
            <a:solidFill>
              <a:schemeClr val="tx1"/>
            </a:solidFill>
            <a:latin typeface="+mn-lt"/>
          </a:defRPr>
        </a:defPPr>
      </a:lstStyle>
    </a:txDef>
  </a:objectDefaults>
  <a:extraClrSchemeLst/>
  <a:extLst>
    <a:ext uri="{05A4C25C-085E-4340-85A3-A5531E510DB2}">
      <thm15:themeFamily xmlns:thm15="http://schemas.microsoft.com/office/thememl/2012/main" name="16x9_ENG_full.potx" id="{D0D36B92-5B0A-4532-81C4-17DEF59CC1CE}" vid="{DAA9B640-9269-43B6-8C37-C6A215F85199}"/>
    </a:ext>
  </a:extLst>
</a:theme>
</file>

<file path=ppt/theme/theme4.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ab404c6-22f2-4225-8d05-49cc1fdf7dba" xsi:nil="true"/>
    <lcf76f155ced4ddcb4097134ff3c332f xmlns="d044b422-e0a5-4d48-8d31-e386870c5446">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80129B804C7FC4B8877717E29448D94" ma:contentTypeVersion="14" ma:contentTypeDescription="Create a new document." ma:contentTypeScope="" ma:versionID="e45daea2307ed38b8ceeab44651be580">
  <xsd:schema xmlns:xsd="http://www.w3.org/2001/XMLSchema" xmlns:xs="http://www.w3.org/2001/XMLSchema" xmlns:p="http://schemas.microsoft.com/office/2006/metadata/properties" xmlns:ns2="d044b422-e0a5-4d48-8d31-e386870c5446" xmlns:ns3="0ab404c6-22f2-4225-8d05-49cc1fdf7dba" targetNamespace="http://schemas.microsoft.com/office/2006/metadata/properties" ma:root="true" ma:fieldsID="d6db8ced75ce1ca4d66e1f244d2a1246" ns2:_="" ns3:_="">
    <xsd:import namespace="d044b422-e0a5-4d48-8d31-e386870c5446"/>
    <xsd:import namespace="0ab404c6-22f2-4225-8d05-49cc1fdf7d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44b422-e0a5-4d48-8d31-e386870c54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d5578fd-35c2-4d8f-a1bf-4043a6e4e7a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ab404c6-22f2-4225-8d05-49cc1fdf7dba"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1235eaf-d461-4b55-8abe-2f48c3faccec}" ma:internalName="TaxCatchAll" ma:showField="CatchAllData" ma:web="0ab404c6-22f2-4225-8d05-49cc1fdf7dba">
      <xsd:complexType>
        <xsd:complexContent>
          <xsd:extension base="dms:MultiChoiceLookup">
            <xsd:sequence>
              <xsd:element name="Value" type="dms:Lookup" maxOccurs="unbounded" minOccurs="0" nillable="true"/>
            </xsd:sequence>
          </xsd:extension>
        </xsd:complexContent>
      </xsd:complexType>
    </xsd:element>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9539B9-08EF-4268-A369-98549F8377AE}">
  <ds:schemaRefs>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http://www.w3.org/XML/1998/namespace"/>
    <ds:schemaRef ds:uri="0ab404c6-22f2-4225-8d05-49cc1fdf7dba"/>
    <ds:schemaRef ds:uri="http://purl.org/dc/elements/1.1/"/>
    <ds:schemaRef ds:uri="d044b422-e0a5-4d48-8d31-e386870c5446"/>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ED7B5846-5763-46F4-B519-415F467311C9}">
  <ds:schemaRefs>
    <ds:schemaRef ds:uri="http://schemas.microsoft.com/sharepoint/v3/contenttype/forms"/>
  </ds:schemaRefs>
</ds:datastoreItem>
</file>

<file path=customXml/itemProps3.xml><?xml version="1.0" encoding="utf-8"?>
<ds:datastoreItem xmlns:ds="http://schemas.openxmlformats.org/officeDocument/2006/customXml" ds:itemID="{7F084811-291E-4EB9-999E-B795B96CEEC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044b422-e0a5-4d48-8d31-e386870c5446"/>
    <ds:schemaRef ds:uri="0ab404c6-22f2-4225-8d05-49cc1fdf7d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a3927f91-cda1-4696-af89-8c9f1ceffa91}" enabled="0" method="" siteId="{a3927f91-cda1-4696-af89-8c9f1ceffa91}" removed="1"/>
</clbl:labelList>
</file>

<file path=docProps/app.xml><?xml version="1.0" encoding="utf-8"?>
<Properties xmlns="http://schemas.openxmlformats.org/officeDocument/2006/extended-properties" xmlns:vt="http://schemas.openxmlformats.org/officeDocument/2006/docPropsVTypes">
  <Template/>
  <TotalTime>737</TotalTime>
  <Words>2291</Words>
  <Application>Microsoft Office PowerPoint</Application>
  <PresentationFormat>Brugerdefineret</PresentationFormat>
  <Paragraphs>402</Paragraphs>
  <Slides>49</Slides>
  <Notes>49</Notes>
  <HiddenSlides>0</HiddenSlides>
  <MMClips>0</MMClips>
  <ScaleCrop>false</ScaleCrop>
  <HeadingPairs>
    <vt:vector size="6" baseType="variant">
      <vt:variant>
        <vt:lpstr>Benyttede skrifttyper</vt:lpstr>
      </vt:variant>
      <vt:variant>
        <vt:i4>14</vt:i4>
      </vt:variant>
      <vt:variant>
        <vt:lpstr>Tema</vt:lpstr>
      </vt:variant>
      <vt:variant>
        <vt:i4>3</vt:i4>
      </vt:variant>
      <vt:variant>
        <vt:lpstr>Slidetitler</vt:lpstr>
      </vt:variant>
      <vt:variant>
        <vt:i4>49</vt:i4>
      </vt:variant>
    </vt:vector>
  </HeadingPairs>
  <TitlesOfParts>
    <vt:vector size="66" baseType="lpstr">
      <vt:lpstr>Amasis MT Pro</vt:lpstr>
      <vt:lpstr>Aptos</vt:lpstr>
      <vt:lpstr>Arial</vt:lpstr>
      <vt:lpstr>Avenir</vt:lpstr>
      <vt:lpstr>Calibri</vt:lpstr>
      <vt:lpstr>Courier New</vt:lpstr>
      <vt:lpstr>Garamond</vt:lpstr>
      <vt:lpstr>Gill Sans MT</vt:lpstr>
      <vt:lpstr>Microsoft New Tai Lue</vt:lpstr>
      <vt:lpstr>Microsoft Tai Le</vt:lpstr>
      <vt:lpstr>Open Sans Extrabold</vt:lpstr>
      <vt:lpstr>Symbol</vt:lpstr>
      <vt:lpstr>Times New Roman</vt:lpstr>
      <vt:lpstr>Wingdings</vt:lpstr>
      <vt:lpstr>Office Theme</vt:lpstr>
      <vt:lpstr>Parcel</vt:lpstr>
      <vt:lpstr>Brugerdefineret design</vt:lpstr>
      <vt:lpstr>PowerPoint-præsentation</vt:lpstr>
      <vt:lpstr>PowerPoint-præsentation</vt:lpstr>
      <vt:lpstr>PowerPoint-præsentation</vt:lpstr>
      <vt:lpstr>WHO ARE WE?</vt:lpstr>
      <vt:lpstr>STEM ACADEMY </vt:lpstr>
      <vt:lpstr>PowerPoint-præsentation</vt:lpstr>
      <vt:lpstr>”</vt:lpstr>
      <vt:lpstr>PANEL MEETING 12th of March 2026</vt:lpstr>
      <vt:lpstr>PowerPoint-præsentation</vt:lpstr>
      <vt:lpstr>PowerPoint-præsentation</vt:lpstr>
      <vt:lpstr>PowerPoint-præsentation</vt:lpstr>
      <vt:lpstr>PowerPoint-præsentation</vt:lpstr>
      <vt:lpstr>STRUCTURE OF THE COURSE</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KNOWLEDGE SHARING FROM THE HIGH SCHOOLS</vt:lpstr>
      <vt:lpstr>PowerPoint-præsentation</vt:lpstr>
      <vt:lpstr>DIDACTIC FRAMEWORK</vt:lpstr>
      <vt:lpstr>ModulE 4: Transforming the new knowledge into concrete teaching</vt:lpstr>
      <vt:lpstr>Knowledge creation rather than KNOWLEDGE acquisition as a didactic driver (Videns skabelse – Videnskab)</vt:lpstr>
      <vt:lpstr>PowerPoint-præsentation</vt:lpstr>
      <vt:lpstr>InduCtivE education</vt:lpstr>
      <vt:lpstr>PowerPoint-præsentation</vt:lpstr>
      <vt:lpstr>Developping Teaching Plans 4 phases</vt:lpstr>
      <vt:lpstr>LUNCH </vt:lpstr>
      <vt:lpstr>EXPERIENCES FROM PREVIOUS COURSES (Maths, Chemistry, Physics, P.E)</vt:lpstr>
      <vt:lpstr>PowerPoint-præsentation</vt:lpstr>
      <vt:lpstr>PowerPoint-præsentation</vt:lpstr>
      <vt:lpstr>THE THREE MODULES – THOUGHTS AND INPUT</vt:lpstr>
      <vt:lpstr>Cryptography</vt:lpstr>
      <vt:lpstr>PowerPoint-præsentation</vt:lpstr>
      <vt:lpstr>About Me</vt:lpstr>
      <vt:lpstr>Proposal on cryptography for STEM Academy</vt:lpstr>
      <vt:lpstr>PowerPoint-præsentation</vt:lpstr>
      <vt:lpstr>PowerPoint-præsentation</vt:lpstr>
      <vt:lpstr>INTERNET OF THINGS</vt:lpstr>
      <vt:lpstr>PowerPoint-præsentation</vt:lpstr>
      <vt:lpstr>MOBILE COMPUTING</vt:lpstr>
      <vt:lpstr>PowerPoint-præsentation</vt:lpstr>
      <vt:lpstr>TASKS FOR THE UNIVERSITY LECTURERS</vt:lpstr>
      <vt:lpstr>PowerPoint-præsentation</vt:lpstr>
      <vt:lpstr>PowerPoint-præsentation</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Gitte Inselmann Frandsen</dc:creator>
  <cp:lastModifiedBy>Gitte Inselmann Frandsen</cp:lastModifiedBy>
  <cp:revision>94</cp:revision>
  <cp:lastPrinted>2025-09-02T08:51:53Z</cp:lastPrinted>
  <dcterms:created xsi:type="dcterms:W3CDTF">2024-08-16T09:03:01Z</dcterms:created>
  <dcterms:modified xsi:type="dcterms:W3CDTF">2026-05-26T08:49:33Z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2024-07-11T00:00:00Z</vt:filetime>
  </property>
  <property fmtid="{D5CDD505-2E9C-101B-9397-08002B2CF9AE}" pid="3" name="Creator">
    <vt:lpwstr>Adobe InDesign 19.3 (Macintosh)</vt:lpwstr>
  </property>
  <property fmtid="{D5CDD505-2E9C-101B-9397-08002B2CF9AE}" pid="4" name="LastSaved">
    <vt:filetime>2024-08-16T00:00:00Z</vt:filetime>
  </property>
  <property fmtid="{D5CDD505-2E9C-101B-9397-08002B2CF9AE}" pid="5" name="Producer">
    <vt:lpwstr>Adobe PDF Library 17.0</vt:lpwstr>
  </property>
  <property fmtid="{D5CDD505-2E9C-101B-9397-08002B2CF9AE}" pid="6" name="ContentTypeId">
    <vt:lpwstr>0x010100780129B804C7FC4B8877717E29448D94</vt:lpwstr>
  </property>
  <property fmtid="{D5CDD505-2E9C-101B-9397-08002B2CF9AE}" pid="7" name="MediaServiceImageTags">
    <vt:lpwstr/>
  </property>
</Properties>
</file>